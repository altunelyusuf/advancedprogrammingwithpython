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2025). Every result on these slides was produced by running it under Python 3.14.4; every claim beyond the book is in 03-materials/ch03/rdodi.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3 (Sweigart, 2025); the second line of each item is what the course adds from the chapter 3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while Loop Statements. Program written for this course; run under Python 3.14.4 with the three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2025). break and continue: The Python Tutorial, 4.4 (Python Software Foundation, 2026). KeyboardInterrupt: Built-in Exceptions, raised when the user hits the interrupt key, normally Control-C or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for Loops and the range() Function. Results evaluated under Python 3.14.4 with list() so the values can be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Tutorial, 4.3 The range() Function (Python Software Foundation, 2026): the object behaves as if it were a list but is not; it returns the successive items when iterated. Practice question from Automate the Boring Stuff with Python, 3rd edition, chapter 3 (Sweigart,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else Clauses on Loops, The Python Tutorial 4.5 and The Python Language Reference, 8.2 and 8.3 (Python Software Foundation, 2026). The program is this course’s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statement, The Python Language Reference 8.3 (Python Software Foundation, 2026). Executed under Python 3.14.4; the third fact is also executed in 08-tooling/sen0414_rdodi_checks_v1_0_0.py.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enumerate and zip, Built-in Functions; Looping Techniques, The Python Tutorial 5.6 (Python Software Foundation, 2026). zip(strict=True) since Python 3.10 (Bucher, 2020): ValueError when the iterables differ in length.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Importing Modules. PEP 8 (Van Rossum et al., 2001): imports should usually be on separate lines; wildcard imports should be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Ending a Program Early with sys.exit(). sys.exit, The Python Standard Library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A Short Program: Guess the Number. This program is the course’s own version: for attempt in range(1, 4), an early break, and the loop else instead of a flag. random.randint(a, b) returns N with a &lt;= N &lt;=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572, Assignment Expressions (Angelico et al., 2018), Python 3.8. The program reads an in-memory string three characters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statement, The Python Tutorial 4.2 (Python Software Foundation, 2026). PEP 765 (Katriel and Coghlan, 2024), Python 3.14; What’s New In Python 3.14. The warning was reproduced under Python 3.14.4: ‘break’ in a ‘finally’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Control-C (KeyboardInterrupt); break leaves the loop, continue goes to the next pass; they do not differ; when the loop finishes without a break; it raises ValueError when the iterables differ in length. Questions 1-3 follow the book’s practice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03-materials/ch03/rdodi/sen0414_ch03_research_v1_0_0.ttl.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 of the 3rd edition is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3: Loops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loop else and the := operator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and range()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range is lazy; enumerate and zip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while True pattern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modules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PEP 8 says about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with sys.exit()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raises an exception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iterating safely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while: repeat while a condition holds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tested again after every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''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answer != 'yes':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input('Ready?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print('Starting')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Unlike if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block runs once or not at all. A while block sends execution back to the top, so the number of passes depends on the data — here, on when the user types yes.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and while True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loop, and skipping a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31720"/>
          </a:xfrm>
          <a:prstGeom prst="roundRect">
            <a:avLst>
              <a:gd name="adj" fmla="val 392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 = input('Number (blank to stop):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entry == '':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entry.isdigit():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int(entry)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print('Total:', total)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145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3611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in an endless loop is stopped with Control-C, which raises KeyboardInterrupt.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leaves the loop; continue skips to the next pass. The x was skipped, the blank ended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and range()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makes an arithmetic progression of integers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754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list(range(5))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3, 4]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list(range(12, 16))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[12, 13, 14, 15]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list(range(0, 10, 2))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2, 4, 6, 8]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list(range(5, -1, -1))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 4, 3, 2, 1, 0]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398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3258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 is excluded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5623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value is never part of the sequence: range(10) makes ten values, 0 to 9. A negative step counts down.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is lazy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10)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sum(range(4))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340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72968"/>
            <a:ext cx="7863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list(range(10)) == list(range(0, 10)) == list(range(0, 10, 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684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demand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5623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produces its values as the loop asks for them, saving space. It is iterable, so sum() and for accept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range(10), range(0, 10) and range(0, 10, 1) give the same values — the book’s practice question 3.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...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runs when the loop was not broken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['cat', 'dog', 'bird']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input('Find: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words: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word == target: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print('found', word)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print('not found')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dog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another run —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33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 says “found it”; the else says “searched everything and did not”. It is skipped after a break, a return or an 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variable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outlives the loop — or was never made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[]: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print('j' in dir())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facts from the reference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 a for statement’s target list are not deleted when the loop ends. After a loop over an empty sequence they were never assigned. Assigning to the variable inside the block does not change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 and zip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index arithmetic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'tic'), (1, 'tac'), (2, 'toe')]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'toe'], start=1))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[(1, 'tic'), (2, 'tac'), (3, 'toe')]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99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3258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435608"/>
            <a:ext cx="32004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list(zip('ab', [1, 2]))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2], strict=True))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zip() argument 2 is shorter than argument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48056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item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gives both, so range(len(a)) is rarely needed.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modules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forms, and what PEP 8 says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stay under the module’s name: random.randint(1, 10). The clear 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random, sys, 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at once. The book uses it; PEP 8 says imports should usually be on separate lines.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random import *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prefix — and no way to tell where a name came from. The book and PEP 8 both advise against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import random: every name shows where it came from.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Ending a program: sys.exit()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raises SystemExit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 = input('Command: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command == 'exit':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sys.exit()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print('you typed', command)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typed hi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exception, not a hard stop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sys.exit() raises SystemExit, so finally clauses still run, and an outer handler can intercept it. It exits the process only from the main thread.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program: guess the number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attempts, early exit, and the loop else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97680" cy="3108960"/>
          </a:xfrm>
          <a:prstGeom prst="roundRect">
            <a:avLst>
              <a:gd name="adj" fmla="val 294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44168"/>
            <a:ext cx="39319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random.randint(1, 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range(1, 4):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int(input('Guess: 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 &lt; secret: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print('too low')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guess &gt; secret: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print('too high')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print(f'got it in {attempt}')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print(f'out of guesses; it was {secret}')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2344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3258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high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 it in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another run 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guesses; it was 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379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under Python 3.14.4 — typed input in blue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makes the secret repeatable for the slide; a real game would not seed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expressions in loops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test in one line — Python 3.8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io.StringIO('abcdefgh')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chunk := file.read(3):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print(chunk)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True: pattern, shortened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9359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chapter’s loops read a value, test it, and break. := names the value inside the condition. PEP 572’s own example is while chunk := file.read(8192): — a loop that cannot be trivially rewritten with the two-argument iter().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hazards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what you iterate over, and leaving finally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{'Ada': 'active', 'Can': 'inactive', 'Eda': 'inactive'}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status in users.copy().items():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'inactive':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 users[name]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{'Ada': 'active'}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768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Modifying while iterating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93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to get right: loop over a copy, as .copy().items() does, or build a new collection.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34290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9593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return, break or continue that leaves a finally block now draws a SyntaxWarning (PEP 765).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keys stop a program stuck in an infinite loop?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break and continue?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range(10), range(0, 10) and range(0, 10, 1) differ?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else clause of a loop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zip(a, b, strict=True) do that zip(a, b) does not?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3.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Tutorial 4 and 5; Language Reference 8; Built-in Functions; sys; Built-in Exceptions; What’s New in 3.14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Angelico, C., Peters, T., van Rossum, G. (2018). PEP 572 – Assignment Expressions.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 (2020). PEP 618 – Add Optional Length-Checking To zip.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NOTICE_v1_2.md.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4 —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3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3 - Loops</dc:title>
  <dc:subject>PptxGenJS Presentation</dc:subject>
  <dc:creator>Yusuf Altunel</dc:creator>
  <cp:lastModifiedBy>Yusuf Altunel</cp:lastModifiedBy>
  <cp:revision>1</cp:revision>
  <dcterms:created xsi:type="dcterms:W3CDTF">2026-09-28T20:14:09Z</dcterms:created>
  <dcterms:modified xsi:type="dcterms:W3CDTF">2026-09-28T20:14:09Z</dcterms:modified>
</cp:coreProperties>
</file>