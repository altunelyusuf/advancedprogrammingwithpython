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&gt;&gt;&gt; x = 1</a:t>
            </a:r>
          </a:p>
          <a:p>
            <a:r>
              <a:rPr sz="1400">
                <a:latin typeface="Calibri"/>
              </a:rPr>
              <a:t>&gt;&gt;&gt; print(x)</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&gt;&gt;&gt; x = 1</a:t>
            </a:r>
          </a:p>
          <a:p>
            <a:r>
              <a:rPr sz="1400">
                <a:latin typeface="Calibri"/>
              </a:rPr>
              <a:t>&gt;&gt;&gt; print(x)</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