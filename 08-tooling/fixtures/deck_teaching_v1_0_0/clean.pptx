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0"/>
            <a:ext cx="8229600" cy="914400"/>
          </a:xfrm>
          <a:prstGeom prst="rect">
            <a:avLst/>
          </a:prstGeom>
          <a:noFill/>
        </p:spPr>
        <p:txBody>
          <a:bodyPr wrap="none">
            <a:spAutoFit/>
          </a:bodyPr>
          <a:lstStyle/>
          <a:p>
            <a:r>
              <a:rPr sz="1400">
                <a:latin typeface="Calibri"/>
              </a:rPr>
              <a:t>Fixture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640080"/>
          </a:xfrm>
          <a:prstGeom prst="rect">
            <a:avLst/>
          </a:prstGeom>
          <a:noFill/>
        </p:spPr>
        <p:txBody>
          <a:bodyPr wrap="none">
            <a:spAutoFit/>
          </a:bodyPr>
          <a:lstStyle/>
          <a:p>
            <a:r>
              <a:rPr sz="1400">
                <a:latin typeface="Calibri"/>
              </a:rPr>
              <a:t>Part 1: Fixture divider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1</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def total(items):</a:t>
            </a:r>
          </a:p>
          <a:p>
            <a:r>
              <a:rPr sz="1200">
                <a:latin typeface="Courier New"/>
              </a:rPr>
              <a:t>    s = 0</a:t>
            </a:r>
          </a:p>
          <a:p>
            <a:r>
              <a:rPr sz="1200">
                <a:latin typeface="Courier New"/>
              </a:rPr>
              <a:t>    for x in items:</a:t>
            </a:r>
          </a:p>
          <a:p>
            <a:r>
              <a:rPr sz="1200">
                <a:latin typeface="Courier New"/>
              </a:rPr>
              <a:t>        s = s + x</a:t>
            </a:r>
          </a:p>
          <a:p>
            <a:r>
              <a:rPr sz="1200">
                <a:latin typeface="Courier New"/>
              </a:rPr>
              <a:t>    return s</a:t>
            </a:r>
          </a:p>
          <a:p>
            <a:r>
              <a:rPr sz="1200">
                <a:latin typeface="Courier New"/>
              </a:rPr>
              <a:t>print(total([1, 2,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2</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def total(items):</a:t>
            </a:r>
          </a:p>
          <a:p>
            <a:r>
              <a:rPr sz="1200">
                <a:latin typeface="Courier New"/>
              </a:rPr>
              <a:t>    s = 0</a:t>
            </a:r>
          </a:p>
          <a:p>
            <a:r>
              <a:rPr sz="1200">
                <a:latin typeface="Courier New"/>
              </a:rPr>
              <a:t>    for x in items:</a:t>
            </a:r>
          </a:p>
          <a:p>
            <a:r>
              <a:rPr sz="1200">
                <a:latin typeface="Courier New"/>
              </a:rPr>
              <a:t>        s = s + x</a:t>
            </a:r>
          </a:p>
          <a:p>
            <a:r>
              <a:rPr sz="1200">
                <a:latin typeface="Courier New"/>
              </a:rPr>
              <a:t>    return s</a:t>
            </a:r>
          </a:p>
          <a:p>
            <a:r>
              <a:rPr sz="1200">
                <a:latin typeface="Courier New"/>
              </a:rPr>
              <a:t>print(total([1, 2,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