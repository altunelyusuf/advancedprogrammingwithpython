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5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notesSlides/notesSlide6.xml" ContentType="application/vnd.openxmlformats-officedocument.presentationml.notesSl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  <p:sldMasterId id="2147483691" r:id="rId5"/>
  </p:sldMasterIdLst>
  <p:notesMasterIdLst>
    <p:notesMasterId r:id="rId75"/>
  </p:notesMasterIdLst>
  <p:handoutMasterIdLst>
    <p:handoutMasterId r:id="rId76"/>
  </p:handoutMasterIdLst>
  <p:sldIdLst>
    <p:sldId id="256" r:id="rId6"/>
    <p:sldId id="261" r:id="rId7"/>
    <p:sldId id="411" r:id="rId8"/>
    <p:sldId id="257" r:id="rId9"/>
    <p:sldId id="258" r:id="rId10"/>
    <p:sldId id="259" r:id="rId11"/>
    <p:sldId id="426" r:id="rId12"/>
    <p:sldId id="412" r:id="rId13"/>
    <p:sldId id="260" r:id="rId14"/>
    <p:sldId id="419" r:id="rId15"/>
    <p:sldId id="263" r:id="rId16"/>
    <p:sldId id="415" r:id="rId17"/>
    <p:sldId id="265" r:id="rId18"/>
    <p:sldId id="266" r:id="rId19"/>
    <p:sldId id="416" r:id="rId20"/>
    <p:sldId id="269" r:id="rId21"/>
    <p:sldId id="270" r:id="rId22"/>
    <p:sldId id="428" r:id="rId23"/>
    <p:sldId id="271" r:id="rId24"/>
    <p:sldId id="272" r:id="rId25"/>
    <p:sldId id="273" r:id="rId26"/>
    <p:sldId id="274" r:id="rId27"/>
    <p:sldId id="275" r:id="rId28"/>
    <p:sldId id="276" r:id="rId29"/>
    <p:sldId id="417" r:id="rId30"/>
    <p:sldId id="277" r:id="rId31"/>
    <p:sldId id="423" r:id="rId32"/>
    <p:sldId id="281" r:id="rId33"/>
    <p:sldId id="280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424" r:id="rId44"/>
    <p:sldId id="291" r:id="rId45"/>
    <p:sldId id="420" r:id="rId46"/>
    <p:sldId id="293" r:id="rId47"/>
    <p:sldId id="294" r:id="rId48"/>
    <p:sldId id="295" r:id="rId49"/>
    <p:sldId id="429" r:id="rId50"/>
    <p:sldId id="296" r:id="rId51"/>
    <p:sldId id="297" r:id="rId52"/>
    <p:sldId id="298" r:id="rId53"/>
    <p:sldId id="414" r:id="rId54"/>
    <p:sldId id="300" r:id="rId55"/>
    <p:sldId id="302" r:id="rId56"/>
    <p:sldId id="301" r:id="rId57"/>
    <p:sldId id="421" r:id="rId58"/>
    <p:sldId id="304" r:id="rId59"/>
    <p:sldId id="306" r:id="rId60"/>
    <p:sldId id="307" r:id="rId61"/>
    <p:sldId id="305" r:id="rId62"/>
    <p:sldId id="308" r:id="rId63"/>
    <p:sldId id="422" r:id="rId64"/>
    <p:sldId id="309" r:id="rId65"/>
    <p:sldId id="311" r:id="rId66"/>
    <p:sldId id="312" r:id="rId67"/>
    <p:sldId id="313" r:id="rId68"/>
    <p:sldId id="314" r:id="rId69"/>
    <p:sldId id="315" r:id="rId70"/>
    <p:sldId id="317" r:id="rId71"/>
    <p:sldId id="425" r:id="rId72"/>
    <p:sldId id="299" r:id="rId73"/>
    <p:sldId id="279" r:id="rId7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B2"/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07" autoAdjust="0"/>
  </p:normalViewPr>
  <p:slideViewPr>
    <p:cSldViewPr snapToGrid="0">
      <p:cViewPr varScale="1">
        <p:scale>
          <a:sx n="81" d="100"/>
          <a:sy n="81" d="100"/>
        </p:scale>
        <p:origin x="1526" y="62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2429" y="38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slide" Target="slides/slide69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3385A4-AFF1-49D7-A17E-EE7026745C3B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D9D20BA-C72E-4F42-82E8-28A5AD9EADD7}">
      <dgm:prSet/>
      <dgm:spPr/>
      <dgm:t>
        <a:bodyPr/>
        <a:lstStyle/>
        <a:p>
          <a:r>
            <a:rPr lang="en-US" dirty="0"/>
            <a:t>computer’s system clock</a:t>
          </a:r>
        </a:p>
      </dgm:t>
    </dgm:pt>
    <dgm:pt modelId="{A889B651-AD44-461F-B4BC-D945A456420D}" type="parTrans" cxnId="{4E9269E5-4EBE-492D-9DE4-5DA82A9DD46F}">
      <dgm:prSet/>
      <dgm:spPr/>
      <dgm:t>
        <a:bodyPr/>
        <a:lstStyle/>
        <a:p>
          <a:endParaRPr lang="en-US"/>
        </a:p>
      </dgm:t>
    </dgm:pt>
    <dgm:pt modelId="{20C069CB-465B-49FB-956E-C72B043C7214}" type="sibTrans" cxnId="{4E9269E5-4EBE-492D-9DE4-5DA82A9DD46F}">
      <dgm:prSet/>
      <dgm:spPr/>
      <dgm:t>
        <a:bodyPr/>
        <a:lstStyle/>
        <a:p>
          <a:endParaRPr lang="en-US"/>
        </a:p>
      </dgm:t>
    </dgm:pt>
    <dgm:pt modelId="{78ED999F-F1E8-404D-8C60-C5E8D24A1D06}">
      <dgm:prSet/>
      <dgm:spPr/>
      <dgm:t>
        <a:bodyPr/>
        <a:lstStyle/>
        <a:p>
          <a:r>
            <a:rPr lang="en-US" dirty="0"/>
            <a:t>is set to</a:t>
          </a:r>
        </a:p>
      </dgm:t>
    </dgm:pt>
    <dgm:pt modelId="{E48EA24C-9BD8-4904-A215-BFB4242CF6FC}" type="parTrans" cxnId="{18ED23DA-5063-4D8C-8EC7-852D793F0FC4}">
      <dgm:prSet/>
      <dgm:spPr/>
      <dgm:t>
        <a:bodyPr/>
        <a:lstStyle/>
        <a:p>
          <a:endParaRPr lang="en-US"/>
        </a:p>
      </dgm:t>
    </dgm:pt>
    <dgm:pt modelId="{0EC79094-7048-4CEA-8B9E-9828D043A657}" type="sibTrans" cxnId="{18ED23DA-5063-4D8C-8EC7-852D793F0FC4}">
      <dgm:prSet/>
      <dgm:spPr/>
      <dgm:t>
        <a:bodyPr/>
        <a:lstStyle/>
        <a:p>
          <a:endParaRPr lang="en-US"/>
        </a:p>
      </dgm:t>
    </dgm:pt>
    <dgm:pt modelId="{52E84285-2DF6-41FC-A75D-55F65449CE50}">
      <dgm:prSet/>
      <dgm:spPr/>
      <dgm:t>
        <a:bodyPr/>
        <a:lstStyle/>
        <a:p>
          <a:r>
            <a:rPr lang="en-US" dirty="0"/>
            <a:t>time module</a:t>
          </a:r>
        </a:p>
      </dgm:t>
    </dgm:pt>
    <dgm:pt modelId="{2355C54B-7471-4E67-B06B-4D32EC6E740D}" type="parTrans" cxnId="{2437C5DE-A842-4F83-8BD6-8FF771C642B0}">
      <dgm:prSet/>
      <dgm:spPr/>
      <dgm:t>
        <a:bodyPr/>
        <a:lstStyle/>
        <a:p>
          <a:endParaRPr lang="en-US"/>
        </a:p>
      </dgm:t>
    </dgm:pt>
    <dgm:pt modelId="{F63D2F14-8C62-4115-A77B-7BD5823EA1F7}" type="sibTrans" cxnId="{2437C5DE-A842-4F83-8BD6-8FF771C642B0}">
      <dgm:prSet/>
      <dgm:spPr/>
      <dgm:t>
        <a:bodyPr/>
        <a:lstStyle/>
        <a:p>
          <a:endParaRPr lang="en-US"/>
        </a:p>
      </dgm:t>
    </dgm:pt>
    <dgm:pt modelId="{CE160682-D313-4755-8AC8-640D5578FB09}">
      <dgm:prSet/>
      <dgm:spPr/>
      <dgm:t>
        <a:bodyPr/>
        <a:lstStyle/>
        <a:p>
          <a:r>
            <a:rPr lang="en-US" dirty="0"/>
            <a:t>The built-in </a:t>
          </a:r>
          <a:r>
            <a:rPr lang="tr-TR" dirty="0" err="1"/>
            <a:t>module</a:t>
          </a:r>
          <a:endParaRPr lang="en-US" dirty="0"/>
        </a:p>
      </dgm:t>
    </dgm:pt>
    <dgm:pt modelId="{DF2A51C9-DE1E-4529-B63E-064643A2B2F3}" type="parTrans" cxnId="{B0E09981-A686-400D-B423-F5D9B8ECA6DA}">
      <dgm:prSet/>
      <dgm:spPr/>
      <dgm:t>
        <a:bodyPr/>
        <a:lstStyle/>
        <a:p>
          <a:endParaRPr lang="en-US"/>
        </a:p>
      </dgm:t>
    </dgm:pt>
    <dgm:pt modelId="{6DD322CB-DCB6-41DE-A0D2-555695B9772A}" type="sibTrans" cxnId="{B0E09981-A686-400D-B423-F5D9B8ECA6DA}">
      <dgm:prSet/>
      <dgm:spPr/>
      <dgm:t>
        <a:bodyPr/>
        <a:lstStyle/>
        <a:p>
          <a:endParaRPr lang="en-US"/>
        </a:p>
      </dgm:t>
    </dgm:pt>
    <dgm:pt modelId="{12DE9B7A-42F3-40E3-8383-782B771ADC02}">
      <dgm:prSet/>
      <dgm:spPr/>
      <dgm:t>
        <a:bodyPr/>
        <a:lstStyle/>
        <a:p>
          <a:r>
            <a:rPr lang="en-US"/>
            <a:t>to read the system</a:t>
          </a:r>
          <a:r>
            <a:rPr lang="tr-TR"/>
            <a:t> </a:t>
          </a:r>
          <a:r>
            <a:rPr lang="en-US"/>
            <a:t>clock for the current time. </a:t>
          </a:r>
        </a:p>
      </dgm:t>
    </dgm:pt>
    <dgm:pt modelId="{8A68DAE1-C409-47C1-8AF0-F5D137E50F26}" type="parTrans" cxnId="{AA9765BC-946E-4B07-813D-6C13849641B1}">
      <dgm:prSet/>
      <dgm:spPr/>
      <dgm:t>
        <a:bodyPr/>
        <a:lstStyle/>
        <a:p>
          <a:endParaRPr lang="en-US"/>
        </a:p>
      </dgm:t>
    </dgm:pt>
    <dgm:pt modelId="{3B67120E-DA5A-44D3-A4CB-0BA7EF310983}" type="sibTrans" cxnId="{AA9765BC-946E-4B07-813D-6C13849641B1}">
      <dgm:prSet/>
      <dgm:spPr/>
      <dgm:t>
        <a:bodyPr/>
        <a:lstStyle/>
        <a:p>
          <a:endParaRPr lang="en-US"/>
        </a:p>
      </dgm:t>
    </dgm:pt>
    <dgm:pt modelId="{9DDD95A5-16E7-48D6-8ED2-9E552784674A}">
      <dgm:prSet/>
      <dgm:spPr/>
      <dgm:t>
        <a:bodyPr/>
        <a:lstStyle/>
        <a:p>
          <a:r>
            <a:rPr lang="tr-TR" dirty="0" err="1"/>
            <a:t>The</a:t>
          </a:r>
          <a:r>
            <a:rPr lang="tr-TR" dirty="0"/>
            <a:t> </a:t>
          </a:r>
          <a:r>
            <a:rPr lang="tr-TR" dirty="0" err="1"/>
            <a:t>useful</a:t>
          </a:r>
          <a:r>
            <a:rPr lang="tr-TR" dirty="0"/>
            <a:t> time </a:t>
          </a:r>
          <a:r>
            <a:rPr lang="tr-TR" dirty="0" err="1"/>
            <a:t>functions</a:t>
          </a:r>
          <a:endParaRPr lang="en-US" dirty="0"/>
        </a:p>
      </dgm:t>
    </dgm:pt>
    <dgm:pt modelId="{9DD2D46D-E86A-425A-8C29-CE770AA66120}" type="parTrans" cxnId="{DE66A805-1F2F-4E8E-B442-1DBC5AE6AFE6}">
      <dgm:prSet/>
      <dgm:spPr/>
      <dgm:t>
        <a:bodyPr/>
        <a:lstStyle/>
        <a:p>
          <a:endParaRPr lang="en-US"/>
        </a:p>
      </dgm:t>
    </dgm:pt>
    <dgm:pt modelId="{1F71E8BE-B902-4576-A6C2-5DF0B63B57E4}" type="sibTrans" cxnId="{DE66A805-1F2F-4E8E-B442-1DBC5AE6AFE6}">
      <dgm:prSet/>
      <dgm:spPr/>
      <dgm:t>
        <a:bodyPr/>
        <a:lstStyle/>
        <a:p>
          <a:endParaRPr lang="en-US"/>
        </a:p>
      </dgm:t>
    </dgm:pt>
    <dgm:pt modelId="{488B179F-97E1-4A17-A40A-DE407BE6C4EE}">
      <dgm:prSet/>
      <dgm:spPr/>
      <dgm:t>
        <a:bodyPr/>
        <a:lstStyle/>
        <a:p>
          <a:r>
            <a:rPr lang="en-US" dirty="0"/>
            <a:t>a specific date, time, and time zone.</a:t>
          </a:r>
        </a:p>
      </dgm:t>
    </dgm:pt>
    <dgm:pt modelId="{9284F9C3-3683-4C54-888C-743D9A7EFCC4}" type="parTrans" cxnId="{B8D89924-1C54-42EB-8EC3-771F39C8B211}">
      <dgm:prSet/>
      <dgm:spPr/>
      <dgm:t>
        <a:bodyPr/>
        <a:lstStyle/>
        <a:p>
          <a:endParaRPr lang="en-US"/>
        </a:p>
      </dgm:t>
    </dgm:pt>
    <dgm:pt modelId="{01676836-F7BB-4C38-904F-7F7FA233F88E}" type="sibTrans" cxnId="{B8D89924-1C54-42EB-8EC3-771F39C8B211}">
      <dgm:prSet/>
      <dgm:spPr/>
      <dgm:t>
        <a:bodyPr/>
        <a:lstStyle/>
        <a:p>
          <a:endParaRPr lang="en-US"/>
        </a:p>
      </dgm:t>
    </dgm:pt>
    <dgm:pt modelId="{2E83DF68-EE43-4CD2-93A3-E331C7040D60}">
      <dgm:prSet/>
      <dgm:spPr/>
      <dgm:t>
        <a:bodyPr/>
        <a:lstStyle/>
        <a:p>
          <a:r>
            <a:rPr lang="en-US" dirty="0"/>
            <a:t>The </a:t>
          </a:r>
          <a:r>
            <a:rPr lang="en-US" dirty="0" err="1"/>
            <a:t>time.time</a:t>
          </a:r>
          <a:r>
            <a:rPr lang="en-US" dirty="0"/>
            <a:t>()</a:t>
          </a:r>
        </a:p>
      </dgm:t>
    </dgm:pt>
    <dgm:pt modelId="{90DBFA80-B8FD-4AD4-9EAB-7BFF90812B4C}" type="parTrans" cxnId="{2CE0866C-7FB8-4A48-A6BD-84AA18DC0823}">
      <dgm:prSet/>
      <dgm:spPr/>
      <dgm:t>
        <a:bodyPr/>
        <a:lstStyle/>
        <a:p>
          <a:endParaRPr lang="en-US"/>
        </a:p>
      </dgm:t>
    </dgm:pt>
    <dgm:pt modelId="{507E31BB-3FCB-4387-B7F1-6C70E004429D}" type="sibTrans" cxnId="{2CE0866C-7FB8-4A48-A6BD-84AA18DC0823}">
      <dgm:prSet/>
      <dgm:spPr/>
      <dgm:t>
        <a:bodyPr/>
        <a:lstStyle/>
        <a:p>
          <a:endParaRPr lang="en-US"/>
        </a:p>
      </dgm:t>
    </dgm:pt>
    <dgm:pt modelId="{D6F71306-E293-4244-867D-C5C9FE47C5F5}">
      <dgm:prSet/>
      <dgm:spPr/>
      <dgm:t>
        <a:bodyPr/>
        <a:lstStyle/>
        <a:p>
          <a:r>
            <a:rPr lang="en-US"/>
            <a:t>time</a:t>
          </a:r>
          <a:r>
            <a:rPr lang="en-US" dirty="0" err="1"/>
            <a:t>.sleep</a:t>
          </a:r>
          <a:r>
            <a:rPr lang="en-US" dirty="0"/>
            <a:t>() functions</a:t>
          </a:r>
        </a:p>
      </dgm:t>
    </dgm:pt>
    <dgm:pt modelId="{90019F83-EEA0-470B-8728-A723A61B51ED}" type="parTrans" cxnId="{A43637FC-3C50-46CC-B218-3316E1626606}">
      <dgm:prSet/>
      <dgm:spPr/>
      <dgm:t>
        <a:bodyPr/>
        <a:lstStyle/>
        <a:p>
          <a:endParaRPr lang="en-US"/>
        </a:p>
      </dgm:t>
    </dgm:pt>
    <dgm:pt modelId="{7E95592F-74FA-42F1-8739-61D7BC94AE8E}" type="sibTrans" cxnId="{A43637FC-3C50-46CC-B218-3316E1626606}">
      <dgm:prSet/>
      <dgm:spPr/>
      <dgm:t>
        <a:bodyPr/>
        <a:lstStyle/>
        <a:p>
          <a:endParaRPr lang="en-US"/>
        </a:p>
      </dgm:t>
    </dgm:pt>
    <dgm:pt modelId="{6025BC1C-1634-4AF0-BBFC-5868E4D21908}">
      <dgm:prSet/>
      <dgm:spPr/>
      <dgm:t>
        <a:bodyPr/>
        <a:lstStyle/>
        <a:p>
          <a:r>
            <a:rPr lang="en-US"/>
            <a:t>allows </a:t>
          </a:r>
          <a:r>
            <a:rPr lang="en-US" dirty="0"/>
            <a:t>Python programs</a:t>
          </a:r>
        </a:p>
      </dgm:t>
    </dgm:pt>
    <dgm:pt modelId="{4FE53152-3E28-4776-B3E2-85472E76E70A}" type="parTrans" cxnId="{90800A88-1C2A-4185-8222-8FBB13174E5B}">
      <dgm:prSet/>
      <dgm:spPr/>
      <dgm:t>
        <a:bodyPr/>
        <a:lstStyle/>
        <a:p>
          <a:endParaRPr lang="en-US"/>
        </a:p>
      </dgm:t>
    </dgm:pt>
    <dgm:pt modelId="{C51FD419-326C-4EE3-AB93-E1C3CC7A74B2}" type="sibTrans" cxnId="{90800A88-1C2A-4185-8222-8FBB13174E5B}">
      <dgm:prSet/>
      <dgm:spPr/>
      <dgm:t>
        <a:bodyPr/>
        <a:lstStyle/>
        <a:p>
          <a:endParaRPr lang="en-US"/>
        </a:p>
      </dgm:t>
    </dgm:pt>
    <dgm:pt modelId="{043B4643-9C36-4A31-895E-E8B31BC63985}" type="pres">
      <dgm:prSet presAssocID="{053385A4-AFF1-49D7-A17E-EE7026745C3B}" presName="Name0" presStyleCnt="0">
        <dgm:presLayoutVars>
          <dgm:dir/>
          <dgm:animLvl val="lvl"/>
          <dgm:resizeHandles val="exact"/>
        </dgm:presLayoutVars>
      </dgm:prSet>
      <dgm:spPr/>
    </dgm:pt>
    <dgm:pt modelId="{A2B66FAC-B59E-4B65-9242-F436FC952128}" type="pres">
      <dgm:prSet presAssocID="{7D9D20BA-C72E-4F42-82E8-28A5AD9EADD7}" presName="composite" presStyleCnt="0"/>
      <dgm:spPr/>
    </dgm:pt>
    <dgm:pt modelId="{74E784EC-55DE-45AA-A7A3-9C1F181D1F7C}" type="pres">
      <dgm:prSet presAssocID="{7D9D20BA-C72E-4F42-82E8-28A5AD9EADD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5C617A8-97D5-46A0-BB95-E5A9AB5081FF}" type="pres">
      <dgm:prSet presAssocID="{7D9D20BA-C72E-4F42-82E8-28A5AD9EADD7}" presName="desTx" presStyleLbl="alignAccFollowNode1" presStyleIdx="0" presStyleCnt="3">
        <dgm:presLayoutVars>
          <dgm:bulletEnabled val="1"/>
        </dgm:presLayoutVars>
      </dgm:prSet>
      <dgm:spPr/>
    </dgm:pt>
    <dgm:pt modelId="{44E5D2DE-2FDA-4BCF-8476-E89CF9836979}" type="pres">
      <dgm:prSet presAssocID="{20C069CB-465B-49FB-956E-C72B043C7214}" presName="space" presStyleCnt="0"/>
      <dgm:spPr/>
    </dgm:pt>
    <dgm:pt modelId="{3D87AC90-E07A-45A7-B7E5-42986291A07B}" type="pres">
      <dgm:prSet presAssocID="{52E84285-2DF6-41FC-A75D-55F65449CE50}" presName="composite" presStyleCnt="0"/>
      <dgm:spPr/>
    </dgm:pt>
    <dgm:pt modelId="{00B22FD7-0EB1-4DFE-91C2-58F37AA3FEBB}" type="pres">
      <dgm:prSet presAssocID="{52E84285-2DF6-41FC-A75D-55F65449CE5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50DCA50-AEA6-4953-BDF5-A8A18C19B92F}" type="pres">
      <dgm:prSet presAssocID="{52E84285-2DF6-41FC-A75D-55F65449CE50}" presName="desTx" presStyleLbl="alignAccFollowNode1" presStyleIdx="1" presStyleCnt="3">
        <dgm:presLayoutVars>
          <dgm:bulletEnabled val="1"/>
        </dgm:presLayoutVars>
      </dgm:prSet>
      <dgm:spPr/>
    </dgm:pt>
    <dgm:pt modelId="{5120D2A4-0F23-4CBC-8F9C-2685993AC505}" type="pres">
      <dgm:prSet presAssocID="{F63D2F14-8C62-4115-A77B-7BD5823EA1F7}" presName="space" presStyleCnt="0"/>
      <dgm:spPr/>
    </dgm:pt>
    <dgm:pt modelId="{816DDCB2-BD16-44C7-B484-F2ADE00177FF}" type="pres">
      <dgm:prSet presAssocID="{9DDD95A5-16E7-48D6-8ED2-9E552784674A}" presName="composite" presStyleCnt="0"/>
      <dgm:spPr/>
    </dgm:pt>
    <dgm:pt modelId="{CBEBF055-725D-4E16-8A64-4D62B600DA65}" type="pres">
      <dgm:prSet presAssocID="{9DDD95A5-16E7-48D6-8ED2-9E552784674A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AE3367D-A1A8-49A8-BA83-1A6838CD5F56}" type="pres">
      <dgm:prSet presAssocID="{9DDD95A5-16E7-48D6-8ED2-9E552784674A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E66A805-1F2F-4E8E-B442-1DBC5AE6AFE6}" srcId="{053385A4-AFF1-49D7-A17E-EE7026745C3B}" destId="{9DDD95A5-16E7-48D6-8ED2-9E552784674A}" srcOrd="2" destOrd="0" parTransId="{9DD2D46D-E86A-425A-8C29-CE770AA66120}" sibTransId="{1F71E8BE-B902-4576-A6C2-5DF0B63B57E4}"/>
    <dgm:cxn modelId="{B8D89924-1C54-42EB-8EC3-771F39C8B211}" srcId="{7D9D20BA-C72E-4F42-82E8-28A5AD9EADD7}" destId="{488B179F-97E1-4A17-A40A-DE407BE6C4EE}" srcOrd="1" destOrd="0" parTransId="{9284F9C3-3683-4C54-888C-743D9A7EFCC4}" sibTransId="{01676836-F7BB-4C38-904F-7F7FA233F88E}"/>
    <dgm:cxn modelId="{4C268D2F-D527-42D9-827F-1F59453A5153}" type="presOf" srcId="{7D9D20BA-C72E-4F42-82E8-28A5AD9EADD7}" destId="{74E784EC-55DE-45AA-A7A3-9C1F181D1F7C}" srcOrd="0" destOrd="0" presId="urn:microsoft.com/office/officeart/2005/8/layout/hList1"/>
    <dgm:cxn modelId="{C67AA05E-E167-4990-B200-E6D1CA21ADED}" type="presOf" srcId="{488B179F-97E1-4A17-A40A-DE407BE6C4EE}" destId="{F5C617A8-97D5-46A0-BB95-E5A9AB5081FF}" srcOrd="0" destOrd="1" presId="urn:microsoft.com/office/officeart/2005/8/layout/hList1"/>
    <dgm:cxn modelId="{2CE0866C-7FB8-4A48-A6BD-84AA18DC0823}" srcId="{9DDD95A5-16E7-48D6-8ED2-9E552784674A}" destId="{2E83DF68-EE43-4CD2-93A3-E331C7040D60}" srcOrd="0" destOrd="0" parTransId="{90DBFA80-B8FD-4AD4-9EAB-7BFF90812B4C}" sibTransId="{507E31BB-3FCB-4387-B7F1-6C70E004429D}"/>
    <dgm:cxn modelId="{038FE072-598E-4905-81AF-85FFB2B4A4C0}" type="presOf" srcId="{6025BC1C-1634-4AF0-BBFC-5868E4D21908}" destId="{C50DCA50-AEA6-4953-BDF5-A8A18C19B92F}" srcOrd="0" destOrd="1" presId="urn:microsoft.com/office/officeart/2005/8/layout/hList1"/>
    <dgm:cxn modelId="{EA355654-2111-40AD-A284-886E013C266D}" type="presOf" srcId="{D6F71306-E293-4244-867D-C5C9FE47C5F5}" destId="{3AE3367D-A1A8-49A8-BA83-1A6838CD5F56}" srcOrd="0" destOrd="1" presId="urn:microsoft.com/office/officeart/2005/8/layout/hList1"/>
    <dgm:cxn modelId="{67C7D47B-5523-44FA-8BAF-03E0C288D98D}" type="presOf" srcId="{CE160682-D313-4755-8AC8-640D5578FB09}" destId="{C50DCA50-AEA6-4953-BDF5-A8A18C19B92F}" srcOrd="0" destOrd="0" presId="urn:microsoft.com/office/officeart/2005/8/layout/hList1"/>
    <dgm:cxn modelId="{B0E09981-A686-400D-B423-F5D9B8ECA6DA}" srcId="{52E84285-2DF6-41FC-A75D-55F65449CE50}" destId="{CE160682-D313-4755-8AC8-640D5578FB09}" srcOrd="0" destOrd="0" parTransId="{DF2A51C9-DE1E-4529-B63E-064643A2B2F3}" sibTransId="{6DD322CB-DCB6-41DE-A0D2-555695B9772A}"/>
    <dgm:cxn modelId="{90800A88-1C2A-4185-8222-8FBB13174E5B}" srcId="{52E84285-2DF6-41FC-A75D-55F65449CE50}" destId="{6025BC1C-1634-4AF0-BBFC-5868E4D21908}" srcOrd="1" destOrd="0" parTransId="{4FE53152-3E28-4776-B3E2-85472E76E70A}" sibTransId="{C51FD419-326C-4EE3-AB93-E1C3CC7A74B2}"/>
    <dgm:cxn modelId="{FF00589D-B9E6-474A-82A8-1E319DE9EEC1}" type="presOf" srcId="{12DE9B7A-42F3-40E3-8383-782B771ADC02}" destId="{C50DCA50-AEA6-4953-BDF5-A8A18C19B92F}" srcOrd="0" destOrd="2" presId="urn:microsoft.com/office/officeart/2005/8/layout/hList1"/>
    <dgm:cxn modelId="{881BC8AD-549E-45DE-89D1-1772CE8FE6E2}" type="presOf" srcId="{9DDD95A5-16E7-48D6-8ED2-9E552784674A}" destId="{CBEBF055-725D-4E16-8A64-4D62B600DA65}" srcOrd="0" destOrd="0" presId="urn:microsoft.com/office/officeart/2005/8/layout/hList1"/>
    <dgm:cxn modelId="{C1B548AF-4B31-4ED6-A276-F69635FB41E3}" type="presOf" srcId="{2E83DF68-EE43-4CD2-93A3-E331C7040D60}" destId="{3AE3367D-A1A8-49A8-BA83-1A6838CD5F56}" srcOrd="0" destOrd="0" presId="urn:microsoft.com/office/officeart/2005/8/layout/hList1"/>
    <dgm:cxn modelId="{AA9765BC-946E-4B07-813D-6C13849641B1}" srcId="{52E84285-2DF6-41FC-A75D-55F65449CE50}" destId="{12DE9B7A-42F3-40E3-8383-782B771ADC02}" srcOrd="2" destOrd="0" parTransId="{8A68DAE1-C409-47C1-8AF0-F5D137E50F26}" sibTransId="{3B67120E-DA5A-44D3-A4CB-0BA7EF310983}"/>
    <dgm:cxn modelId="{45A4A3CA-02F7-4F13-8CFF-032B81EE3972}" type="presOf" srcId="{52E84285-2DF6-41FC-A75D-55F65449CE50}" destId="{00B22FD7-0EB1-4DFE-91C2-58F37AA3FEBB}" srcOrd="0" destOrd="0" presId="urn:microsoft.com/office/officeart/2005/8/layout/hList1"/>
    <dgm:cxn modelId="{264A00CF-CCEE-4650-879B-7725F77D843D}" type="presOf" srcId="{053385A4-AFF1-49D7-A17E-EE7026745C3B}" destId="{043B4643-9C36-4A31-895E-E8B31BC63985}" srcOrd="0" destOrd="0" presId="urn:microsoft.com/office/officeart/2005/8/layout/hList1"/>
    <dgm:cxn modelId="{18ED23DA-5063-4D8C-8EC7-852D793F0FC4}" srcId="{7D9D20BA-C72E-4F42-82E8-28A5AD9EADD7}" destId="{78ED999F-F1E8-404D-8C60-C5E8D24A1D06}" srcOrd="0" destOrd="0" parTransId="{E48EA24C-9BD8-4904-A215-BFB4242CF6FC}" sibTransId="{0EC79094-7048-4CEA-8B9E-9828D043A657}"/>
    <dgm:cxn modelId="{2437C5DE-A842-4F83-8BD6-8FF771C642B0}" srcId="{053385A4-AFF1-49D7-A17E-EE7026745C3B}" destId="{52E84285-2DF6-41FC-A75D-55F65449CE50}" srcOrd="1" destOrd="0" parTransId="{2355C54B-7471-4E67-B06B-4D32EC6E740D}" sibTransId="{F63D2F14-8C62-4115-A77B-7BD5823EA1F7}"/>
    <dgm:cxn modelId="{0B1EE8E4-EC38-4388-99DC-CD98867D2759}" type="presOf" srcId="{78ED999F-F1E8-404D-8C60-C5E8D24A1D06}" destId="{F5C617A8-97D5-46A0-BB95-E5A9AB5081FF}" srcOrd="0" destOrd="0" presId="urn:microsoft.com/office/officeart/2005/8/layout/hList1"/>
    <dgm:cxn modelId="{4E9269E5-4EBE-492D-9DE4-5DA82A9DD46F}" srcId="{053385A4-AFF1-49D7-A17E-EE7026745C3B}" destId="{7D9D20BA-C72E-4F42-82E8-28A5AD9EADD7}" srcOrd="0" destOrd="0" parTransId="{A889B651-AD44-461F-B4BC-D945A456420D}" sibTransId="{20C069CB-465B-49FB-956E-C72B043C7214}"/>
    <dgm:cxn modelId="{A43637FC-3C50-46CC-B218-3316E1626606}" srcId="{9DDD95A5-16E7-48D6-8ED2-9E552784674A}" destId="{D6F71306-E293-4244-867D-C5C9FE47C5F5}" srcOrd="1" destOrd="0" parTransId="{90019F83-EEA0-470B-8728-A723A61B51ED}" sibTransId="{7E95592F-74FA-42F1-8739-61D7BC94AE8E}"/>
    <dgm:cxn modelId="{4EA37436-1E22-4205-AF62-ED06EBB3F140}" type="presParOf" srcId="{043B4643-9C36-4A31-895E-E8B31BC63985}" destId="{A2B66FAC-B59E-4B65-9242-F436FC952128}" srcOrd="0" destOrd="0" presId="urn:microsoft.com/office/officeart/2005/8/layout/hList1"/>
    <dgm:cxn modelId="{26673E1A-3D13-4692-A564-0D2001949179}" type="presParOf" srcId="{A2B66FAC-B59E-4B65-9242-F436FC952128}" destId="{74E784EC-55DE-45AA-A7A3-9C1F181D1F7C}" srcOrd="0" destOrd="0" presId="urn:microsoft.com/office/officeart/2005/8/layout/hList1"/>
    <dgm:cxn modelId="{D273B6CB-2B89-4B1A-B495-AE310A308C74}" type="presParOf" srcId="{A2B66FAC-B59E-4B65-9242-F436FC952128}" destId="{F5C617A8-97D5-46A0-BB95-E5A9AB5081FF}" srcOrd="1" destOrd="0" presId="urn:microsoft.com/office/officeart/2005/8/layout/hList1"/>
    <dgm:cxn modelId="{3EE11EF5-2ABE-4933-A3D9-B641019EAFD3}" type="presParOf" srcId="{043B4643-9C36-4A31-895E-E8B31BC63985}" destId="{44E5D2DE-2FDA-4BCF-8476-E89CF9836979}" srcOrd="1" destOrd="0" presId="urn:microsoft.com/office/officeart/2005/8/layout/hList1"/>
    <dgm:cxn modelId="{D7D1AB17-F678-4EBB-83E4-284FA3C537DB}" type="presParOf" srcId="{043B4643-9C36-4A31-895E-E8B31BC63985}" destId="{3D87AC90-E07A-45A7-B7E5-42986291A07B}" srcOrd="2" destOrd="0" presId="urn:microsoft.com/office/officeart/2005/8/layout/hList1"/>
    <dgm:cxn modelId="{997C2DE9-9C99-4E67-9601-FFF4944E4628}" type="presParOf" srcId="{3D87AC90-E07A-45A7-B7E5-42986291A07B}" destId="{00B22FD7-0EB1-4DFE-91C2-58F37AA3FEBB}" srcOrd="0" destOrd="0" presId="urn:microsoft.com/office/officeart/2005/8/layout/hList1"/>
    <dgm:cxn modelId="{9ACFE591-971C-4F7F-974D-BA66B0AFF477}" type="presParOf" srcId="{3D87AC90-E07A-45A7-B7E5-42986291A07B}" destId="{C50DCA50-AEA6-4953-BDF5-A8A18C19B92F}" srcOrd="1" destOrd="0" presId="urn:microsoft.com/office/officeart/2005/8/layout/hList1"/>
    <dgm:cxn modelId="{AAEFE107-D0A7-430A-92D6-5F1094CC0FF6}" type="presParOf" srcId="{043B4643-9C36-4A31-895E-E8B31BC63985}" destId="{5120D2A4-0F23-4CBC-8F9C-2685993AC505}" srcOrd="3" destOrd="0" presId="urn:microsoft.com/office/officeart/2005/8/layout/hList1"/>
    <dgm:cxn modelId="{2424040D-04F4-4ECA-A202-BCBE840205C4}" type="presParOf" srcId="{043B4643-9C36-4A31-895E-E8B31BC63985}" destId="{816DDCB2-BD16-44C7-B484-F2ADE00177FF}" srcOrd="4" destOrd="0" presId="urn:microsoft.com/office/officeart/2005/8/layout/hList1"/>
    <dgm:cxn modelId="{5D23727D-B55B-488A-ACE0-42E1926DDC1A}" type="presParOf" srcId="{816DDCB2-BD16-44C7-B484-F2ADE00177FF}" destId="{CBEBF055-725D-4E16-8A64-4D62B600DA65}" srcOrd="0" destOrd="0" presId="urn:microsoft.com/office/officeart/2005/8/layout/hList1"/>
    <dgm:cxn modelId="{69B1B494-0644-4B91-8306-3DC39A0ADCCA}" type="presParOf" srcId="{816DDCB2-BD16-44C7-B484-F2ADE00177FF}" destId="{3AE3367D-A1A8-49A8-BA83-1A6838CD5F5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0CCB11-B578-4956-A3E4-6C4A804BC151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9B44D69-D8A6-4B3F-BBB8-CE55A18B6E27}">
      <dgm:prSet/>
      <dgm:spPr/>
      <dgm:t>
        <a:bodyPr/>
        <a:lstStyle/>
        <a:p>
          <a:r>
            <a:rPr lang="en-US"/>
            <a:t>The </a:t>
          </a:r>
          <a:r>
            <a:rPr lang="en-US" i="1"/>
            <a:t>Unix epoch </a:t>
          </a:r>
          <a:r>
            <a:rPr lang="en-US"/>
            <a:t>is </a:t>
          </a:r>
        </a:p>
      </dgm:t>
    </dgm:pt>
    <dgm:pt modelId="{1B4F53C8-AC1E-4F4F-BC5E-F2ABDB1B8EC6}" type="parTrans" cxnId="{A3CBA12D-35BA-46E7-B555-C248365500D8}">
      <dgm:prSet/>
      <dgm:spPr/>
      <dgm:t>
        <a:bodyPr/>
        <a:lstStyle/>
        <a:p>
          <a:endParaRPr lang="en-US"/>
        </a:p>
      </dgm:t>
    </dgm:pt>
    <dgm:pt modelId="{3465D872-5C7D-477D-B0CD-915AEAB3C5F8}" type="sibTrans" cxnId="{A3CBA12D-35BA-46E7-B555-C248365500D8}">
      <dgm:prSet/>
      <dgm:spPr/>
      <dgm:t>
        <a:bodyPr/>
        <a:lstStyle/>
        <a:p>
          <a:endParaRPr lang="en-US"/>
        </a:p>
      </dgm:t>
    </dgm:pt>
    <dgm:pt modelId="{651EFE88-C745-447E-B87E-CEE74817CBFA}">
      <dgm:prSet/>
      <dgm:spPr/>
      <dgm:t>
        <a:bodyPr/>
        <a:lstStyle/>
        <a:p>
          <a:r>
            <a:rPr lang="en-US"/>
            <a:t>a time reference commonly used in programming: </a:t>
          </a:r>
        </a:p>
      </dgm:t>
    </dgm:pt>
    <dgm:pt modelId="{69F67DA6-0041-4007-B4AE-23214D810BE4}" type="parTrans" cxnId="{4051D64C-7983-48EE-AF97-DF5E8D616D4B}">
      <dgm:prSet/>
      <dgm:spPr/>
      <dgm:t>
        <a:bodyPr/>
        <a:lstStyle/>
        <a:p>
          <a:endParaRPr lang="en-US"/>
        </a:p>
      </dgm:t>
    </dgm:pt>
    <dgm:pt modelId="{F5161439-C1B1-4E2D-9883-2DC3F2FD5C5B}" type="sibTrans" cxnId="{4051D64C-7983-48EE-AF97-DF5E8D616D4B}">
      <dgm:prSet/>
      <dgm:spPr/>
      <dgm:t>
        <a:bodyPr/>
        <a:lstStyle/>
        <a:p>
          <a:endParaRPr lang="en-US"/>
        </a:p>
      </dgm:t>
    </dgm:pt>
    <dgm:pt modelId="{0AFB952C-6812-4461-A6DC-B5A332161D36}">
      <dgm:prSet/>
      <dgm:spPr/>
      <dgm:t>
        <a:bodyPr/>
        <a:lstStyle/>
        <a:p>
          <a:r>
            <a:rPr lang="en-US"/>
            <a:t>12 am</a:t>
          </a:r>
          <a:r>
            <a:rPr lang="tr-TR"/>
            <a:t> </a:t>
          </a:r>
          <a:r>
            <a:rPr lang="en-US"/>
            <a:t>on January 1, 1970, </a:t>
          </a:r>
        </a:p>
      </dgm:t>
    </dgm:pt>
    <dgm:pt modelId="{8AEFCB17-BF52-4E71-92B1-4FF821D486B6}" type="parTrans" cxnId="{0E3981E7-769C-4D3D-AC0F-DC0064C93CA3}">
      <dgm:prSet/>
      <dgm:spPr/>
      <dgm:t>
        <a:bodyPr/>
        <a:lstStyle/>
        <a:p>
          <a:endParaRPr lang="en-US"/>
        </a:p>
      </dgm:t>
    </dgm:pt>
    <dgm:pt modelId="{C2FB07C2-9BE4-44CF-89FA-97A4DAE65425}" type="sibTrans" cxnId="{0E3981E7-769C-4D3D-AC0F-DC0064C93CA3}">
      <dgm:prSet/>
      <dgm:spPr/>
      <dgm:t>
        <a:bodyPr/>
        <a:lstStyle/>
        <a:p>
          <a:endParaRPr lang="en-US"/>
        </a:p>
      </dgm:t>
    </dgm:pt>
    <dgm:pt modelId="{53374C92-6295-48D7-8D56-553327E67E80}">
      <dgm:prSet/>
      <dgm:spPr/>
      <dgm:t>
        <a:bodyPr/>
        <a:lstStyle/>
        <a:p>
          <a:r>
            <a:rPr lang="en-US"/>
            <a:t>Coordinated Universal Time (UTC). </a:t>
          </a:r>
        </a:p>
      </dgm:t>
    </dgm:pt>
    <dgm:pt modelId="{1AFE916D-9AB5-4F5B-AA9B-213B3BBF882E}" type="parTrans" cxnId="{C93D8D1F-95A6-4D68-98E4-42851FF7D02D}">
      <dgm:prSet/>
      <dgm:spPr/>
      <dgm:t>
        <a:bodyPr/>
        <a:lstStyle/>
        <a:p>
          <a:endParaRPr lang="en-US"/>
        </a:p>
      </dgm:t>
    </dgm:pt>
    <dgm:pt modelId="{79405D0C-8FAE-42BF-9FAD-55A2BDFC45E9}" type="sibTrans" cxnId="{C93D8D1F-95A6-4D68-98E4-42851FF7D02D}">
      <dgm:prSet/>
      <dgm:spPr/>
      <dgm:t>
        <a:bodyPr/>
        <a:lstStyle/>
        <a:p>
          <a:endParaRPr lang="en-US"/>
        </a:p>
      </dgm:t>
    </dgm:pt>
    <dgm:pt modelId="{328ACEE1-BB3D-46B2-8070-8EAE8EC5D65B}">
      <dgm:prSet/>
      <dgm:spPr/>
      <dgm:t>
        <a:bodyPr/>
        <a:lstStyle/>
        <a:p>
          <a:r>
            <a:rPr lang="en-US"/>
            <a:t>The time.time()</a:t>
          </a:r>
          <a:r>
            <a:rPr lang="tr-TR"/>
            <a:t> </a:t>
          </a:r>
          <a:r>
            <a:rPr lang="en-US"/>
            <a:t>function </a:t>
          </a:r>
        </a:p>
      </dgm:t>
    </dgm:pt>
    <dgm:pt modelId="{4D5CC0B9-5BC0-4965-A14D-63A247B54F8C}" type="parTrans" cxnId="{EFCF6348-A973-4182-A7BF-0E4351C7EEF8}">
      <dgm:prSet/>
      <dgm:spPr/>
      <dgm:t>
        <a:bodyPr/>
        <a:lstStyle/>
        <a:p>
          <a:endParaRPr lang="en-US"/>
        </a:p>
      </dgm:t>
    </dgm:pt>
    <dgm:pt modelId="{7CF12CC5-B992-4450-8544-A6B7EB289C05}" type="sibTrans" cxnId="{EFCF6348-A973-4182-A7BF-0E4351C7EEF8}">
      <dgm:prSet/>
      <dgm:spPr/>
      <dgm:t>
        <a:bodyPr/>
        <a:lstStyle/>
        <a:p>
          <a:endParaRPr lang="en-US"/>
        </a:p>
      </dgm:t>
    </dgm:pt>
    <dgm:pt modelId="{E4284FE5-D8DA-4A7F-A431-51BCA4570C05}">
      <dgm:prSet/>
      <dgm:spPr/>
      <dgm:t>
        <a:bodyPr/>
        <a:lstStyle/>
        <a:p>
          <a:r>
            <a:rPr lang="en-US" dirty="0"/>
            <a:t>returns the number of seconds</a:t>
          </a:r>
        </a:p>
      </dgm:t>
    </dgm:pt>
    <dgm:pt modelId="{656D2316-7C54-46A2-9594-98A4B52FC8B7}" type="parTrans" cxnId="{185EB545-C84F-4820-8F35-FF83773F60F9}">
      <dgm:prSet/>
      <dgm:spPr/>
      <dgm:t>
        <a:bodyPr/>
        <a:lstStyle/>
        <a:p>
          <a:endParaRPr lang="en-US"/>
        </a:p>
      </dgm:t>
    </dgm:pt>
    <dgm:pt modelId="{F420F800-1515-4D2A-B0A0-138581BC1832}" type="sibTrans" cxnId="{185EB545-C84F-4820-8F35-FF83773F60F9}">
      <dgm:prSet/>
      <dgm:spPr/>
      <dgm:t>
        <a:bodyPr/>
        <a:lstStyle/>
        <a:p>
          <a:endParaRPr lang="en-US"/>
        </a:p>
      </dgm:t>
    </dgm:pt>
    <dgm:pt modelId="{F3B1258E-BBF2-48A5-9D5E-9728ABE695B1}">
      <dgm:prSet/>
      <dgm:spPr/>
      <dgm:t>
        <a:bodyPr/>
        <a:lstStyle/>
        <a:p>
          <a:r>
            <a:rPr lang="en-US" dirty="0"/>
            <a:t>Recall</a:t>
          </a:r>
        </a:p>
      </dgm:t>
    </dgm:pt>
    <dgm:pt modelId="{8B18D84D-031F-42B6-AE6D-24C43563DE87}" type="parTrans" cxnId="{31A9C2B6-C57E-4B89-8548-A21ABBC1A20F}">
      <dgm:prSet/>
      <dgm:spPr/>
      <dgm:t>
        <a:bodyPr/>
        <a:lstStyle/>
        <a:p>
          <a:endParaRPr lang="en-US"/>
        </a:p>
      </dgm:t>
    </dgm:pt>
    <dgm:pt modelId="{E0DA6285-7A6D-4441-A1C3-DDDE21B0FE9D}" type="sibTrans" cxnId="{31A9C2B6-C57E-4B89-8548-A21ABBC1A20F}">
      <dgm:prSet/>
      <dgm:spPr/>
      <dgm:t>
        <a:bodyPr/>
        <a:lstStyle/>
        <a:p>
          <a:endParaRPr lang="en-US"/>
        </a:p>
      </dgm:t>
    </dgm:pt>
    <dgm:pt modelId="{A6B7921A-8FB0-4C30-A93B-D71F19D76A0D}">
      <dgm:prSet/>
      <dgm:spPr/>
      <dgm:t>
        <a:bodyPr/>
        <a:lstStyle/>
        <a:p>
          <a:r>
            <a:rPr lang="en-US" dirty="0"/>
            <a:t>This number</a:t>
          </a:r>
        </a:p>
      </dgm:t>
    </dgm:pt>
    <dgm:pt modelId="{E1E7C989-0CE6-49C8-AD50-25A8D123A40B}" type="parTrans" cxnId="{19A5B8E4-4DDB-4F2A-9D30-5759266A8918}">
      <dgm:prSet/>
      <dgm:spPr/>
      <dgm:t>
        <a:bodyPr/>
        <a:lstStyle/>
        <a:p>
          <a:endParaRPr lang="en-US"/>
        </a:p>
      </dgm:t>
    </dgm:pt>
    <dgm:pt modelId="{D90CCB2C-C08A-4986-8101-3CED4E6D669C}" type="sibTrans" cxnId="{19A5B8E4-4DDB-4F2A-9D30-5759266A8918}">
      <dgm:prSet/>
      <dgm:spPr/>
      <dgm:t>
        <a:bodyPr/>
        <a:lstStyle/>
        <a:p>
          <a:endParaRPr lang="en-US"/>
        </a:p>
      </dgm:t>
    </dgm:pt>
    <dgm:pt modelId="{1544AFE6-BC28-4422-A856-0B71D6E5EFA4}">
      <dgm:prSet/>
      <dgm:spPr/>
      <dgm:t>
        <a:bodyPr/>
        <a:lstStyle/>
        <a:p>
          <a:r>
            <a:rPr lang="en-US" dirty="0"/>
            <a:t>a float is just a number</a:t>
          </a:r>
        </a:p>
      </dgm:t>
    </dgm:pt>
    <dgm:pt modelId="{FF26435B-D611-449F-ACB0-C55F5F3BD2C4}" type="parTrans" cxnId="{6A0F9A07-947F-45B7-832F-C375A112D735}">
      <dgm:prSet/>
      <dgm:spPr/>
      <dgm:t>
        <a:bodyPr/>
        <a:lstStyle/>
        <a:p>
          <a:endParaRPr lang="en-US"/>
        </a:p>
      </dgm:t>
    </dgm:pt>
    <dgm:pt modelId="{5C9DAD40-0B7D-42E4-A42E-B5E40DC7F942}" type="sibTrans" cxnId="{6A0F9A07-947F-45B7-832F-C375A112D735}">
      <dgm:prSet/>
      <dgm:spPr/>
      <dgm:t>
        <a:bodyPr/>
        <a:lstStyle/>
        <a:p>
          <a:endParaRPr lang="en-US"/>
        </a:p>
      </dgm:t>
    </dgm:pt>
    <dgm:pt modelId="{3A30066D-40C0-4CB2-A5BB-6C60D628C8F2}">
      <dgm:prSet/>
      <dgm:spPr/>
      <dgm:t>
        <a:bodyPr/>
        <a:lstStyle/>
        <a:p>
          <a:r>
            <a:rPr lang="en-US" dirty="0"/>
            <a:t>with a decimal point</a:t>
          </a:r>
        </a:p>
      </dgm:t>
    </dgm:pt>
    <dgm:pt modelId="{096F836D-23A5-46FC-A5C8-973DE23EC6C7}" type="parTrans" cxnId="{DA8D0314-7164-48F1-8D76-0785D82D73B8}">
      <dgm:prSet/>
      <dgm:spPr/>
      <dgm:t>
        <a:bodyPr/>
        <a:lstStyle/>
        <a:p>
          <a:endParaRPr lang="en-US"/>
        </a:p>
      </dgm:t>
    </dgm:pt>
    <dgm:pt modelId="{2834CE70-0F2E-4E96-997F-DB0C64DAF1FF}" type="sibTrans" cxnId="{DA8D0314-7164-48F1-8D76-0785D82D73B8}">
      <dgm:prSet/>
      <dgm:spPr/>
      <dgm:t>
        <a:bodyPr/>
        <a:lstStyle/>
        <a:p>
          <a:endParaRPr lang="en-US"/>
        </a:p>
      </dgm:t>
    </dgm:pt>
    <dgm:pt modelId="{5836D1F6-B698-4B94-8C8D-F1B54F2194A7}">
      <dgm:prSet/>
      <dgm:spPr/>
      <dgm:t>
        <a:bodyPr/>
        <a:lstStyle/>
        <a:p>
          <a:r>
            <a:rPr lang="en-US" dirty="0"/>
            <a:t>is</a:t>
          </a:r>
          <a:r>
            <a:rPr lang="tr-TR" dirty="0"/>
            <a:t> </a:t>
          </a:r>
          <a:r>
            <a:rPr lang="en-US" dirty="0"/>
            <a:t>called</a:t>
          </a:r>
        </a:p>
      </dgm:t>
    </dgm:pt>
    <dgm:pt modelId="{624AB78C-BA32-4C4E-AEF5-B27D76F1AFF2}" type="parTrans" cxnId="{4217AB15-35C1-4887-BF35-CF47E183E640}">
      <dgm:prSet/>
      <dgm:spPr/>
      <dgm:t>
        <a:bodyPr/>
        <a:lstStyle/>
        <a:p>
          <a:endParaRPr lang="en-US"/>
        </a:p>
      </dgm:t>
    </dgm:pt>
    <dgm:pt modelId="{0B3BAC58-3A5F-424B-8301-057C4DE61AF5}" type="sibTrans" cxnId="{4217AB15-35C1-4887-BF35-CF47E183E640}">
      <dgm:prSet/>
      <dgm:spPr/>
      <dgm:t>
        <a:bodyPr/>
        <a:lstStyle/>
        <a:p>
          <a:endParaRPr lang="en-US"/>
        </a:p>
      </dgm:t>
    </dgm:pt>
    <dgm:pt modelId="{CC0C9A47-ED33-461A-A570-CBA2115E1D81}">
      <dgm:prSet/>
      <dgm:spPr/>
      <dgm:t>
        <a:bodyPr/>
        <a:lstStyle/>
        <a:p>
          <a:r>
            <a:rPr lang="en-US"/>
            <a:t>an </a:t>
          </a:r>
          <a:r>
            <a:rPr lang="en-US" i="1" dirty="0"/>
            <a:t>epoch timestamp</a:t>
          </a:r>
          <a:r>
            <a:rPr lang="en-US" dirty="0"/>
            <a:t>.</a:t>
          </a:r>
        </a:p>
      </dgm:t>
    </dgm:pt>
    <dgm:pt modelId="{BA4ABE35-F543-4815-AF57-2B7B53D95433}" type="parTrans" cxnId="{90F15E38-D2EE-41A6-ADE4-6053C4653AD0}">
      <dgm:prSet/>
      <dgm:spPr/>
      <dgm:t>
        <a:bodyPr/>
        <a:lstStyle/>
        <a:p>
          <a:endParaRPr lang="en-US"/>
        </a:p>
      </dgm:t>
    </dgm:pt>
    <dgm:pt modelId="{F55D32F9-FE87-4C39-AA04-CD794263BA34}" type="sibTrans" cxnId="{90F15E38-D2EE-41A6-ADE4-6053C4653AD0}">
      <dgm:prSet/>
      <dgm:spPr/>
      <dgm:t>
        <a:bodyPr/>
        <a:lstStyle/>
        <a:p>
          <a:endParaRPr lang="en-US"/>
        </a:p>
      </dgm:t>
    </dgm:pt>
    <dgm:pt modelId="{95BBAA22-A002-46D4-B7E8-FC38B4A0D044}">
      <dgm:prSet/>
      <dgm:spPr/>
      <dgm:t>
        <a:bodyPr/>
        <a:lstStyle/>
        <a:p>
          <a:r>
            <a:rPr lang="en-US" dirty="0"/>
            <a:t>since that moment</a:t>
          </a:r>
        </a:p>
      </dgm:t>
    </dgm:pt>
    <dgm:pt modelId="{094D2CD3-478F-400C-950D-19FABB92BE28}" type="parTrans" cxnId="{D174BEE9-A6BB-4A1C-8F70-C65855D8AD36}">
      <dgm:prSet/>
      <dgm:spPr/>
    </dgm:pt>
    <dgm:pt modelId="{F9381C9D-72B7-4E1B-A46E-18D347F538B7}" type="sibTrans" cxnId="{D174BEE9-A6BB-4A1C-8F70-C65855D8AD36}">
      <dgm:prSet/>
      <dgm:spPr/>
    </dgm:pt>
    <dgm:pt modelId="{E49DB293-2A1D-41B8-9F19-4B7B29ECD208}">
      <dgm:prSet/>
      <dgm:spPr/>
      <dgm:t>
        <a:bodyPr/>
        <a:lstStyle/>
        <a:p>
          <a:r>
            <a:rPr lang="en-US"/>
            <a:t>as </a:t>
          </a:r>
          <a:r>
            <a:rPr lang="en-US" dirty="0"/>
            <a:t>a float value.</a:t>
          </a:r>
        </a:p>
      </dgm:t>
    </dgm:pt>
    <dgm:pt modelId="{0058D82C-FF98-4655-896C-EE05F8E6C037}" type="parTrans" cxnId="{7190C190-68AD-48F4-AF74-20C19842A842}">
      <dgm:prSet/>
      <dgm:spPr/>
    </dgm:pt>
    <dgm:pt modelId="{BE401CCD-FBB6-4811-9588-406D4A6ACF41}" type="sibTrans" cxnId="{7190C190-68AD-48F4-AF74-20C19842A842}">
      <dgm:prSet/>
      <dgm:spPr/>
    </dgm:pt>
    <dgm:pt modelId="{D664C144-E536-498E-AFA0-70C073A2D859}" type="pres">
      <dgm:prSet presAssocID="{5F0CCB11-B578-4956-A3E4-6C4A804BC151}" presName="Name0" presStyleCnt="0">
        <dgm:presLayoutVars>
          <dgm:dir/>
          <dgm:animLvl val="lvl"/>
          <dgm:resizeHandles val="exact"/>
        </dgm:presLayoutVars>
      </dgm:prSet>
      <dgm:spPr/>
    </dgm:pt>
    <dgm:pt modelId="{66690311-C813-48A9-8A9F-B7120C18BF47}" type="pres">
      <dgm:prSet presAssocID="{79B44D69-D8A6-4B3F-BBB8-CE55A18B6E27}" presName="composite" presStyleCnt="0"/>
      <dgm:spPr/>
    </dgm:pt>
    <dgm:pt modelId="{286E6713-34EB-45E7-B5F4-81AE9BA0449F}" type="pres">
      <dgm:prSet presAssocID="{79B44D69-D8A6-4B3F-BBB8-CE55A18B6E27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24F75345-A433-4916-8BE6-2ACCBE6DF798}" type="pres">
      <dgm:prSet presAssocID="{79B44D69-D8A6-4B3F-BBB8-CE55A18B6E27}" presName="desTx" presStyleLbl="alignAccFollowNode1" presStyleIdx="0" presStyleCnt="4">
        <dgm:presLayoutVars>
          <dgm:bulletEnabled val="1"/>
        </dgm:presLayoutVars>
      </dgm:prSet>
      <dgm:spPr/>
    </dgm:pt>
    <dgm:pt modelId="{C6DD073F-0426-4EB3-8F47-7B542F0C0681}" type="pres">
      <dgm:prSet presAssocID="{3465D872-5C7D-477D-B0CD-915AEAB3C5F8}" presName="space" presStyleCnt="0"/>
      <dgm:spPr/>
    </dgm:pt>
    <dgm:pt modelId="{2EA118F8-9B37-4215-A929-1A2E006BA3AF}" type="pres">
      <dgm:prSet presAssocID="{328ACEE1-BB3D-46B2-8070-8EAE8EC5D65B}" presName="composite" presStyleCnt="0"/>
      <dgm:spPr/>
    </dgm:pt>
    <dgm:pt modelId="{266202E5-5909-4561-A1D4-B09F96785B31}" type="pres">
      <dgm:prSet presAssocID="{328ACEE1-BB3D-46B2-8070-8EAE8EC5D65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4B66ED8-0036-4C4B-8A2F-460A93CD3981}" type="pres">
      <dgm:prSet presAssocID="{328ACEE1-BB3D-46B2-8070-8EAE8EC5D65B}" presName="desTx" presStyleLbl="alignAccFollowNode1" presStyleIdx="1" presStyleCnt="4">
        <dgm:presLayoutVars>
          <dgm:bulletEnabled val="1"/>
        </dgm:presLayoutVars>
      </dgm:prSet>
      <dgm:spPr/>
    </dgm:pt>
    <dgm:pt modelId="{80EF68B3-D783-4B0D-8BB6-E888770420C9}" type="pres">
      <dgm:prSet presAssocID="{7CF12CC5-B992-4450-8544-A6B7EB289C05}" presName="space" presStyleCnt="0"/>
      <dgm:spPr/>
    </dgm:pt>
    <dgm:pt modelId="{DB1717C1-CDBA-4C30-8AF9-8C649972D8D3}" type="pres">
      <dgm:prSet presAssocID="{F3B1258E-BBF2-48A5-9D5E-9728ABE695B1}" presName="composite" presStyleCnt="0"/>
      <dgm:spPr/>
    </dgm:pt>
    <dgm:pt modelId="{D151570A-71C8-49C7-8681-A217B2204DB8}" type="pres">
      <dgm:prSet presAssocID="{F3B1258E-BBF2-48A5-9D5E-9728ABE695B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960FE7AA-6278-4C18-9063-D6BC79609CCB}" type="pres">
      <dgm:prSet presAssocID="{F3B1258E-BBF2-48A5-9D5E-9728ABE695B1}" presName="desTx" presStyleLbl="alignAccFollowNode1" presStyleIdx="2" presStyleCnt="4">
        <dgm:presLayoutVars>
          <dgm:bulletEnabled val="1"/>
        </dgm:presLayoutVars>
      </dgm:prSet>
      <dgm:spPr/>
    </dgm:pt>
    <dgm:pt modelId="{3337D225-AB9B-40F0-9E2C-46DC372BC64B}" type="pres">
      <dgm:prSet presAssocID="{E0DA6285-7A6D-4441-A1C3-DDDE21B0FE9D}" presName="space" presStyleCnt="0"/>
      <dgm:spPr/>
    </dgm:pt>
    <dgm:pt modelId="{6823F8B9-71C3-4CE2-9D6E-E0C3D643266F}" type="pres">
      <dgm:prSet presAssocID="{A6B7921A-8FB0-4C30-A93B-D71F19D76A0D}" presName="composite" presStyleCnt="0"/>
      <dgm:spPr/>
    </dgm:pt>
    <dgm:pt modelId="{BFEE3036-31FE-4A8C-B18D-40A4E2226D00}" type="pres">
      <dgm:prSet presAssocID="{A6B7921A-8FB0-4C30-A93B-D71F19D76A0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60DFC21-F02E-451A-8A6C-EB453468DCCD}" type="pres">
      <dgm:prSet presAssocID="{A6B7921A-8FB0-4C30-A93B-D71F19D76A0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6A0F9A07-947F-45B7-832F-C375A112D735}" srcId="{F3B1258E-BBF2-48A5-9D5E-9728ABE695B1}" destId="{1544AFE6-BC28-4422-A856-0B71D6E5EFA4}" srcOrd="0" destOrd="0" parTransId="{FF26435B-D611-449F-ACB0-C55F5F3BD2C4}" sibTransId="{5C9DAD40-0B7D-42E4-A42E-B5E40DC7F942}"/>
    <dgm:cxn modelId="{DA8D0314-7164-48F1-8D76-0785D82D73B8}" srcId="{F3B1258E-BBF2-48A5-9D5E-9728ABE695B1}" destId="{3A30066D-40C0-4CB2-A5BB-6C60D628C8F2}" srcOrd="1" destOrd="0" parTransId="{096F836D-23A5-46FC-A5C8-973DE23EC6C7}" sibTransId="{2834CE70-0F2E-4E96-997F-DB0C64DAF1FF}"/>
    <dgm:cxn modelId="{4217AB15-35C1-4887-BF35-CF47E183E640}" srcId="{A6B7921A-8FB0-4C30-A93B-D71F19D76A0D}" destId="{5836D1F6-B698-4B94-8C8D-F1B54F2194A7}" srcOrd="0" destOrd="0" parTransId="{624AB78C-BA32-4C4E-AEF5-B27D76F1AFF2}" sibTransId="{0B3BAC58-3A5F-424B-8301-057C4DE61AF5}"/>
    <dgm:cxn modelId="{C93D8D1F-95A6-4D68-98E4-42851FF7D02D}" srcId="{79B44D69-D8A6-4B3F-BBB8-CE55A18B6E27}" destId="{53374C92-6295-48D7-8D56-553327E67E80}" srcOrd="2" destOrd="0" parTransId="{1AFE916D-9AB5-4F5B-AA9B-213B3BBF882E}" sibTransId="{79405D0C-8FAE-42BF-9FAD-55A2BDFC45E9}"/>
    <dgm:cxn modelId="{A45B0920-AB7B-4521-81DA-622E2841CB74}" type="presOf" srcId="{95BBAA22-A002-46D4-B7E8-FC38B4A0D044}" destId="{44B66ED8-0036-4C4B-8A2F-460A93CD3981}" srcOrd="0" destOrd="1" presId="urn:microsoft.com/office/officeart/2005/8/layout/hList1"/>
    <dgm:cxn modelId="{3DE0FC29-B3E9-40CB-9D7E-B47618788C17}" type="presOf" srcId="{53374C92-6295-48D7-8D56-553327E67E80}" destId="{24F75345-A433-4916-8BE6-2ACCBE6DF798}" srcOrd="0" destOrd="2" presId="urn:microsoft.com/office/officeart/2005/8/layout/hList1"/>
    <dgm:cxn modelId="{A3CBA12D-35BA-46E7-B555-C248365500D8}" srcId="{5F0CCB11-B578-4956-A3E4-6C4A804BC151}" destId="{79B44D69-D8A6-4B3F-BBB8-CE55A18B6E27}" srcOrd="0" destOrd="0" parTransId="{1B4F53C8-AC1E-4F4F-BC5E-F2ABDB1B8EC6}" sibTransId="{3465D872-5C7D-477D-B0CD-915AEAB3C5F8}"/>
    <dgm:cxn modelId="{D5194F36-5F26-4E6B-90E3-E337D76A893B}" type="presOf" srcId="{79B44D69-D8A6-4B3F-BBB8-CE55A18B6E27}" destId="{286E6713-34EB-45E7-B5F4-81AE9BA0449F}" srcOrd="0" destOrd="0" presId="urn:microsoft.com/office/officeart/2005/8/layout/hList1"/>
    <dgm:cxn modelId="{90F15E38-D2EE-41A6-ADE4-6053C4653AD0}" srcId="{A6B7921A-8FB0-4C30-A93B-D71F19D76A0D}" destId="{CC0C9A47-ED33-461A-A570-CBA2115E1D81}" srcOrd="1" destOrd="0" parTransId="{BA4ABE35-F543-4815-AF57-2B7B53D95433}" sibTransId="{F55D32F9-FE87-4C39-AA04-CD794263BA34}"/>
    <dgm:cxn modelId="{73757539-0F3A-453B-BC45-378A4EB263DD}" type="presOf" srcId="{328ACEE1-BB3D-46B2-8070-8EAE8EC5D65B}" destId="{266202E5-5909-4561-A1D4-B09F96785B31}" srcOrd="0" destOrd="0" presId="urn:microsoft.com/office/officeart/2005/8/layout/hList1"/>
    <dgm:cxn modelId="{185EB545-C84F-4820-8F35-FF83773F60F9}" srcId="{328ACEE1-BB3D-46B2-8070-8EAE8EC5D65B}" destId="{E4284FE5-D8DA-4A7F-A431-51BCA4570C05}" srcOrd="0" destOrd="0" parTransId="{656D2316-7C54-46A2-9594-98A4B52FC8B7}" sibTransId="{F420F800-1515-4D2A-B0A0-138581BC1832}"/>
    <dgm:cxn modelId="{EFCF6348-A973-4182-A7BF-0E4351C7EEF8}" srcId="{5F0CCB11-B578-4956-A3E4-6C4A804BC151}" destId="{328ACEE1-BB3D-46B2-8070-8EAE8EC5D65B}" srcOrd="1" destOrd="0" parTransId="{4D5CC0B9-5BC0-4965-A14D-63A247B54F8C}" sibTransId="{7CF12CC5-B992-4450-8544-A6B7EB289C05}"/>
    <dgm:cxn modelId="{F1BB0269-F0BD-4AD0-8290-DBE85087421E}" type="presOf" srcId="{1544AFE6-BC28-4422-A856-0B71D6E5EFA4}" destId="{960FE7AA-6278-4C18-9063-D6BC79609CCB}" srcOrd="0" destOrd="0" presId="urn:microsoft.com/office/officeart/2005/8/layout/hList1"/>
    <dgm:cxn modelId="{4051D64C-7983-48EE-AF97-DF5E8D616D4B}" srcId="{79B44D69-D8A6-4B3F-BBB8-CE55A18B6E27}" destId="{651EFE88-C745-447E-B87E-CEE74817CBFA}" srcOrd="0" destOrd="0" parTransId="{69F67DA6-0041-4007-B4AE-23214D810BE4}" sibTransId="{F5161439-C1B1-4E2D-9883-2DC3F2FD5C5B}"/>
    <dgm:cxn modelId="{14390D72-502F-4E8F-A53E-EAB53AE12D80}" type="presOf" srcId="{CC0C9A47-ED33-461A-A570-CBA2115E1D81}" destId="{760DFC21-F02E-451A-8A6C-EB453468DCCD}" srcOrd="0" destOrd="1" presId="urn:microsoft.com/office/officeart/2005/8/layout/hList1"/>
    <dgm:cxn modelId="{2E67C17A-C17E-40D8-96DC-26E36CEE6B60}" type="presOf" srcId="{0AFB952C-6812-4461-A6DC-B5A332161D36}" destId="{24F75345-A433-4916-8BE6-2ACCBE6DF798}" srcOrd="0" destOrd="1" presId="urn:microsoft.com/office/officeart/2005/8/layout/hList1"/>
    <dgm:cxn modelId="{877A2983-5F8D-4732-A175-C7411DCC1965}" type="presOf" srcId="{E49DB293-2A1D-41B8-9F19-4B7B29ECD208}" destId="{44B66ED8-0036-4C4B-8A2F-460A93CD3981}" srcOrd="0" destOrd="2" presId="urn:microsoft.com/office/officeart/2005/8/layout/hList1"/>
    <dgm:cxn modelId="{7190C190-68AD-48F4-AF74-20C19842A842}" srcId="{328ACEE1-BB3D-46B2-8070-8EAE8EC5D65B}" destId="{E49DB293-2A1D-41B8-9F19-4B7B29ECD208}" srcOrd="2" destOrd="0" parTransId="{0058D82C-FF98-4655-896C-EE05F8E6C037}" sibTransId="{BE401CCD-FBB6-4811-9588-406D4A6ACF41}"/>
    <dgm:cxn modelId="{459A499A-89C9-4E6E-AC50-C34121ED316D}" type="presOf" srcId="{651EFE88-C745-447E-B87E-CEE74817CBFA}" destId="{24F75345-A433-4916-8BE6-2ACCBE6DF798}" srcOrd="0" destOrd="0" presId="urn:microsoft.com/office/officeart/2005/8/layout/hList1"/>
    <dgm:cxn modelId="{8026EB9D-3084-4B73-BF7C-6B56A03FD087}" type="presOf" srcId="{3A30066D-40C0-4CB2-A5BB-6C60D628C8F2}" destId="{960FE7AA-6278-4C18-9063-D6BC79609CCB}" srcOrd="0" destOrd="1" presId="urn:microsoft.com/office/officeart/2005/8/layout/hList1"/>
    <dgm:cxn modelId="{6963E8A0-57CA-42BB-9426-36672A935BC3}" type="presOf" srcId="{F3B1258E-BBF2-48A5-9D5E-9728ABE695B1}" destId="{D151570A-71C8-49C7-8681-A217B2204DB8}" srcOrd="0" destOrd="0" presId="urn:microsoft.com/office/officeart/2005/8/layout/hList1"/>
    <dgm:cxn modelId="{161FA3B6-F05E-48D0-B403-1EBA446DBEE3}" type="presOf" srcId="{5836D1F6-B698-4B94-8C8D-F1B54F2194A7}" destId="{760DFC21-F02E-451A-8A6C-EB453468DCCD}" srcOrd="0" destOrd="0" presId="urn:microsoft.com/office/officeart/2005/8/layout/hList1"/>
    <dgm:cxn modelId="{31A9C2B6-C57E-4B89-8548-A21ABBC1A20F}" srcId="{5F0CCB11-B578-4956-A3E4-6C4A804BC151}" destId="{F3B1258E-BBF2-48A5-9D5E-9728ABE695B1}" srcOrd="2" destOrd="0" parTransId="{8B18D84D-031F-42B6-AE6D-24C43563DE87}" sibTransId="{E0DA6285-7A6D-4441-A1C3-DDDE21B0FE9D}"/>
    <dgm:cxn modelId="{156D87B8-8890-4E5B-9A6F-0B9500539211}" type="presOf" srcId="{A6B7921A-8FB0-4C30-A93B-D71F19D76A0D}" destId="{BFEE3036-31FE-4A8C-B18D-40A4E2226D00}" srcOrd="0" destOrd="0" presId="urn:microsoft.com/office/officeart/2005/8/layout/hList1"/>
    <dgm:cxn modelId="{5EEB20D6-F427-4492-B57B-9DB79A5779D3}" type="presOf" srcId="{E4284FE5-D8DA-4A7F-A431-51BCA4570C05}" destId="{44B66ED8-0036-4C4B-8A2F-460A93CD3981}" srcOrd="0" destOrd="0" presId="urn:microsoft.com/office/officeart/2005/8/layout/hList1"/>
    <dgm:cxn modelId="{1D1D1EDE-3938-44C9-9E20-35BBCE902E37}" type="presOf" srcId="{5F0CCB11-B578-4956-A3E4-6C4A804BC151}" destId="{D664C144-E536-498E-AFA0-70C073A2D859}" srcOrd="0" destOrd="0" presId="urn:microsoft.com/office/officeart/2005/8/layout/hList1"/>
    <dgm:cxn modelId="{19A5B8E4-4DDB-4F2A-9D30-5759266A8918}" srcId="{5F0CCB11-B578-4956-A3E4-6C4A804BC151}" destId="{A6B7921A-8FB0-4C30-A93B-D71F19D76A0D}" srcOrd="3" destOrd="0" parTransId="{E1E7C989-0CE6-49C8-AD50-25A8D123A40B}" sibTransId="{D90CCB2C-C08A-4986-8101-3CED4E6D669C}"/>
    <dgm:cxn modelId="{0E3981E7-769C-4D3D-AC0F-DC0064C93CA3}" srcId="{79B44D69-D8A6-4B3F-BBB8-CE55A18B6E27}" destId="{0AFB952C-6812-4461-A6DC-B5A332161D36}" srcOrd="1" destOrd="0" parTransId="{8AEFCB17-BF52-4E71-92B1-4FF821D486B6}" sibTransId="{C2FB07C2-9BE4-44CF-89FA-97A4DAE65425}"/>
    <dgm:cxn modelId="{D174BEE9-A6BB-4A1C-8F70-C65855D8AD36}" srcId="{328ACEE1-BB3D-46B2-8070-8EAE8EC5D65B}" destId="{95BBAA22-A002-46D4-B7E8-FC38B4A0D044}" srcOrd="1" destOrd="0" parTransId="{094D2CD3-478F-400C-950D-19FABB92BE28}" sibTransId="{F9381C9D-72B7-4E1B-A46E-18D347F538B7}"/>
    <dgm:cxn modelId="{27C8B6A1-438B-44FB-878C-B057E742F0EF}" type="presParOf" srcId="{D664C144-E536-498E-AFA0-70C073A2D859}" destId="{66690311-C813-48A9-8A9F-B7120C18BF47}" srcOrd="0" destOrd="0" presId="urn:microsoft.com/office/officeart/2005/8/layout/hList1"/>
    <dgm:cxn modelId="{B9B73781-22CC-47BB-AD16-BC0421F45F4D}" type="presParOf" srcId="{66690311-C813-48A9-8A9F-B7120C18BF47}" destId="{286E6713-34EB-45E7-B5F4-81AE9BA0449F}" srcOrd="0" destOrd="0" presId="urn:microsoft.com/office/officeart/2005/8/layout/hList1"/>
    <dgm:cxn modelId="{F4C38317-ECE3-4EB0-99E0-FCE5F985405D}" type="presParOf" srcId="{66690311-C813-48A9-8A9F-B7120C18BF47}" destId="{24F75345-A433-4916-8BE6-2ACCBE6DF798}" srcOrd="1" destOrd="0" presId="urn:microsoft.com/office/officeart/2005/8/layout/hList1"/>
    <dgm:cxn modelId="{F6FC2345-9812-4B18-823E-942F692674DE}" type="presParOf" srcId="{D664C144-E536-498E-AFA0-70C073A2D859}" destId="{C6DD073F-0426-4EB3-8F47-7B542F0C0681}" srcOrd="1" destOrd="0" presId="urn:microsoft.com/office/officeart/2005/8/layout/hList1"/>
    <dgm:cxn modelId="{4E6E93B0-FEBC-4EDB-B0A3-DDE1793AB6AF}" type="presParOf" srcId="{D664C144-E536-498E-AFA0-70C073A2D859}" destId="{2EA118F8-9B37-4215-A929-1A2E006BA3AF}" srcOrd="2" destOrd="0" presId="urn:microsoft.com/office/officeart/2005/8/layout/hList1"/>
    <dgm:cxn modelId="{D445924C-EA51-44DA-9FBB-E4E43A2CFFA8}" type="presParOf" srcId="{2EA118F8-9B37-4215-A929-1A2E006BA3AF}" destId="{266202E5-5909-4561-A1D4-B09F96785B31}" srcOrd="0" destOrd="0" presId="urn:microsoft.com/office/officeart/2005/8/layout/hList1"/>
    <dgm:cxn modelId="{62CFAE4B-ECE7-4B71-9244-3AE6A554188A}" type="presParOf" srcId="{2EA118F8-9B37-4215-A929-1A2E006BA3AF}" destId="{44B66ED8-0036-4C4B-8A2F-460A93CD3981}" srcOrd="1" destOrd="0" presId="urn:microsoft.com/office/officeart/2005/8/layout/hList1"/>
    <dgm:cxn modelId="{F1A692F5-597E-4EC1-BDFE-981C74240E8D}" type="presParOf" srcId="{D664C144-E536-498E-AFA0-70C073A2D859}" destId="{80EF68B3-D783-4B0D-8BB6-E888770420C9}" srcOrd="3" destOrd="0" presId="urn:microsoft.com/office/officeart/2005/8/layout/hList1"/>
    <dgm:cxn modelId="{1C897249-B51A-4978-9F25-540E842A3C67}" type="presParOf" srcId="{D664C144-E536-498E-AFA0-70C073A2D859}" destId="{DB1717C1-CDBA-4C30-8AF9-8C649972D8D3}" srcOrd="4" destOrd="0" presId="urn:microsoft.com/office/officeart/2005/8/layout/hList1"/>
    <dgm:cxn modelId="{051D922D-5A8A-415A-AB2F-D993B419B989}" type="presParOf" srcId="{DB1717C1-CDBA-4C30-8AF9-8C649972D8D3}" destId="{D151570A-71C8-49C7-8681-A217B2204DB8}" srcOrd="0" destOrd="0" presId="urn:microsoft.com/office/officeart/2005/8/layout/hList1"/>
    <dgm:cxn modelId="{43836B64-68A5-437C-A637-ADB41A1780F4}" type="presParOf" srcId="{DB1717C1-CDBA-4C30-8AF9-8C649972D8D3}" destId="{960FE7AA-6278-4C18-9063-D6BC79609CCB}" srcOrd="1" destOrd="0" presId="urn:microsoft.com/office/officeart/2005/8/layout/hList1"/>
    <dgm:cxn modelId="{CF06401B-230E-41C0-AC66-9E13A5CDB3B1}" type="presParOf" srcId="{D664C144-E536-498E-AFA0-70C073A2D859}" destId="{3337D225-AB9B-40F0-9E2C-46DC372BC64B}" srcOrd="5" destOrd="0" presId="urn:microsoft.com/office/officeart/2005/8/layout/hList1"/>
    <dgm:cxn modelId="{FC8BC0E1-7678-4D72-9432-C61F4B7A461C}" type="presParOf" srcId="{D664C144-E536-498E-AFA0-70C073A2D859}" destId="{6823F8B9-71C3-4CE2-9D6E-E0C3D643266F}" srcOrd="6" destOrd="0" presId="urn:microsoft.com/office/officeart/2005/8/layout/hList1"/>
    <dgm:cxn modelId="{0094B88E-5FE9-4CEF-8EF3-2678674C6D65}" type="presParOf" srcId="{6823F8B9-71C3-4CE2-9D6E-E0C3D643266F}" destId="{BFEE3036-31FE-4A8C-B18D-40A4E2226D00}" srcOrd="0" destOrd="0" presId="urn:microsoft.com/office/officeart/2005/8/layout/hList1"/>
    <dgm:cxn modelId="{40C258C3-C6CF-49AA-8E4F-A8E6EEC44551}" type="presParOf" srcId="{6823F8B9-71C3-4CE2-9D6E-E0C3D643266F}" destId="{760DFC21-F02E-451A-8A6C-EB453468DCC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443C9F-90B9-4DF8-8049-DB47E16E6234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E56D8380-CA43-48E2-8185-2064465620C2}">
      <dgm:prSet/>
      <dgm:spPr/>
      <dgm:t>
        <a:bodyPr/>
        <a:lstStyle/>
        <a:p>
          <a:r>
            <a:rPr lang="en-US" i="1" dirty="0"/>
            <a:t>profile </a:t>
          </a:r>
          <a:r>
            <a:rPr lang="en-US" dirty="0"/>
            <a:t>code</a:t>
          </a:r>
        </a:p>
      </dgm:t>
    </dgm:pt>
    <dgm:pt modelId="{E90CE310-15C2-4A01-8CC3-4631C6DA486B}" type="parTrans" cxnId="{E934C344-0C2E-438D-89FB-C678489A5C8F}">
      <dgm:prSet/>
      <dgm:spPr/>
      <dgm:t>
        <a:bodyPr/>
        <a:lstStyle/>
        <a:p>
          <a:endParaRPr lang="en-US"/>
        </a:p>
      </dgm:t>
    </dgm:pt>
    <dgm:pt modelId="{D44DB80F-C1CD-47A0-8DBB-DEB3C20D8E79}" type="sibTrans" cxnId="{E934C344-0C2E-438D-89FB-C678489A5C8F}">
      <dgm:prSet/>
      <dgm:spPr/>
      <dgm:t>
        <a:bodyPr/>
        <a:lstStyle/>
        <a:p>
          <a:endParaRPr lang="en-US"/>
        </a:p>
      </dgm:t>
    </dgm:pt>
    <dgm:pt modelId="{8AB7D2C4-5F36-4B01-AE15-75516BF2FA90}">
      <dgm:prSet/>
      <dgm:spPr/>
      <dgm:t>
        <a:bodyPr/>
        <a:lstStyle/>
        <a:p>
          <a:r>
            <a:rPr lang="en-US" dirty="0"/>
            <a:t>measure</a:t>
          </a:r>
        </a:p>
      </dgm:t>
    </dgm:pt>
    <dgm:pt modelId="{15B2F8EA-D576-47D2-8B24-FE42BE2AB70D}" type="parTrans" cxnId="{10E5DAB9-8A34-4FB3-82D5-963A4C29203C}">
      <dgm:prSet/>
      <dgm:spPr/>
      <dgm:t>
        <a:bodyPr/>
        <a:lstStyle/>
        <a:p>
          <a:endParaRPr lang="en-US"/>
        </a:p>
      </dgm:t>
    </dgm:pt>
    <dgm:pt modelId="{0A923667-9CFA-451F-87E2-5095FFD63991}" type="sibTrans" cxnId="{10E5DAB9-8A34-4FB3-82D5-963A4C29203C}">
      <dgm:prSet/>
      <dgm:spPr/>
      <dgm:t>
        <a:bodyPr/>
        <a:lstStyle/>
        <a:p>
          <a:endParaRPr lang="en-US"/>
        </a:p>
      </dgm:t>
    </dgm:pt>
    <dgm:pt modelId="{AB37E25E-6C24-4C74-A778-A509D4638A43}">
      <dgm:prSet/>
      <dgm:spPr/>
      <dgm:t>
        <a:bodyPr/>
        <a:lstStyle/>
        <a:p>
          <a:r>
            <a:rPr lang="en-US" dirty="0"/>
            <a:t>and again, at the end</a:t>
          </a:r>
        </a:p>
      </dgm:t>
    </dgm:pt>
    <dgm:pt modelId="{DFA0A0D6-5E31-4E79-82BB-46DDBC820370}" type="parTrans" cxnId="{BE1F1BC4-74F6-4F38-8368-349B2040D4ED}">
      <dgm:prSet/>
      <dgm:spPr/>
      <dgm:t>
        <a:bodyPr/>
        <a:lstStyle/>
        <a:p>
          <a:endParaRPr lang="en-US"/>
        </a:p>
      </dgm:t>
    </dgm:pt>
    <dgm:pt modelId="{42F6425B-43B9-41BF-99D5-D02354558716}" type="sibTrans" cxnId="{BE1F1BC4-74F6-4F38-8368-349B2040D4ED}">
      <dgm:prSet/>
      <dgm:spPr/>
      <dgm:t>
        <a:bodyPr/>
        <a:lstStyle/>
        <a:p>
          <a:endParaRPr lang="en-US"/>
        </a:p>
      </dgm:t>
    </dgm:pt>
    <dgm:pt modelId="{30BEA593-917A-4930-80DE-479BA4BB317C}">
      <dgm:prSet/>
      <dgm:spPr/>
      <dgm:t>
        <a:bodyPr/>
        <a:lstStyle/>
        <a:p>
          <a:r>
            <a:rPr lang="en-US" dirty="0"/>
            <a:t>subtract the</a:t>
          </a:r>
          <a:r>
            <a:rPr lang="tr-TR" dirty="0"/>
            <a:t> </a:t>
          </a:r>
          <a:r>
            <a:rPr lang="en-US" dirty="0"/>
            <a:t>first timestamp </a:t>
          </a:r>
        </a:p>
      </dgm:t>
    </dgm:pt>
    <dgm:pt modelId="{5976FB1B-E779-435E-AAAE-7E12FCFC9833}" type="parTrans" cxnId="{28918F20-3270-426B-944F-46EEC185721F}">
      <dgm:prSet/>
      <dgm:spPr/>
      <dgm:t>
        <a:bodyPr/>
        <a:lstStyle/>
        <a:p>
          <a:endParaRPr lang="en-US"/>
        </a:p>
      </dgm:t>
    </dgm:pt>
    <dgm:pt modelId="{6EF92FEA-4E90-4115-A1AC-7DD818C46A81}" type="sibTrans" cxnId="{28918F20-3270-426B-944F-46EEC185721F}">
      <dgm:prSet/>
      <dgm:spPr/>
      <dgm:t>
        <a:bodyPr/>
        <a:lstStyle/>
        <a:p>
          <a:endParaRPr lang="en-US"/>
        </a:p>
      </dgm:t>
    </dgm:pt>
    <dgm:pt modelId="{9014376C-8505-4DED-A0DF-3B380ACA477F}">
      <dgm:prSet/>
      <dgm:spPr/>
      <dgm:t>
        <a:bodyPr/>
        <a:lstStyle/>
        <a:p>
          <a:r>
            <a:rPr lang="en-US" dirty="0"/>
            <a:t>from the second to find the elapsed time </a:t>
          </a:r>
        </a:p>
      </dgm:t>
    </dgm:pt>
    <dgm:pt modelId="{C4C29B12-2B66-4ED0-95AC-A9B8EE96C460}" type="parTrans" cxnId="{4E7B0C41-1EFA-4ADD-ACFD-2618B91D0D45}">
      <dgm:prSet/>
      <dgm:spPr/>
      <dgm:t>
        <a:bodyPr/>
        <a:lstStyle/>
        <a:p>
          <a:endParaRPr lang="en-US"/>
        </a:p>
      </dgm:t>
    </dgm:pt>
    <dgm:pt modelId="{83DE8F2D-9D7D-445B-A4D1-EEB833E75DDF}" type="sibTrans" cxnId="{4E7B0C41-1EFA-4ADD-ACFD-2618B91D0D45}">
      <dgm:prSet/>
      <dgm:spPr/>
      <dgm:t>
        <a:bodyPr/>
        <a:lstStyle/>
        <a:p>
          <a:endParaRPr lang="en-US"/>
        </a:p>
      </dgm:t>
    </dgm:pt>
    <dgm:pt modelId="{F57430CB-360B-417A-8ACA-4A7D9409FC9F}">
      <dgm:prSet/>
      <dgm:spPr/>
      <dgm:t>
        <a:bodyPr/>
        <a:lstStyle/>
        <a:p>
          <a:r>
            <a:rPr lang="en-US"/>
            <a:t>between those two</a:t>
          </a:r>
          <a:r>
            <a:rPr lang="tr-TR"/>
            <a:t> </a:t>
          </a:r>
          <a:r>
            <a:rPr lang="en-US"/>
            <a:t>calls.</a:t>
          </a:r>
        </a:p>
      </dgm:t>
    </dgm:pt>
    <dgm:pt modelId="{2C230FC8-7B1D-4AC7-B087-532CE216F834}" type="parTrans" cxnId="{6BD17C62-EF48-417E-89C8-76DF702F63D7}">
      <dgm:prSet/>
      <dgm:spPr/>
      <dgm:t>
        <a:bodyPr/>
        <a:lstStyle/>
        <a:p>
          <a:endParaRPr lang="en-US"/>
        </a:p>
      </dgm:t>
    </dgm:pt>
    <dgm:pt modelId="{77A6F7A9-2EF6-465C-A502-1BFCE0F46911}" type="sibTrans" cxnId="{6BD17C62-EF48-417E-89C8-76DF702F63D7}">
      <dgm:prSet/>
      <dgm:spPr/>
      <dgm:t>
        <a:bodyPr/>
        <a:lstStyle/>
        <a:p>
          <a:endParaRPr lang="en-US"/>
        </a:p>
      </dgm:t>
    </dgm:pt>
    <dgm:pt modelId="{1F8704FF-16B5-4617-956B-9A7844D123EF}">
      <dgm:prSet/>
      <dgm:spPr/>
      <dgm:t>
        <a:bodyPr/>
        <a:lstStyle/>
        <a:p>
          <a:r>
            <a:rPr lang="en-US" dirty="0"/>
            <a:t>can be used to </a:t>
          </a:r>
          <a:r>
            <a:rPr lang="en-US" b="1" i="0" dirty="0"/>
            <a:t>profile</a:t>
          </a:r>
          <a:r>
            <a:rPr lang="en-US" i="1" dirty="0"/>
            <a:t> </a:t>
          </a:r>
          <a:r>
            <a:rPr lang="en-US" dirty="0"/>
            <a:t>code</a:t>
          </a:r>
        </a:p>
      </dgm:t>
    </dgm:pt>
    <dgm:pt modelId="{387F90E2-1B38-436F-99E1-FDC97AA3DF65}" type="parTrans" cxnId="{F05787C6-A2FD-4FF8-B0BA-2BCB06E9C1DE}">
      <dgm:prSet/>
      <dgm:spPr/>
      <dgm:t>
        <a:bodyPr/>
        <a:lstStyle/>
        <a:p>
          <a:endParaRPr lang="en-US"/>
        </a:p>
      </dgm:t>
    </dgm:pt>
    <dgm:pt modelId="{BB436807-1C95-458C-A977-A1E9AB44DBD1}" type="sibTrans" cxnId="{F05787C6-A2FD-4FF8-B0BA-2BCB06E9C1DE}">
      <dgm:prSet/>
      <dgm:spPr/>
      <dgm:t>
        <a:bodyPr/>
        <a:lstStyle/>
        <a:p>
          <a:endParaRPr lang="en-US"/>
        </a:p>
      </dgm:t>
    </dgm:pt>
    <dgm:pt modelId="{9C062704-8C60-4324-9651-0FEBBEC6C3AD}">
      <dgm:prSet/>
      <dgm:spPr/>
      <dgm:t>
        <a:bodyPr/>
        <a:lstStyle/>
        <a:p>
          <a:r>
            <a:rPr lang="en-US" dirty="0"/>
            <a:t>call </a:t>
          </a:r>
          <a:r>
            <a:rPr lang="en-US" i="1" dirty="0" err="1"/>
            <a:t>time.time</a:t>
          </a:r>
          <a:r>
            <a:rPr lang="en-US" i="1" dirty="0"/>
            <a:t>()</a:t>
          </a:r>
          <a:r>
            <a:rPr lang="tr-TR" i="1" dirty="0"/>
            <a:t> </a:t>
          </a:r>
          <a:r>
            <a:rPr lang="en-US" dirty="0"/>
            <a:t>at the beginning</a:t>
          </a:r>
          <a:r>
            <a:rPr lang="tr-TR" dirty="0"/>
            <a:t> </a:t>
          </a:r>
          <a:r>
            <a:rPr lang="en-US" dirty="0"/>
            <a:t>of the</a:t>
          </a:r>
          <a:r>
            <a:rPr lang="tr-TR" dirty="0"/>
            <a:t> </a:t>
          </a:r>
          <a:r>
            <a:rPr lang="en-US" dirty="0"/>
            <a:t>code block </a:t>
          </a:r>
        </a:p>
      </dgm:t>
    </dgm:pt>
    <dgm:pt modelId="{76A1D336-266F-4CA9-A2ED-1907C607FE02}" type="parTrans" cxnId="{8BAE0354-6E41-48D2-AFC5-4C96DFDDEB02}">
      <dgm:prSet/>
      <dgm:spPr/>
      <dgm:t>
        <a:bodyPr/>
        <a:lstStyle/>
        <a:p>
          <a:endParaRPr lang="en-US"/>
        </a:p>
      </dgm:t>
    </dgm:pt>
    <dgm:pt modelId="{8D268670-AB06-4E19-9C0B-360CCA8EF553}" type="sibTrans" cxnId="{8BAE0354-6E41-48D2-AFC5-4C96DFDDEB02}">
      <dgm:prSet/>
      <dgm:spPr/>
      <dgm:t>
        <a:bodyPr/>
        <a:lstStyle/>
        <a:p>
          <a:endParaRPr lang="en-US"/>
        </a:p>
      </dgm:t>
    </dgm:pt>
    <dgm:pt modelId="{E1F30D68-6A75-42D8-8F41-C7EE250B4137}">
      <dgm:prSet/>
      <dgm:spPr/>
      <dgm:t>
        <a:bodyPr/>
        <a:lstStyle/>
        <a:p>
          <a:r>
            <a:rPr lang="tr-TR" dirty="0" err="1"/>
            <a:t>difference</a:t>
          </a:r>
          <a:endParaRPr lang="en-US" dirty="0"/>
        </a:p>
      </dgm:t>
    </dgm:pt>
    <dgm:pt modelId="{9EBF771A-B9B9-4054-A2F5-49E110A4CB10}" type="parTrans" cxnId="{1A2B027B-21F9-4F63-8F2D-E56A7CDB9469}">
      <dgm:prSet/>
      <dgm:spPr/>
      <dgm:t>
        <a:bodyPr/>
        <a:lstStyle/>
        <a:p>
          <a:endParaRPr lang="en-US"/>
        </a:p>
      </dgm:t>
    </dgm:pt>
    <dgm:pt modelId="{4B9600CD-D761-419B-8325-C6D1969FFF5A}" type="sibTrans" cxnId="{1A2B027B-21F9-4F63-8F2D-E56A7CDB9469}">
      <dgm:prSet/>
      <dgm:spPr/>
      <dgm:t>
        <a:bodyPr/>
        <a:lstStyle/>
        <a:p>
          <a:endParaRPr lang="en-US"/>
        </a:p>
      </dgm:t>
    </dgm:pt>
    <dgm:pt modelId="{E560133D-DF08-496E-B548-D0FEB6B2067A}">
      <dgm:prSet/>
      <dgm:spPr/>
      <dgm:t>
        <a:bodyPr/>
        <a:lstStyle/>
        <a:p>
          <a:r>
            <a:rPr lang="en-US"/>
            <a:t>Epoch </a:t>
          </a:r>
          <a:r>
            <a:rPr lang="en-US" dirty="0"/>
            <a:t>timestamps</a:t>
          </a:r>
        </a:p>
      </dgm:t>
    </dgm:pt>
    <dgm:pt modelId="{6AFC4336-04E7-4AA9-A1C6-F0EFE29C1B43}" type="parTrans" cxnId="{F0C703EF-E05A-4D18-AAB8-8AD48F0C9839}">
      <dgm:prSet/>
      <dgm:spPr/>
      <dgm:t>
        <a:bodyPr/>
        <a:lstStyle/>
        <a:p>
          <a:endParaRPr lang="en-US"/>
        </a:p>
      </dgm:t>
    </dgm:pt>
    <dgm:pt modelId="{E57DAA2E-DF3D-4604-AFF4-6C86D28F48EB}" type="sibTrans" cxnId="{F0C703EF-E05A-4D18-AAB8-8AD48F0C9839}">
      <dgm:prSet/>
      <dgm:spPr/>
      <dgm:t>
        <a:bodyPr/>
        <a:lstStyle/>
        <a:p>
          <a:endParaRPr lang="en-US"/>
        </a:p>
      </dgm:t>
    </dgm:pt>
    <dgm:pt modelId="{1DCA135E-0857-4E52-A1F2-F8167DF637DF}">
      <dgm:prSet/>
      <dgm:spPr/>
      <dgm:t>
        <a:bodyPr/>
        <a:lstStyle/>
        <a:p>
          <a:r>
            <a:rPr lang="en-US"/>
            <a:t>how </a:t>
          </a:r>
          <a:r>
            <a:rPr lang="en-US" dirty="0"/>
            <a:t>long</a:t>
          </a:r>
          <a:r>
            <a:rPr lang="tr-TR" dirty="0"/>
            <a:t> </a:t>
          </a:r>
          <a:r>
            <a:rPr lang="en-US" dirty="0"/>
            <a:t>a piece of code takes to run. </a:t>
          </a:r>
        </a:p>
      </dgm:t>
    </dgm:pt>
    <dgm:pt modelId="{45823AFB-B7A9-4EAE-935E-5DCB865890E6}" type="parTrans" cxnId="{BA12479A-3632-483E-AA62-33DAB5DA10C8}">
      <dgm:prSet/>
      <dgm:spPr/>
      <dgm:t>
        <a:bodyPr/>
        <a:lstStyle/>
        <a:p>
          <a:endParaRPr lang="en-US"/>
        </a:p>
      </dgm:t>
    </dgm:pt>
    <dgm:pt modelId="{68B6E44C-E113-45DA-B113-7E94A2B5C9F8}" type="sibTrans" cxnId="{BA12479A-3632-483E-AA62-33DAB5DA10C8}">
      <dgm:prSet/>
      <dgm:spPr/>
      <dgm:t>
        <a:bodyPr/>
        <a:lstStyle/>
        <a:p>
          <a:endParaRPr lang="en-US"/>
        </a:p>
      </dgm:t>
    </dgm:pt>
    <dgm:pt modelId="{11EAAA48-F117-4D70-A7A8-36CCC61CA309}" type="pres">
      <dgm:prSet presAssocID="{47443C9F-90B9-4DF8-8049-DB47E16E6234}" presName="Name0" presStyleCnt="0">
        <dgm:presLayoutVars>
          <dgm:dir/>
          <dgm:animLvl val="lvl"/>
          <dgm:resizeHandles val="exact"/>
        </dgm:presLayoutVars>
      </dgm:prSet>
      <dgm:spPr/>
    </dgm:pt>
    <dgm:pt modelId="{2609F219-DF6C-41B5-BDF6-7BD7DB1599E7}" type="pres">
      <dgm:prSet presAssocID="{E56D8380-CA43-48E2-8185-2064465620C2}" presName="composite" presStyleCnt="0"/>
      <dgm:spPr/>
    </dgm:pt>
    <dgm:pt modelId="{2FAEB537-2845-4FFE-AD35-3A329CB8BB13}" type="pres">
      <dgm:prSet presAssocID="{E56D8380-CA43-48E2-8185-2064465620C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A640889-00F4-4320-BD51-E30089AB0960}" type="pres">
      <dgm:prSet presAssocID="{E56D8380-CA43-48E2-8185-2064465620C2}" presName="desTx" presStyleLbl="alignAccFollowNode1" presStyleIdx="0" presStyleCnt="3">
        <dgm:presLayoutVars>
          <dgm:bulletEnabled val="1"/>
        </dgm:presLayoutVars>
      </dgm:prSet>
      <dgm:spPr/>
    </dgm:pt>
    <dgm:pt modelId="{4F457AFA-33EC-49A5-986B-C9095CFDC4B7}" type="pres">
      <dgm:prSet presAssocID="{D44DB80F-C1CD-47A0-8DBB-DEB3C20D8E79}" presName="space" presStyleCnt="0"/>
      <dgm:spPr/>
    </dgm:pt>
    <dgm:pt modelId="{C9E23C89-729F-4521-870E-D93EFA07FB5C}" type="pres">
      <dgm:prSet presAssocID="{8AB7D2C4-5F36-4B01-AE15-75516BF2FA90}" presName="composite" presStyleCnt="0"/>
      <dgm:spPr/>
    </dgm:pt>
    <dgm:pt modelId="{D0C54E3F-CC25-4710-9150-8B6233367AE5}" type="pres">
      <dgm:prSet presAssocID="{8AB7D2C4-5F36-4B01-AE15-75516BF2FA9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3B28B28-E5E4-4682-A0D5-12010DCAEF76}" type="pres">
      <dgm:prSet presAssocID="{8AB7D2C4-5F36-4B01-AE15-75516BF2FA90}" presName="desTx" presStyleLbl="alignAccFollowNode1" presStyleIdx="1" presStyleCnt="3">
        <dgm:presLayoutVars>
          <dgm:bulletEnabled val="1"/>
        </dgm:presLayoutVars>
      </dgm:prSet>
      <dgm:spPr/>
    </dgm:pt>
    <dgm:pt modelId="{53772142-D867-4A24-B55C-D5077527937D}" type="pres">
      <dgm:prSet presAssocID="{0A923667-9CFA-451F-87E2-5095FFD63991}" presName="space" presStyleCnt="0"/>
      <dgm:spPr/>
    </dgm:pt>
    <dgm:pt modelId="{5E33727F-BBFE-4710-8329-134796323AE0}" type="pres">
      <dgm:prSet presAssocID="{E1F30D68-6A75-42D8-8F41-C7EE250B4137}" presName="composite" presStyleCnt="0"/>
      <dgm:spPr/>
    </dgm:pt>
    <dgm:pt modelId="{AE3698A2-84AD-48FB-B6D9-672FDB92F8A0}" type="pres">
      <dgm:prSet presAssocID="{E1F30D68-6A75-42D8-8F41-C7EE250B413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CFE6FD7-6514-4F9E-8AAF-5199BD035AFF}" type="pres">
      <dgm:prSet presAssocID="{E1F30D68-6A75-42D8-8F41-C7EE250B413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C07BD14-C4ED-43B6-A90E-92061C464A90}" type="presOf" srcId="{30BEA593-917A-4930-80DE-479BA4BB317C}" destId="{5CFE6FD7-6514-4F9E-8AAF-5199BD035AFF}" srcOrd="0" destOrd="0" presId="urn:microsoft.com/office/officeart/2005/8/layout/hList1"/>
    <dgm:cxn modelId="{DB76111B-36B8-437D-8ACD-7D300850D5B3}" type="presOf" srcId="{E560133D-DF08-496E-B548-D0FEB6B2067A}" destId="{FA640889-00F4-4320-BD51-E30089AB0960}" srcOrd="0" destOrd="0" presId="urn:microsoft.com/office/officeart/2005/8/layout/hList1"/>
    <dgm:cxn modelId="{28918F20-3270-426B-944F-46EEC185721F}" srcId="{E1F30D68-6A75-42D8-8F41-C7EE250B4137}" destId="{30BEA593-917A-4930-80DE-479BA4BB317C}" srcOrd="0" destOrd="0" parTransId="{5976FB1B-E779-435E-AAAE-7E12FCFC9833}" sibTransId="{6EF92FEA-4E90-4115-A1AC-7DD818C46A81}"/>
    <dgm:cxn modelId="{BF0A055C-227D-4157-B556-FF79B6B8DE9B}" type="presOf" srcId="{1DCA135E-0857-4E52-A1F2-F8167DF637DF}" destId="{93B28B28-E5E4-4682-A0D5-12010DCAEF76}" srcOrd="0" destOrd="0" presId="urn:microsoft.com/office/officeart/2005/8/layout/hList1"/>
    <dgm:cxn modelId="{4E7B0C41-1EFA-4ADD-ACFD-2618B91D0D45}" srcId="{E1F30D68-6A75-42D8-8F41-C7EE250B4137}" destId="{9014376C-8505-4DED-A0DF-3B380ACA477F}" srcOrd="1" destOrd="0" parTransId="{C4C29B12-2B66-4ED0-95AC-A9B8EE96C460}" sibTransId="{83DE8F2D-9D7D-445B-A4D1-EEB833E75DDF}"/>
    <dgm:cxn modelId="{6BD17C62-EF48-417E-89C8-76DF702F63D7}" srcId="{E1F30D68-6A75-42D8-8F41-C7EE250B4137}" destId="{F57430CB-360B-417A-8ACA-4A7D9409FC9F}" srcOrd="2" destOrd="0" parTransId="{2C230FC8-7B1D-4AC7-B087-532CE216F834}" sibTransId="{77A6F7A9-2EF6-465C-A502-1BFCE0F46911}"/>
    <dgm:cxn modelId="{E934C344-0C2E-438D-89FB-C678489A5C8F}" srcId="{47443C9F-90B9-4DF8-8049-DB47E16E6234}" destId="{E56D8380-CA43-48E2-8185-2064465620C2}" srcOrd="0" destOrd="0" parTransId="{E90CE310-15C2-4A01-8CC3-4631C6DA486B}" sibTransId="{D44DB80F-C1CD-47A0-8DBB-DEB3C20D8E79}"/>
    <dgm:cxn modelId="{941D7C4A-70A4-45C2-B281-3F231B34F553}" type="presOf" srcId="{E56D8380-CA43-48E2-8185-2064465620C2}" destId="{2FAEB537-2845-4FFE-AD35-3A329CB8BB13}" srcOrd="0" destOrd="0" presId="urn:microsoft.com/office/officeart/2005/8/layout/hList1"/>
    <dgm:cxn modelId="{FDAF9471-0F2A-419D-A7AF-81001973AEC2}" type="presOf" srcId="{AB37E25E-6C24-4C74-A778-A509D4638A43}" destId="{93B28B28-E5E4-4682-A0D5-12010DCAEF76}" srcOrd="0" destOrd="2" presId="urn:microsoft.com/office/officeart/2005/8/layout/hList1"/>
    <dgm:cxn modelId="{8BAE0354-6E41-48D2-AFC5-4C96DFDDEB02}" srcId="{8AB7D2C4-5F36-4B01-AE15-75516BF2FA90}" destId="{9C062704-8C60-4324-9651-0FEBBEC6C3AD}" srcOrd="1" destOrd="0" parTransId="{76A1D336-266F-4CA9-A2ED-1907C607FE02}" sibTransId="{8D268670-AB06-4E19-9C0B-360CCA8EF553}"/>
    <dgm:cxn modelId="{1A2B027B-21F9-4F63-8F2D-E56A7CDB9469}" srcId="{47443C9F-90B9-4DF8-8049-DB47E16E6234}" destId="{E1F30D68-6A75-42D8-8F41-C7EE250B4137}" srcOrd="2" destOrd="0" parTransId="{9EBF771A-B9B9-4054-A2F5-49E110A4CB10}" sibTransId="{4B9600CD-D761-419B-8325-C6D1969FFF5A}"/>
    <dgm:cxn modelId="{06EC0288-9022-4EFF-B5D6-FAFD55724BBA}" type="presOf" srcId="{9014376C-8505-4DED-A0DF-3B380ACA477F}" destId="{5CFE6FD7-6514-4F9E-8AAF-5199BD035AFF}" srcOrd="0" destOrd="1" presId="urn:microsoft.com/office/officeart/2005/8/layout/hList1"/>
    <dgm:cxn modelId="{004C178B-1F9B-4436-B015-5425E86186FB}" type="presOf" srcId="{8AB7D2C4-5F36-4B01-AE15-75516BF2FA90}" destId="{D0C54E3F-CC25-4710-9150-8B6233367AE5}" srcOrd="0" destOrd="0" presId="urn:microsoft.com/office/officeart/2005/8/layout/hList1"/>
    <dgm:cxn modelId="{40337B91-3614-46EB-AF64-FDD252148D6F}" type="presOf" srcId="{1F8704FF-16B5-4617-956B-9A7844D123EF}" destId="{FA640889-00F4-4320-BD51-E30089AB0960}" srcOrd="0" destOrd="1" presId="urn:microsoft.com/office/officeart/2005/8/layout/hList1"/>
    <dgm:cxn modelId="{BA12479A-3632-483E-AA62-33DAB5DA10C8}" srcId="{8AB7D2C4-5F36-4B01-AE15-75516BF2FA90}" destId="{1DCA135E-0857-4E52-A1F2-F8167DF637DF}" srcOrd="0" destOrd="0" parTransId="{45823AFB-B7A9-4EAE-935E-5DCB865890E6}" sibTransId="{68B6E44C-E113-45DA-B113-7E94A2B5C9F8}"/>
    <dgm:cxn modelId="{6E8B6DAB-5699-4331-B542-1D8647E60910}" type="presOf" srcId="{47443C9F-90B9-4DF8-8049-DB47E16E6234}" destId="{11EAAA48-F117-4D70-A7A8-36CCC61CA309}" srcOrd="0" destOrd="0" presId="urn:microsoft.com/office/officeart/2005/8/layout/hList1"/>
    <dgm:cxn modelId="{3676FFB8-0D49-45C2-9D7A-6ADCB293D45D}" type="presOf" srcId="{E1F30D68-6A75-42D8-8F41-C7EE250B4137}" destId="{AE3698A2-84AD-48FB-B6D9-672FDB92F8A0}" srcOrd="0" destOrd="0" presId="urn:microsoft.com/office/officeart/2005/8/layout/hList1"/>
    <dgm:cxn modelId="{10E5DAB9-8A34-4FB3-82D5-963A4C29203C}" srcId="{47443C9F-90B9-4DF8-8049-DB47E16E6234}" destId="{8AB7D2C4-5F36-4B01-AE15-75516BF2FA90}" srcOrd="1" destOrd="0" parTransId="{15B2F8EA-D576-47D2-8B24-FE42BE2AB70D}" sibTransId="{0A923667-9CFA-451F-87E2-5095FFD63991}"/>
    <dgm:cxn modelId="{BE1F1BC4-74F6-4F38-8368-349B2040D4ED}" srcId="{8AB7D2C4-5F36-4B01-AE15-75516BF2FA90}" destId="{AB37E25E-6C24-4C74-A778-A509D4638A43}" srcOrd="2" destOrd="0" parTransId="{DFA0A0D6-5E31-4E79-82BB-46DDBC820370}" sibTransId="{42F6425B-43B9-41BF-99D5-D02354558716}"/>
    <dgm:cxn modelId="{F05787C6-A2FD-4FF8-B0BA-2BCB06E9C1DE}" srcId="{E56D8380-CA43-48E2-8185-2064465620C2}" destId="{1F8704FF-16B5-4617-956B-9A7844D123EF}" srcOrd="1" destOrd="0" parTransId="{387F90E2-1B38-436F-99E1-FDC97AA3DF65}" sibTransId="{BB436807-1C95-458C-A977-A1E9AB44DBD1}"/>
    <dgm:cxn modelId="{69BD9CC6-4EE5-4242-BE58-FBD7064E2A45}" type="presOf" srcId="{F57430CB-360B-417A-8ACA-4A7D9409FC9F}" destId="{5CFE6FD7-6514-4F9E-8AAF-5199BD035AFF}" srcOrd="0" destOrd="2" presId="urn:microsoft.com/office/officeart/2005/8/layout/hList1"/>
    <dgm:cxn modelId="{EDC14ACA-D828-4811-9A8C-E39EB954BDC3}" type="presOf" srcId="{9C062704-8C60-4324-9651-0FEBBEC6C3AD}" destId="{93B28B28-E5E4-4682-A0D5-12010DCAEF76}" srcOrd="0" destOrd="1" presId="urn:microsoft.com/office/officeart/2005/8/layout/hList1"/>
    <dgm:cxn modelId="{F0C703EF-E05A-4D18-AAB8-8AD48F0C9839}" srcId="{E56D8380-CA43-48E2-8185-2064465620C2}" destId="{E560133D-DF08-496E-B548-D0FEB6B2067A}" srcOrd="0" destOrd="0" parTransId="{6AFC4336-04E7-4AA9-A1C6-F0EFE29C1B43}" sibTransId="{E57DAA2E-DF3D-4604-AFF4-6C86D28F48EB}"/>
    <dgm:cxn modelId="{66BCBAEB-862A-4775-9218-06091063FDE0}" type="presParOf" srcId="{11EAAA48-F117-4D70-A7A8-36CCC61CA309}" destId="{2609F219-DF6C-41B5-BDF6-7BD7DB1599E7}" srcOrd="0" destOrd="0" presId="urn:microsoft.com/office/officeart/2005/8/layout/hList1"/>
    <dgm:cxn modelId="{F6224330-F49C-458A-BAE4-6E766434DA6E}" type="presParOf" srcId="{2609F219-DF6C-41B5-BDF6-7BD7DB1599E7}" destId="{2FAEB537-2845-4FFE-AD35-3A329CB8BB13}" srcOrd="0" destOrd="0" presId="urn:microsoft.com/office/officeart/2005/8/layout/hList1"/>
    <dgm:cxn modelId="{1CDC66A5-B3FF-4039-BF51-30B82C425A95}" type="presParOf" srcId="{2609F219-DF6C-41B5-BDF6-7BD7DB1599E7}" destId="{FA640889-00F4-4320-BD51-E30089AB0960}" srcOrd="1" destOrd="0" presId="urn:microsoft.com/office/officeart/2005/8/layout/hList1"/>
    <dgm:cxn modelId="{EAE73ABB-F0E3-4808-8303-2CE0E4FF991D}" type="presParOf" srcId="{11EAAA48-F117-4D70-A7A8-36CCC61CA309}" destId="{4F457AFA-33EC-49A5-986B-C9095CFDC4B7}" srcOrd="1" destOrd="0" presId="urn:microsoft.com/office/officeart/2005/8/layout/hList1"/>
    <dgm:cxn modelId="{DB811C28-FA1D-4CA1-8685-FBEB89936863}" type="presParOf" srcId="{11EAAA48-F117-4D70-A7A8-36CCC61CA309}" destId="{C9E23C89-729F-4521-870E-D93EFA07FB5C}" srcOrd="2" destOrd="0" presId="urn:microsoft.com/office/officeart/2005/8/layout/hList1"/>
    <dgm:cxn modelId="{782E0729-CEF3-42B9-8141-B73FFEF83DF6}" type="presParOf" srcId="{C9E23C89-729F-4521-870E-D93EFA07FB5C}" destId="{D0C54E3F-CC25-4710-9150-8B6233367AE5}" srcOrd="0" destOrd="0" presId="urn:microsoft.com/office/officeart/2005/8/layout/hList1"/>
    <dgm:cxn modelId="{C3FB55DC-2541-4470-85AE-F7EA6257F96D}" type="presParOf" srcId="{C9E23C89-729F-4521-870E-D93EFA07FB5C}" destId="{93B28B28-E5E4-4682-A0D5-12010DCAEF76}" srcOrd="1" destOrd="0" presId="urn:microsoft.com/office/officeart/2005/8/layout/hList1"/>
    <dgm:cxn modelId="{03F3EBDB-4057-4806-900A-B0601A6BCA8E}" type="presParOf" srcId="{11EAAA48-F117-4D70-A7A8-36CCC61CA309}" destId="{53772142-D867-4A24-B55C-D5077527937D}" srcOrd="3" destOrd="0" presId="urn:microsoft.com/office/officeart/2005/8/layout/hList1"/>
    <dgm:cxn modelId="{FD5F8F96-9A10-4926-83F9-C43E5EBDC86D}" type="presParOf" srcId="{11EAAA48-F117-4D70-A7A8-36CCC61CA309}" destId="{5E33727F-BBFE-4710-8329-134796323AE0}" srcOrd="4" destOrd="0" presId="urn:microsoft.com/office/officeart/2005/8/layout/hList1"/>
    <dgm:cxn modelId="{012C9DFF-5340-4C0B-965B-CA7471FB9DEA}" type="presParOf" srcId="{5E33727F-BBFE-4710-8329-134796323AE0}" destId="{AE3698A2-84AD-48FB-B6D9-672FDB92F8A0}" srcOrd="0" destOrd="0" presId="urn:microsoft.com/office/officeart/2005/8/layout/hList1"/>
    <dgm:cxn modelId="{18617302-9B4A-4240-ADEC-9E820965ED31}" type="presParOf" srcId="{5E33727F-BBFE-4710-8329-134796323AE0}" destId="{5CFE6FD7-6514-4F9E-8AAF-5199BD035AF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1423ED-6669-452C-8250-F0855D3D0C4C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C75ADD6-8DC9-4F14-8F44-F3B171DD5C4B}">
      <dgm:prSet/>
      <dgm:spPr/>
      <dgm:t>
        <a:bodyPr/>
        <a:lstStyle/>
        <a:p>
          <a:r>
            <a:rPr lang="en-US" dirty="0"/>
            <a:t>The </a:t>
          </a:r>
          <a:r>
            <a:rPr lang="en-US" i="1" dirty="0" err="1"/>
            <a:t>time.sleep</a:t>
          </a:r>
          <a:r>
            <a:rPr lang="en-US" i="1" dirty="0"/>
            <a:t>()</a:t>
          </a:r>
        </a:p>
      </dgm:t>
    </dgm:pt>
    <dgm:pt modelId="{C47FEEE6-BF69-4CA5-954B-F25765736314}" type="parTrans" cxnId="{08BCF9D6-9D98-4034-B43A-CDC5973CD903}">
      <dgm:prSet/>
      <dgm:spPr/>
      <dgm:t>
        <a:bodyPr/>
        <a:lstStyle/>
        <a:p>
          <a:endParaRPr lang="en-US"/>
        </a:p>
      </dgm:t>
    </dgm:pt>
    <dgm:pt modelId="{5BD51DD7-A607-478A-9826-6F61F5113D88}" type="sibTrans" cxnId="{08BCF9D6-9D98-4034-B43A-CDC5973CD903}">
      <dgm:prSet/>
      <dgm:spPr/>
      <dgm:t>
        <a:bodyPr/>
        <a:lstStyle/>
        <a:p>
          <a:endParaRPr lang="en-US"/>
        </a:p>
      </dgm:t>
    </dgm:pt>
    <dgm:pt modelId="{A26D1596-ADEC-4229-83AA-B0CA9A3D873D}">
      <dgm:prSet/>
      <dgm:spPr/>
      <dgm:t>
        <a:bodyPr/>
        <a:lstStyle/>
        <a:p>
          <a:r>
            <a:rPr lang="en-US" dirty="0"/>
            <a:t>it will not return</a:t>
          </a:r>
        </a:p>
      </dgm:t>
    </dgm:pt>
    <dgm:pt modelId="{F4742CA9-9D84-4B7B-ACCB-745B415B84DD}" type="parTrans" cxnId="{9E22A5AE-D6E1-46C8-BD55-036985173FF3}">
      <dgm:prSet/>
      <dgm:spPr/>
      <dgm:t>
        <a:bodyPr/>
        <a:lstStyle/>
        <a:p>
          <a:endParaRPr lang="en-US"/>
        </a:p>
      </dgm:t>
    </dgm:pt>
    <dgm:pt modelId="{64315F0C-9A7F-4BDA-AA30-B9D43A9345A3}" type="sibTrans" cxnId="{9E22A5AE-D6E1-46C8-BD55-036985173FF3}">
      <dgm:prSet/>
      <dgm:spPr/>
      <dgm:t>
        <a:bodyPr/>
        <a:lstStyle/>
        <a:p>
          <a:endParaRPr lang="en-US"/>
        </a:p>
      </dgm:t>
    </dgm:pt>
    <dgm:pt modelId="{7AD0C9B0-1F72-48BE-B74B-2FB1111BC5C7}">
      <dgm:prSet/>
      <dgm:spPr/>
      <dgm:t>
        <a:bodyPr/>
        <a:lstStyle/>
        <a:p>
          <a:r>
            <a:rPr lang="en-US" dirty="0"/>
            <a:t>after the number of seconds </a:t>
          </a:r>
        </a:p>
      </dgm:t>
    </dgm:pt>
    <dgm:pt modelId="{D0F16214-2BFC-4F65-A5F6-3E778DB4BBCD}" type="parTrans" cxnId="{7F26B48B-3A3F-4460-8923-6536530B8BCA}">
      <dgm:prSet/>
      <dgm:spPr/>
      <dgm:t>
        <a:bodyPr/>
        <a:lstStyle/>
        <a:p>
          <a:endParaRPr lang="en-US"/>
        </a:p>
      </dgm:t>
    </dgm:pt>
    <dgm:pt modelId="{44EB14C5-614F-478E-AEC7-7284F5D12F91}" type="sibTrans" cxnId="{7F26B48B-3A3F-4460-8923-6536530B8BCA}">
      <dgm:prSet/>
      <dgm:spPr/>
      <dgm:t>
        <a:bodyPr/>
        <a:lstStyle/>
        <a:p>
          <a:endParaRPr lang="en-US"/>
        </a:p>
      </dgm:t>
    </dgm:pt>
    <dgm:pt modelId="{403DBD52-8BF6-4B42-B114-437697796530}">
      <dgm:prSet/>
      <dgm:spPr/>
      <dgm:t>
        <a:bodyPr/>
        <a:lstStyle/>
        <a:p>
          <a:r>
            <a:rPr lang="en-US" dirty="0"/>
            <a:t>passed to </a:t>
          </a:r>
          <a:r>
            <a:rPr lang="en-US" i="1" dirty="0" err="1"/>
            <a:t>time.sleep</a:t>
          </a:r>
          <a:r>
            <a:rPr lang="en-US" i="1" dirty="0"/>
            <a:t>() </a:t>
          </a:r>
          <a:r>
            <a:rPr lang="en-US" dirty="0"/>
            <a:t>has elapsed. </a:t>
          </a:r>
        </a:p>
      </dgm:t>
    </dgm:pt>
    <dgm:pt modelId="{928724D3-1694-4AC5-8E68-EA542AB39A37}" type="parTrans" cxnId="{8472C417-2E38-4E47-A9A0-97ADBCB17185}">
      <dgm:prSet/>
      <dgm:spPr/>
      <dgm:t>
        <a:bodyPr/>
        <a:lstStyle/>
        <a:p>
          <a:endParaRPr lang="en-US"/>
        </a:p>
      </dgm:t>
    </dgm:pt>
    <dgm:pt modelId="{3998FDCE-5B00-43D3-88A0-0C26D018DE1E}" type="sibTrans" cxnId="{8472C417-2E38-4E47-A9A0-97ADBCB17185}">
      <dgm:prSet/>
      <dgm:spPr/>
      <dgm:t>
        <a:bodyPr/>
        <a:lstStyle/>
        <a:p>
          <a:endParaRPr lang="en-US"/>
        </a:p>
      </dgm:t>
    </dgm:pt>
    <dgm:pt modelId="{75B10204-1B7F-40A5-97AD-C8CB8B1242E3}">
      <dgm:prSet/>
      <dgm:spPr/>
      <dgm:t>
        <a:bodyPr/>
        <a:lstStyle/>
        <a:p>
          <a:r>
            <a:rPr lang="en-US" dirty="0"/>
            <a:t>will </a:t>
          </a:r>
          <a:r>
            <a:rPr lang="en-US" i="0" dirty="0"/>
            <a:t>block</a:t>
          </a:r>
          <a:r>
            <a:rPr lang="tr-TR" i="0" dirty="0"/>
            <a:t> </a:t>
          </a:r>
          <a:r>
            <a:rPr lang="tr-TR" i="0" dirty="0" err="1"/>
            <a:t>the</a:t>
          </a:r>
          <a:r>
            <a:rPr lang="tr-TR" i="0" dirty="0"/>
            <a:t> </a:t>
          </a:r>
          <a:r>
            <a:rPr lang="tr-TR" i="0" dirty="0" err="1"/>
            <a:t>next</a:t>
          </a:r>
          <a:r>
            <a:rPr lang="tr-TR" i="1" dirty="0"/>
            <a:t> </a:t>
          </a:r>
          <a:r>
            <a:rPr lang="tr-TR" i="0" dirty="0" err="1"/>
            <a:t>statement</a:t>
          </a:r>
          <a:endParaRPr lang="en-US" i="0" dirty="0"/>
        </a:p>
      </dgm:t>
    </dgm:pt>
    <dgm:pt modelId="{D4014ACE-A0D5-48EF-887B-0D0C98367546}" type="parTrans" cxnId="{94DFED0A-76B4-4F2A-BB8E-66D2140F735F}">
      <dgm:prSet/>
      <dgm:spPr/>
      <dgm:t>
        <a:bodyPr/>
        <a:lstStyle/>
        <a:p>
          <a:endParaRPr lang="en-US"/>
        </a:p>
      </dgm:t>
    </dgm:pt>
    <dgm:pt modelId="{27E13FA9-3BA5-4319-9CAC-C0A924FE2BC0}" type="sibTrans" cxnId="{94DFED0A-76B4-4F2A-BB8E-66D2140F735F}">
      <dgm:prSet/>
      <dgm:spPr/>
      <dgm:t>
        <a:bodyPr/>
        <a:lstStyle/>
        <a:p>
          <a:endParaRPr lang="en-US"/>
        </a:p>
      </dgm:t>
    </dgm:pt>
    <dgm:pt modelId="{D97AD5F2-918D-4BE5-9350-77CE746D86B9}">
      <dgm:prSet/>
      <dgm:spPr/>
      <dgm:t>
        <a:bodyPr/>
        <a:lstStyle/>
        <a:p>
          <a:r>
            <a:rPr lang="en-US" dirty="0"/>
            <a:t> and release</a:t>
          </a:r>
          <a:r>
            <a:rPr lang="tr-TR" dirty="0"/>
            <a:t> </a:t>
          </a:r>
          <a:r>
            <a:rPr lang="tr-TR" dirty="0" err="1"/>
            <a:t>the</a:t>
          </a:r>
          <a:r>
            <a:rPr lang="en-US" dirty="0"/>
            <a:t> program</a:t>
          </a:r>
        </a:p>
      </dgm:t>
    </dgm:pt>
    <dgm:pt modelId="{8AF9C57B-F3D9-4A96-AE9B-CF63B7F07437}" type="parTrans" cxnId="{AAD8E44F-228B-4670-8CF5-271D7543B041}">
      <dgm:prSet/>
      <dgm:spPr/>
      <dgm:t>
        <a:bodyPr/>
        <a:lstStyle/>
        <a:p>
          <a:endParaRPr lang="en-US"/>
        </a:p>
      </dgm:t>
    </dgm:pt>
    <dgm:pt modelId="{76CBF1B8-DDE0-4787-A63C-152E41F48A6F}" type="sibTrans" cxnId="{AAD8E44F-228B-4670-8CF5-271D7543B041}">
      <dgm:prSet/>
      <dgm:spPr/>
      <dgm:t>
        <a:bodyPr/>
        <a:lstStyle/>
        <a:p>
          <a:endParaRPr lang="en-US"/>
        </a:p>
      </dgm:t>
    </dgm:pt>
    <dgm:pt modelId="{B07E1677-666A-4002-834D-0B01B6300194}">
      <dgm:prSet/>
      <dgm:spPr/>
      <dgm:t>
        <a:bodyPr/>
        <a:lstStyle/>
        <a:p>
          <a:r>
            <a:rPr lang="en-US"/>
            <a:t>to </a:t>
          </a:r>
          <a:r>
            <a:rPr lang="en-US" dirty="0"/>
            <a:t>execute other code</a:t>
          </a:r>
        </a:p>
      </dgm:t>
    </dgm:pt>
    <dgm:pt modelId="{178736C0-3F59-4B9F-8335-46E39B5D2A9A}" type="parTrans" cxnId="{CB1E9A9B-81AC-4791-807B-AF78C7F14915}">
      <dgm:prSet/>
      <dgm:spPr/>
      <dgm:t>
        <a:bodyPr/>
        <a:lstStyle/>
        <a:p>
          <a:endParaRPr lang="en-US"/>
        </a:p>
      </dgm:t>
    </dgm:pt>
    <dgm:pt modelId="{AB4679C3-18EA-47C5-811F-4BDD59A81142}" type="sibTrans" cxnId="{CB1E9A9B-81AC-4791-807B-AF78C7F14915}">
      <dgm:prSet/>
      <dgm:spPr/>
      <dgm:t>
        <a:bodyPr/>
        <a:lstStyle/>
        <a:p>
          <a:endParaRPr lang="en-US"/>
        </a:p>
      </dgm:t>
    </dgm:pt>
    <dgm:pt modelId="{7AE7E0DC-1BE9-444C-8F84-369962F65E93}">
      <dgm:prSet/>
      <dgm:spPr/>
      <dgm:t>
        <a:bodyPr/>
        <a:lstStyle/>
        <a:p>
          <a:r>
            <a:rPr lang="tr-TR" dirty="0" err="1"/>
            <a:t>Until</a:t>
          </a:r>
          <a:endParaRPr lang="en-US" dirty="0"/>
        </a:p>
      </dgm:t>
    </dgm:pt>
    <dgm:pt modelId="{BD33FD2A-07A9-4344-9C8C-4FC23BB8ABBE}" type="parTrans" cxnId="{4A423409-2EE2-4E05-ACB9-075914D55D6D}">
      <dgm:prSet/>
      <dgm:spPr/>
      <dgm:t>
        <a:bodyPr/>
        <a:lstStyle/>
        <a:p>
          <a:endParaRPr lang="en-US"/>
        </a:p>
      </dgm:t>
    </dgm:pt>
    <dgm:pt modelId="{5BD90D0E-D9FD-4FF4-895E-143074D7C2B2}" type="sibTrans" cxnId="{4A423409-2EE2-4E05-ACB9-075914D55D6D}">
      <dgm:prSet/>
      <dgm:spPr/>
      <dgm:t>
        <a:bodyPr/>
        <a:lstStyle/>
        <a:p>
          <a:endParaRPr lang="en-US"/>
        </a:p>
      </dgm:t>
    </dgm:pt>
    <dgm:pt modelId="{DE3128FC-EB57-4F9E-ABDB-E749CE3F4CCC}" type="pres">
      <dgm:prSet presAssocID="{191423ED-6669-452C-8250-F0855D3D0C4C}" presName="Name0" presStyleCnt="0">
        <dgm:presLayoutVars>
          <dgm:dir/>
          <dgm:animLvl val="lvl"/>
          <dgm:resizeHandles val="exact"/>
        </dgm:presLayoutVars>
      </dgm:prSet>
      <dgm:spPr/>
    </dgm:pt>
    <dgm:pt modelId="{E3DCE272-F7BB-432F-8EB7-C18D638390EB}" type="pres">
      <dgm:prSet presAssocID="{6C75ADD6-8DC9-4F14-8F44-F3B171DD5C4B}" presName="composite" presStyleCnt="0"/>
      <dgm:spPr/>
    </dgm:pt>
    <dgm:pt modelId="{92FF7A5F-DF97-4264-A2F3-E082468BEDEF}" type="pres">
      <dgm:prSet presAssocID="{6C75ADD6-8DC9-4F14-8F44-F3B171DD5C4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74996E2-474B-446A-A8B5-8D5A44814289}" type="pres">
      <dgm:prSet presAssocID="{6C75ADD6-8DC9-4F14-8F44-F3B171DD5C4B}" presName="desTx" presStyleLbl="alignAccFollowNode1" presStyleIdx="0" presStyleCnt="3">
        <dgm:presLayoutVars>
          <dgm:bulletEnabled val="1"/>
        </dgm:presLayoutVars>
      </dgm:prSet>
      <dgm:spPr/>
    </dgm:pt>
    <dgm:pt modelId="{0095D7E6-96DB-4DFF-BEBD-D5B6C1314653}" type="pres">
      <dgm:prSet presAssocID="{5BD51DD7-A607-478A-9826-6F61F5113D88}" presName="space" presStyleCnt="0"/>
      <dgm:spPr/>
    </dgm:pt>
    <dgm:pt modelId="{F363CCDD-FDCF-4CBB-9905-12BED8D9BF93}" type="pres">
      <dgm:prSet presAssocID="{A26D1596-ADEC-4229-83AA-B0CA9A3D873D}" presName="composite" presStyleCnt="0"/>
      <dgm:spPr/>
    </dgm:pt>
    <dgm:pt modelId="{9E4854FB-3894-4A06-B01D-6472A2938F0D}" type="pres">
      <dgm:prSet presAssocID="{A26D1596-ADEC-4229-83AA-B0CA9A3D873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5B8A5E2-625A-44B4-BED9-80CA30B7AA8C}" type="pres">
      <dgm:prSet presAssocID="{A26D1596-ADEC-4229-83AA-B0CA9A3D873D}" presName="desTx" presStyleLbl="alignAccFollowNode1" presStyleIdx="1" presStyleCnt="3">
        <dgm:presLayoutVars>
          <dgm:bulletEnabled val="1"/>
        </dgm:presLayoutVars>
      </dgm:prSet>
      <dgm:spPr/>
    </dgm:pt>
    <dgm:pt modelId="{DB789D78-3DFE-418C-8420-AF911BF5049A}" type="pres">
      <dgm:prSet presAssocID="{64315F0C-9A7F-4BDA-AA30-B9D43A9345A3}" presName="space" presStyleCnt="0"/>
      <dgm:spPr/>
    </dgm:pt>
    <dgm:pt modelId="{2CE27EAD-4C35-4EA6-A0EA-AD8AB7C4A6DD}" type="pres">
      <dgm:prSet presAssocID="{7AE7E0DC-1BE9-444C-8F84-369962F65E93}" presName="composite" presStyleCnt="0"/>
      <dgm:spPr/>
    </dgm:pt>
    <dgm:pt modelId="{79004649-690C-4E2B-B276-5F3DEEC49CAE}" type="pres">
      <dgm:prSet presAssocID="{7AE7E0DC-1BE9-444C-8F84-369962F65E9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D398235-1777-409F-B917-F6A2A4781C11}" type="pres">
      <dgm:prSet presAssocID="{7AE7E0DC-1BE9-444C-8F84-369962F65E9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A423409-2EE2-4E05-ACB9-075914D55D6D}" srcId="{191423ED-6669-452C-8250-F0855D3D0C4C}" destId="{7AE7E0DC-1BE9-444C-8F84-369962F65E93}" srcOrd="2" destOrd="0" parTransId="{BD33FD2A-07A9-4344-9C8C-4FC23BB8ABBE}" sibTransId="{5BD90D0E-D9FD-4FF4-895E-143074D7C2B2}"/>
    <dgm:cxn modelId="{94DFED0A-76B4-4F2A-BB8E-66D2140F735F}" srcId="{6C75ADD6-8DC9-4F14-8F44-F3B171DD5C4B}" destId="{75B10204-1B7F-40A5-97AD-C8CB8B1242E3}" srcOrd="0" destOrd="0" parTransId="{D4014ACE-A0D5-48EF-887B-0D0C98367546}" sibTransId="{27E13FA9-3BA5-4319-9CAC-C0A924FE2BC0}"/>
    <dgm:cxn modelId="{8472C417-2E38-4E47-A9A0-97ADBCB17185}" srcId="{7AE7E0DC-1BE9-444C-8F84-369962F65E93}" destId="{403DBD52-8BF6-4B42-B114-437697796530}" srcOrd="1" destOrd="0" parTransId="{928724D3-1694-4AC5-8E68-EA542AB39A37}" sibTransId="{3998FDCE-5B00-43D3-88A0-0C26D018DE1E}"/>
    <dgm:cxn modelId="{2660F232-5036-4573-B3C9-BEBFE8F82848}" type="presOf" srcId="{6C75ADD6-8DC9-4F14-8F44-F3B171DD5C4B}" destId="{92FF7A5F-DF97-4264-A2F3-E082468BEDEF}" srcOrd="0" destOrd="0" presId="urn:microsoft.com/office/officeart/2005/8/layout/hList1"/>
    <dgm:cxn modelId="{6940E241-42BF-4A73-A4D6-74FB1F1772FE}" type="presOf" srcId="{7AE7E0DC-1BE9-444C-8F84-369962F65E93}" destId="{79004649-690C-4E2B-B276-5F3DEEC49CAE}" srcOrd="0" destOrd="0" presId="urn:microsoft.com/office/officeart/2005/8/layout/hList1"/>
    <dgm:cxn modelId="{245B0743-C712-49AA-BD62-D25FB9C8D855}" type="presOf" srcId="{B07E1677-666A-4002-834D-0B01B6300194}" destId="{D5B8A5E2-625A-44B4-BED9-80CA30B7AA8C}" srcOrd="0" destOrd="1" presId="urn:microsoft.com/office/officeart/2005/8/layout/hList1"/>
    <dgm:cxn modelId="{34383A65-A100-4130-A99B-39E3E316C7DB}" type="presOf" srcId="{A26D1596-ADEC-4229-83AA-B0CA9A3D873D}" destId="{9E4854FB-3894-4A06-B01D-6472A2938F0D}" srcOrd="0" destOrd="0" presId="urn:microsoft.com/office/officeart/2005/8/layout/hList1"/>
    <dgm:cxn modelId="{AAD8E44F-228B-4670-8CF5-271D7543B041}" srcId="{A26D1596-ADEC-4229-83AA-B0CA9A3D873D}" destId="{D97AD5F2-918D-4BE5-9350-77CE746D86B9}" srcOrd="0" destOrd="0" parTransId="{8AF9C57B-F3D9-4A96-AE9B-CF63B7F07437}" sibTransId="{76CBF1B8-DDE0-4787-A63C-152E41F48A6F}"/>
    <dgm:cxn modelId="{6A216F7C-DCE2-4308-A58E-3247B29689CD}" type="presOf" srcId="{403DBD52-8BF6-4B42-B114-437697796530}" destId="{7D398235-1777-409F-B917-F6A2A4781C11}" srcOrd="0" destOrd="1" presId="urn:microsoft.com/office/officeart/2005/8/layout/hList1"/>
    <dgm:cxn modelId="{1A182785-6AC5-4519-A4A0-67ED7D397AD3}" type="presOf" srcId="{D97AD5F2-918D-4BE5-9350-77CE746D86B9}" destId="{D5B8A5E2-625A-44B4-BED9-80CA30B7AA8C}" srcOrd="0" destOrd="0" presId="urn:microsoft.com/office/officeart/2005/8/layout/hList1"/>
    <dgm:cxn modelId="{2E3F7D8B-8176-4882-AD15-5C26822F0CA2}" type="presOf" srcId="{7AD0C9B0-1F72-48BE-B74B-2FB1111BC5C7}" destId="{7D398235-1777-409F-B917-F6A2A4781C11}" srcOrd="0" destOrd="0" presId="urn:microsoft.com/office/officeart/2005/8/layout/hList1"/>
    <dgm:cxn modelId="{809D838B-843F-44B8-9276-CD0F44761E06}" type="presOf" srcId="{75B10204-1B7F-40A5-97AD-C8CB8B1242E3}" destId="{074996E2-474B-446A-A8B5-8D5A44814289}" srcOrd="0" destOrd="0" presId="urn:microsoft.com/office/officeart/2005/8/layout/hList1"/>
    <dgm:cxn modelId="{7F26B48B-3A3F-4460-8923-6536530B8BCA}" srcId="{7AE7E0DC-1BE9-444C-8F84-369962F65E93}" destId="{7AD0C9B0-1F72-48BE-B74B-2FB1111BC5C7}" srcOrd="0" destOrd="0" parTransId="{D0F16214-2BFC-4F65-A5F6-3E778DB4BBCD}" sibTransId="{44EB14C5-614F-478E-AEC7-7284F5D12F91}"/>
    <dgm:cxn modelId="{CB1E9A9B-81AC-4791-807B-AF78C7F14915}" srcId="{A26D1596-ADEC-4229-83AA-B0CA9A3D873D}" destId="{B07E1677-666A-4002-834D-0B01B6300194}" srcOrd="1" destOrd="0" parTransId="{178736C0-3F59-4B9F-8335-46E39B5D2A9A}" sibTransId="{AB4679C3-18EA-47C5-811F-4BDD59A81142}"/>
    <dgm:cxn modelId="{9E22A5AE-D6E1-46C8-BD55-036985173FF3}" srcId="{191423ED-6669-452C-8250-F0855D3D0C4C}" destId="{A26D1596-ADEC-4229-83AA-B0CA9A3D873D}" srcOrd="1" destOrd="0" parTransId="{F4742CA9-9D84-4B7B-ACCB-745B415B84DD}" sibTransId="{64315F0C-9A7F-4BDA-AA30-B9D43A9345A3}"/>
    <dgm:cxn modelId="{9657BDC8-1F33-410C-998A-704FE90048EB}" type="presOf" srcId="{191423ED-6669-452C-8250-F0855D3D0C4C}" destId="{DE3128FC-EB57-4F9E-ABDB-E749CE3F4CCC}" srcOrd="0" destOrd="0" presId="urn:microsoft.com/office/officeart/2005/8/layout/hList1"/>
    <dgm:cxn modelId="{08BCF9D6-9D98-4034-B43A-CDC5973CD903}" srcId="{191423ED-6669-452C-8250-F0855D3D0C4C}" destId="{6C75ADD6-8DC9-4F14-8F44-F3B171DD5C4B}" srcOrd="0" destOrd="0" parTransId="{C47FEEE6-BF69-4CA5-954B-F25765736314}" sibTransId="{5BD51DD7-A607-478A-9826-6F61F5113D88}"/>
    <dgm:cxn modelId="{A4D3767C-5AF1-4D4A-BA55-C12CD61A2EAA}" type="presParOf" srcId="{DE3128FC-EB57-4F9E-ABDB-E749CE3F4CCC}" destId="{E3DCE272-F7BB-432F-8EB7-C18D638390EB}" srcOrd="0" destOrd="0" presId="urn:microsoft.com/office/officeart/2005/8/layout/hList1"/>
    <dgm:cxn modelId="{EA6DD688-A401-485F-9B9C-8B45EA41A0A6}" type="presParOf" srcId="{E3DCE272-F7BB-432F-8EB7-C18D638390EB}" destId="{92FF7A5F-DF97-4264-A2F3-E082468BEDEF}" srcOrd="0" destOrd="0" presId="urn:microsoft.com/office/officeart/2005/8/layout/hList1"/>
    <dgm:cxn modelId="{08526536-7238-404F-8E03-877E16FCF2DE}" type="presParOf" srcId="{E3DCE272-F7BB-432F-8EB7-C18D638390EB}" destId="{074996E2-474B-446A-A8B5-8D5A44814289}" srcOrd="1" destOrd="0" presId="urn:microsoft.com/office/officeart/2005/8/layout/hList1"/>
    <dgm:cxn modelId="{1BC00932-ED2E-41C8-B0E5-EABD1006665B}" type="presParOf" srcId="{DE3128FC-EB57-4F9E-ABDB-E749CE3F4CCC}" destId="{0095D7E6-96DB-4DFF-BEBD-D5B6C1314653}" srcOrd="1" destOrd="0" presId="urn:microsoft.com/office/officeart/2005/8/layout/hList1"/>
    <dgm:cxn modelId="{36233677-65FA-488B-A0E0-5BFC8F9158D8}" type="presParOf" srcId="{DE3128FC-EB57-4F9E-ABDB-E749CE3F4CCC}" destId="{F363CCDD-FDCF-4CBB-9905-12BED8D9BF93}" srcOrd="2" destOrd="0" presId="urn:microsoft.com/office/officeart/2005/8/layout/hList1"/>
    <dgm:cxn modelId="{25F3B3CB-FD07-4753-BEF3-3BB1EA490C5F}" type="presParOf" srcId="{F363CCDD-FDCF-4CBB-9905-12BED8D9BF93}" destId="{9E4854FB-3894-4A06-B01D-6472A2938F0D}" srcOrd="0" destOrd="0" presId="urn:microsoft.com/office/officeart/2005/8/layout/hList1"/>
    <dgm:cxn modelId="{9837A329-C2BD-4DEF-AB21-286B0FDBB807}" type="presParOf" srcId="{F363CCDD-FDCF-4CBB-9905-12BED8D9BF93}" destId="{D5B8A5E2-625A-44B4-BED9-80CA30B7AA8C}" srcOrd="1" destOrd="0" presId="urn:microsoft.com/office/officeart/2005/8/layout/hList1"/>
    <dgm:cxn modelId="{F5751C5D-F162-4F7E-AEA8-35990EB0A77B}" type="presParOf" srcId="{DE3128FC-EB57-4F9E-ABDB-E749CE3F4CCC}" destId="{DB789D78-3DFE-418C-8420-AF911BF5049A}" srcOrd="3" destOrd="0" presId="urn:microsoft.com/office/officeart/2005/8/layout/hList1"/>
    <dgm:cxn modelId="{070F1BD9-D89B-42BF-B194-4F9196915E5D}" type="presParOf" srcId="{DE3128FC-EB57-4F9E-ABDB-E749CE3F4CCC}" destId="{2CE27EAD-4C35-4EA6-A0EA-AD8AB7C4A6DD}" srcOrd="4" destOrd="0" presId="urn:microsoft.com/office/officeart/2005/8/layout/hList1"/>
    <dgm:cxn modelId="{4FA6342B-C38D-4EFD-8815-62F386334E2D}" type="presParOf" srcId="{2CE27EAD-4C35-4EA6-A0EA-AD8AB7C4A6DD}" destId="{79004649-690C-4E2B-B276-5F3DEEC49CAE}" srcOrd="0" destOrd="0" presId="urn:microsoft.com/office/officeart/2005/8/layout/hList1"/>
    <dgm:cxn modelId="{38BB200E-2259-4946-AE01-C970C3303AFA}" type="presParOf" srcId="{2CE27EAD-4C35-4EA6-A0EA-AD8AB7C4A6DD}" destId="{7D398235-1777-409F-B917-F6A2A4781C1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1423ED-6669-452C-8250-F0855D3D0C4C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F889D2E-B06C-4AE0-B87B-B05F5A36568B}">
      <dgm:prSet/>
      <dgm:spPr/>
      <dgm:t>
        <a:bodyPr/>
        <a:lstStyle/>
        <a:p>
          <a:r>
            <a:rPr lang="en-US"/>
            <a:t>For example</a:t>
          </a:r>
        </a:p>
      </dgm:t>
    </dgm:pt>
    <dgm:pt modelId="{46AE4122-6349-403A-BF17-D90D4E0688A3}" type="parTrans" cxnId="{2C0DD96B-1E91-4191-8166-F26AB24B4876}">
      <dgm:prSet/>
      <dgm:spPr/>
      <dgm:t>
        <a:bodyPr/>
        <a:lstStyle/>
        <a:p>
          <a:endParaRPr lang="en-US"/>
        </a:p>
      </dgm:t>
    </dgm:pt>
    <dgm:pt modelId="{500A26B3-678B-4993-907F-B17129F7527D}" type="sibTrans" cxnId="{2C0DD96B-1E91-4191-8166-F26AB24B4876}">
      <dgm:prSet/>
      <dgm:spPr/>
      <dgm:t>
        <a:bodyPr/>
        <a:lstStyle/>
        <a:p>
          <a:endParaRPr lang="en-US"/>
        </a:p>
      </dgm:t>
    </dgm:pt>
    <dgm:pt modelId="{947C3EE0-1ACC-4228-A9EE-311C50D3C76E}">
      <dgm:prSet/>
      <dgm:spPr/>
      <dgm:t>
        <a:bodyPr/>
        <a:lstStyle/>
        <a:p>
          <a:r>
            <a:rPr lang="en-US" dirty="0"/>
            <a:t>if you enter </a:t>
          </a:r>
          <a:r>
            <a:rPr lang="en-US" i="1" dirty="0" err="1"/>
            <a:t>time.sleep</a:t>
          </a:r>
          <a:r>
            <a:rPr lang="en-US" i="1" dirty="0"/>
            <a:t>(5)</a:t>
          </a:r>
          <a:r>
            <a:rPr lang="en-US" dirty="0"/>
            <a:t> </a:t>
          </a:r>
        </a:p>
      </dgm:t>
    </dgm:pt>
    <dgm:pt modelId="{FE4E3BB2-DF57-4C54-8556-24E5265BC207}" type="parTrans" cxnId="{0BED8DA1-CD3B-4326-84D5-C3DEFF501F2F}">
      <dgm:prSet/>
      <dgm:spPr/>
      <dgm:t>
        <a:bodyPr/>
        <a:lstStyle/>
        <a:p>
          <a:endParaRPr lang="en-US"/>
        </a:p>
      </dgm:t>
    </dgm:pt>
    <dgm:pt modelId="{F4AE296E-D025-4AFB-80BE-CA9608B2511A}" type="sibTrans" cxnId="{0BED8DA1-CD3B-4326-84D5-C3DEFF501F2F}">
      <dgm:prSet/>
      <dgm:spPr/>
      <dgm:t>
        <a:bodyPr/>
        <a:lstStyle/>
        <a:p>
          <a:endParaRPr lang="en-US"/>
        </a:p>
      </dgm:t>
    </dgm:pt>
    <dgm:pt modelId="{F3B2E996-1A22-4EB4-ADD1-3BE6E714B3FC}">
      <dgm:prSet/>
      <dgm:spPr/>
      <dgm:t>
        <a:bodyPr/>
        <a:lstStyle/>
        <a:p>
          <a:r>
            <a:rPr lang="en-US"/>
            <a:t>you’ll see that the next </a:t>
          </a:r>
          <a:r>
            <a:rPr lang="tr-TR"/>
            <a:t>statement is executed</a:t>
          </a:r>
          <a:endParaRPr lang="en-US"/>
        </a:p>
      </dgm:t>
    </dgm:pt>
    <dgm:pt modelId="{00337D38-7377-4525-93A7-D05A6EA2BCBB}" type="parTrans" cxnId="{45D024B2-A999-4574-9DA4-486948B10C57}">
      <dgm:prSet/>
      <dgm:spPr/>
      <dgm:t>
        <a:bodyPr/>
        <a:lstStyle/>
        <a:p>
          <a:endParaRPr lang="en-US"/>
        </a:p>
      </dgm:t>
    </dgm:pt>
    <dgm:pt modelId="{5EA70617-7445-4ED9-81F2-C9ED6C0CC5DB}" type="sibTrans" cxnId="{45D024B2-A999-4574-9DA4-486948B10C57}">
      <dgm:prSet/>
      <dgm:spPr/>
      <dgm:t>
        <a:bodyPr/>
        <a:lstStyle/>
        <a:p>
          <a:endParaRPr lang="en-US"/>
        </a:p>
      </dgm:t>
    </dgm:pt>
    <dgm:pt modelId="{45C5271E-3A35-4B07-92D8-A5F250D50AA2}">
      <dgm:prSet/>
      <dgm:spPr/>
      <dgm:t>
        <a:bodyPr/>
        <a:lstStyle/>
        <a:p>
          <a:r>
            <a:rPr lang="tr-TR"/>
            <a:t>after</a:t>
          </a:r>
          <a:r>
            <a:rPr lang="en-US"/>
            <a:t> five seconds have</a:t>
          </a:r>
          <a:r>
            <a:rPr lang="tr-TR"/>
            <a:t> </a:t>
          </a:r>
          <a:r>
            <a:rPr lang="en-US"/>
            <a:t>passed.</a:t>
          </a:r>
        </a:p>
      </dgm:t>
    </dgm:pt>
    <dgm:pt modelId="{9A6A607F-87BC-4654-8EBD-77BEA7B09DDA}" type="parTrans" cxnId="{937314AB-23FE-4CF5-88BA-E615887D1ED2}">
      <dgm:prSet/>
      <dgm:spPr/>
      <dgm:t>
        <a:bodyPr/>
        <a:lstStyle/>
        <a:p>
          <a:endParaRPr lang="en-US"/>
        </a:p>
      </dgm:t>
    </dgm:pt>
    <dgm:pt modelId="{AB2A6A49-F0E2-4859-BD5A-047703625A9B}" type="sibTrans" cxnId="{937314AB-23FE-4CF5-88BA-E615887D1ED2}">
      <dgm:prSet/>
      <dgm:spPr/>
      <dgm:t>
        <a:bodyPr/>
        <a:lstStyle/>
        <a:p>
          <a:endParaRPr lang="en-US"/>
        </a:p>
      </dgm:t>
    </dgm:pt>
    <dgm:pt modelId="{98D4FF60-3171-4C00-B8F3-0394C3DE08F9}">
      <dgm:prSet/>
      <dgm:spPr/>
      <dgm:t>
        <a:bodyPr/>
        <a:lstStyle/>
        <a:p>
          <a:r>
            <a:rPr lang="en-US"/>
            <a:t>Be aware</a:t>
          </a:r>
        </a:p>
      </dgm:t>
    </dgm:pt>
    <dgm:pt modelId="{41853AF3-C0C4-4DC3-8280-CFEB7AD870DC}" type="parTrans" cxnId="{EE5801CE-DE65-47F1-A643-4A248B8C7261}">
      <dgm:prSet/>
      <dgm:spPr/>
      <dgm:t>
        <a:bodyPr/>
        <a:lstStyle/>
        <a:p>
          <a:endParaRPr lang="en-US"/>
        </a:p>
      </dgm:t>
    </dgm:pt>
    <dgm:pt modelId="{CBDEF59C-59C6-4BC1-B752-A3CC9EFEA81E}" type="sibTrans" cxnId="{EE5801CE-DE65-47F1-A643-4A248B8C7261}">
      <dgm:prSet/>
      <dgm:spPr/>
      <dgm:t>
        <a:bodyPr/>
        <a:lstStyle/>
        <a:p>
          <a:endParaRPr lang="en-US"/>
        </a:p>
      </dgm:t>
    </dgm:pt>
    <dgm:pt modelId="{8F09B2EF-476B-4A72-8B58-77A2C96592CF}">
      <dgm:prSet/>
      <dgm:spPr/>
      <dgm:t>
        <a:bodyPr/>
        <a:lstStyle/>
        <a:p>
          <a:r>
            <a:rPr lang="en-US"/>
            <a:t>pressing ctrl-C </a:t>
          </a:r>
        </a:p>
      </dgm:t>
    </dgm:pt>
    <dgm:pt modelId="{ECC8E589-AA15-49C1-A6C0-A5D07CBFCB4D}" type="parTrans" cxnId="{C59DA9CD-E87B-4CA9-85E8-DD7925344E75}">
      <dgm:prSet/>
      <dgm:spPr/>
      <dgm:t>
        <a:bodyPr/>
        <a:lstStyle/>
        <a:p>
          <a:endParaRPr lang="en-US"/>
        </a:p>
      </dgm:t>
    </dgm:pt>
    <dgm:pt modelId="{1E67298F-E564-4DA6-A1AF-054DA2D13C2A}" type="sibTrans" cxnId="{C59DA9CD-E87B-4CA9-85E8-DD7925344E75}">
      <dgm:prSet/>
      <dgm:spPr/>
      <dgm:t>
        <a:bodyPr/>
        <a:lstStyle/>
        <a:p>
          <a:endParaRPr lang="en-US"/>
        </a:p>
      </dgm:t>
    </dgm:pt>
    <dgm:pt modelId="{61DC2DF8-FC08-4D90-B9D3-E1E07095D895}">
      <dgm:prSet/>
      <dgm:spPr/>
      <dgm:t>
        <a:bodyPr/>
        <a:lstStyle/>
        <a:p>
          <a:r>
            <a:rPr lang="en-US" dirty="0"/>
            <a:t>will not interrupt </a:t>
          </a:r>
          <a:r>
            <a:rPr lang="en-US" i="1" dirty="0" err="1"/>
            <a:t>time.sleep</a:t>
          </a:r>
          <a:r>
            <a:rPr lang="en-US" i="1" dirty="0"/>
            <a:t>()</a:t>
          </a:r>
          <a:r>
            <a:rPr lang="tr-TR" dirty="0"/>
            <a:t> </a:t>
          </a:r>
          <a:r>
            <a:rPr lang="en-US" dirty="0"/>
            <a:t>calls</a:t>
          </a:r>
        </a:p>
      </dgm:t>
    </dgm:pt>
    <dgm:pt modelId="{327D5CAC-BE03-43CA-B7EC-A5D66E895338}" type="parTrans" cxnId="{4441BA0C-AF61-40BE-8540-F24BEB384249}">
      <dgm:prSet/>
      <dgm:spPr/>
      <dgm:t>
        <a:bodyPr/>
        <a:lstStyle/>
        <a:p>
          <a:endParaRPr lang="en-US"/>
        </a:p>
      </dgm:t>
    </dgm:pt>
    <dgm:pt modelId="{0E2EDE3B-979E-4F7F-9840-0CCBE7971C0F}" type="sibTrans" cxnId="{4441BA0C-AF61-40BE-8540-F24BEB384249}">
      <dgm:prSet/>
      <dgm:spPr/>
      <dgm:t>
        <a:bodyPr/>
        <a:lstStyle/>
        <a:p>
          <a:endParaRPr lang="en-US"/>
        </a:p>
      </dgm:t>
    </dgm:pt>
    <dgm:pt modelId="{F87CB799-3BDD-4414-84E4-4F300894F11F}" type="pres">
      <dgm:prSet presAssocID="{191423ED-6669-452C-8250-F0855D3D0C4C}" presName="Name0" presStyleCnt="0">
        <dgm:presLayoutVars>
          <dgm:dir/>
          <dgm:animLvl val="lvl"/>
          <dgm:resizeHandles val="exact"/>
        </dgm:presLayoutVars>
      </dgm:prSet>
      <dgm:spPr/>
    </dgm:pt>
    <dgm:pt modelId="{8E515CBE-C276-4597-BA9E-1670FFE7F80F}" type="pres">
      <dgm:prSet presAssocID="{FF889D2E-B06C-4AE0-B87B-B05F5A36568B}" presName="composite" presStyleCnt="0"/>
      <dgm:spPr/>
    </dgm:pt>
    <dgm:pt modelId="{7096EDBA-E9F7-40BE-91C6-E2B27DF9CAF1}" type="pres">
      <dgm:prSet presAssocID="{FF889D2E-B06C-4AE0-B87B-B05F5A36568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8674F90-FA53-4394-8FB6-01EC10A2ED4F}" type="pres">
      <dgm:prSet presAssocID="{FF889D2E-B06C-4AE0-B87B-B05F5A36568B}" presName="desTx" presStyleLbl="alignAccFollowNode1" presStyleIdx="0" presStyleCnt="2">
        <dgm:presLayoutVars>
          <dgm:bulletEnabled val="1"/>
        </dgm:presLayoutVars>
      </dgm:prSet>
      <dgm:spPr/>
    </dgm:pt>
    <dgm:pt modelId="{E9537B75-C09E-48CA-927B-FEA44598A490}" type="pres">
      <dgm:prSet presAssocID="{500A26B3-678B-4993-907F-B17129F7527D}" presName="space" presStyleCnt="0"/>
      <dgm:spPr/>
    </dgm:pt>
    <dgm:pt modelId="{A84EAA4C-D572-4AB0-9187-1565E31D9A88}" type="pres">
      <dgm:prSet presAssocID="{98D4FF60-3171-4C00-B8F3-0394C3DE08F9}" presName="composite" presStyleCnt="0"/>
      <dgm:spPr/>
    </dgm:pt>
    <dgm:pt modelId="{283F97E4-6EFE-4283-B589-647AA14EB44B}" type="pres">
      <dgm:prSet presAssocID="{98D4FF60-3171-4C00-B8F3-0394C3DE08F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881EAA3-71B2-4C75-AB9D-230D2AE10C24}" type="pres">
      <dgm:prSet presAssocID="{98D4FF60-3171-4C00-B8F3-0394C3DE08F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441BA0C-AF61-40BE-8540-F24BEB384249}" srcId="{98D4FF60-3171-4C00-B8F3-0394C3DE08F9}" destId="{61DC2DF8-FC08-4D90-B9D3-E1E07095D895}" srcOrd="1" destOrd="0" parTransId="{327D5CAC-BE03-43CA-B7EC-A5D66E895338}" sibTransId="{0E2EDE3B-979E-4F7F-9840-0CCBE7971C0F}"/>
    <dgm:cxn modelId="{5FB89919-3857-4C0C-A535-8A1B922A5958}" type="presOf" srcId="{F3B2E996-1A22-4EB4-ADD1-3BE6E714B3FC}" destId="{B8674F90-FA53-4394-8FB6-01EC10A2ED4F}" srcOrd="0" destOrd="1" presId="urn:microsoft.com/office/officeart/2005/8/layout/hList1"/>
    <dgm:cxn modelId="{2B42DC20-AC63-41F4-A533-D67B5FA02F28}" type="presOf" srcId="{FF889D2E-B06C-4AE0-B87B-B05F5A36568B}" destId="{7096EDBA-E9F7-40BE-91C6-E2B27DF9CAF1}" srcOrd="0" destOrd="0" presId="urn:microsoft.com/office/officeart/2005/8/layout/hList1"/>
    <dgm:cxn modelId="{6059552E-8501-4F52-98F4-4145EE53B37A}" type="presOf" srcId="{98D4FF60-3171-4C00-B8F3-0394C3DE08F9}" destId="{283F97E4-6EFE-4283-B589-647AA14EB44B}" srcOrd="0" destOrd="0" presId="urn:microsoft.com/office/officeart/2005/8/layout/hList1"/>
    <dgm:cxn modelId="{47284765-91D9-4622-AA14-478927F2E809}" type="presOf" srcId="{8F09B2EF-476B-4A72-8B58-77A2C96592CF}" destId="{3881EAA3-71B2-4C75-AB9D-230D2AE10C24}" srcOrd="0" destOrd="0" presId="urn:microsoft.com/office/officeart/2005/8/layout/hList1"/>
    <dgm:cxn modelId="{0F705F68-E98B-4E46-BD8B-8B692F72FE3E}" type="presOf" srcId="{61DC2DF8-FC08-4D90-B9D3-E1E07095D895}" destId="{3881EAA3-71B2-4C75-AB9D-230D2AE10C24}" srcOrd="0" destOrd="1" presId="urn:microsoft.com/office/officeart/2005/8/layout/hList1"/>
    <dgm:cxn modelId="{90D7BF68-7F27-4F67-A532-9E02ACCED2C3}" type="presOf" srcId="{45C5271E-3A35-4B07-92D8-A5F250D50AA2}" destId="{B8674F90-FA53-4394-8FB6-01EC10A2ED4F}" srcOrd="0" destOrd="2" presId="urn:microsoft.com/office/officeart/2005/8/layout/hList1"/>
    <dgm:cxn modelId="{2C0DD96B-1E91-4191-8166-F26AB24B4876}" srcId="{191423ED-6669-452C-8250-F0855D3D0C4C}" destId="{FF889D2E-B06C-4AE0-B87B-B05F5A36568B}" srcOrd="0" destOrd="0" parTransId="{46AE4122-6349-403A-BF17-D90D4E0688A3}" sibTransId="{500A26B3-678B-4993-907F-B17129F7527D}"/>
    <dgm:cxn modelId="{B70A2995-9A27-4D56-9355-32949937831B}" type="presOf" srcId="{191423ED-6669-452C-8250-F0855D3D0C4C}" destId="{F87CB799-3BDD-4414-84E4-4F300894F11F}" srcOrd="0" destOrd="0" presId="urn:microsoft.com/office/officeart/2005/8/layout/hList1"/>
    <dgm:cxn modelId="{0BED8DA1-CD3B-4326-84D5-C3DEFF501F2F}" srcId="{FF889D2E-B06C-4AE0-B87B-B05F5A36568B}" destId="{947C3EE0-1ACC-4228-A9EE-311C50D3C76E}" srcOrd="0" destOrd="0" parTransId="{FE4E3BB2-DF57-4C54-8556-24E5265BC207}" sibTransId="{F4AE296E-D025-4AFB-80BE-CA9608B2511A}"/>
    <dgm:cxn modelId="{937314AB-23FE-4CF5-88BA-E615887D1ED2}" srcId="{FF889D2E-B06C-4AE0-B87B-B05F5A36568B}" destId="{45C5271E-3A35-4B07-92D8-A5F250D50AA2}" srcOrd="2" destOrd="0" parTransId="{9A6A607F-87BC-4654-8EBD-77BEA7B09DDA}" sibTransId="{AB2A6A49-F0E2-4859-BD5A-047703625A9B}"/>
    <dgm:cxn modelId="{45D024B2-A999-4574-9DA4-486948B10C57}" srcId="{FF889D2E-B06C-4AE0-B87B-B05F5A36568B}" destId="{F3B2E996-1A22-4EB4-ADD1-3BE6E714B3FC}" srcOrd="1" destOrd="0" parTransId="{00337D38-7377-4525-93A7-D05A6EA2BCBB}" sibTransId="{5EA70617-7445-4ED9-81F2-C9ED6C0CC5DB}"/>
    <dgm:cxn modelId="{C59DA9CD-E87B-4CA9-85E8-DD7925344E75}" srcId="{98D4FF60-3171-4C00-B8F3-0394C3DE08F9}" destId="{8F09B2EF-476B-4A72-8B58-77A2C96592CF}" srcOrd="0" destOrd="0" parTransId="{ECC8E589-AA15-49C1-A6C0-A5D07CBFCB4D}" sibTransId="{1E67298F-E564-4DA6-A1AF-054DA2D13C2A}"/>
    <dgm:cxn modelId="{EE5801CE-DE65-47F1-A643-4A248B8C7261}" srcId="{191423ED-6669-452C-8250-F0855D3D0C4C}" destId="{98D4FF60-3171-4C00-B8F3-0394C3DE08F9}" srcOrd="1" destOrd="0" parTransId="{41853AF3-C0C4-4DC3-8280-CFEB7AD870DC}" sibTransId="{CBDEF59C-59C6-4BC1-B752-A3CC9EFEA81E}"/>
    <dgm:cxn modelId="{653B1EFC-25C4-421F-B97A-721DB606F42C}" type="presOf" srcId="{947C3EE0-1ACC-4228-A9EE-311C50D3C76E}" destId="{B8674F90-FA53-4394-8FB6-01EC10A2ED4F}" srcOrd="0" destOrd="0" presId="urn:microsoft.com/office/officeart/2005/8/layout/hList1"/>
    <dgm:cxn modelId="{E303DC93-1CFF-46A6-B122-B7000524FB2C}" type="presParOf" srcId="{F87CB799-3BDD-4414-84E4-4F300894F11F}" destId="{8E515CBE-C276-4597-BA9E-1670FFE7F80F}" srcOrd="0" destOrd="0" presId="urn:microsoft.com/office/officeart/2005/8/layout/hList1"/>
    <dgm:cxn modelId="{D77BF925-9B9E-4066-8E6A-4004F96D2C25}" type="presParOf" srcId="{8E515CBE-C276-4597-BA9E-1670FFE7F80F}" destId="{7096EDBA-E9F7-40BE-91C6-E2B27DF9CAF1}" srcOrd="0" destOrd="0" presId="urn:microsoft.com/office/officeart/2005/8/layout/hList1"/>
    <dgm:cxn modelId="{6C0A4301-2AF1-4A4C-B9F9-7A37D7756533}" type="presParOf" srcId="{8E515CBE-C276-4597-BA9E-1670FFE7F80F}" destId="{B8674F90-FA53-4394-8FB6-01EC10A2ED4F}" srcOrd="1" destOrd="0" presId="urn:microsoft.com/office/officeart/2005/8/layout/hList1"/>
    <dgm:cxn modelId="{5FB7B2A2-AF92-4566-B9D1-164D3DA81027}" type="presParOf" srcId="{F87CB799-3BDD-4414-84E4-4F300894F11F}" destId="{E9537B75-C09E-48CA-927B-FEA44598A490}" srcOrd="1" destOrd="0" presId="urn:microsoft.com/office/officeart/2005/8/layout/hList1"/>
    <dgm:cxn modelId="{6A8027F1-7DF3-41BC-A4D2-7A4AF8E7E8A9}" type="presParOf" srcId="{F87CB799-3BDD-4414-84E4-4F300894F11F}" destId="{A84EAA4C-D572-4AB0-9187-1565E31D9A88}" srcOrd="2" destOrd="0" presId="urn:microsoft.com/office/officeart/2005/8/layout/hList1"/>
    <dgm:cxn modelId="{39C25E83-EEA1-435E-AEAF-4C758703AD29}" type="presParOf" srcId="{A84EAA4C-D572-4AB0-9187-1565E31D9A88}" destId="{283F97E4-6EFE-4283-B589-647AA14EB44B}" srcOrd="0" destOrd="0" presId="urn:microsoft.com/office/officeart/2005/8/layout/hList1"/>
    <dgm:cxn modelId="{692FA064-2771-4F34-B208-B56D67CD8275}" type="presParOf" srcId="{A84EAA4C-D572-4AB0-9187-1565E31D9A88}" destId="{3881EAA3-71B2-4C75-AB9D-230D2AE10C2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71FD71F-3937-4F15-AA5B-2C388B657ABC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A6478BC-D125-4C66-BCD1-79163D8F4A01}">
      <dgm:prSet/>
      <dgm:spPr/>
      <dgm:t>
        <a:bodyPr/>
        <a:lstStyle/>
        <a:p>
          <a:r>
            <a:rPr lang="en-US" dirty="0"/>
            <a:t>If you need</a:t>
          </a:r>
        </a:p>
      </dgm:t>
    </dgm:pt>
    <dgm:pt modelId="{836BE8C2-C33E-4505-AF72-04F83E8CA505}" type="parTrans" cxnId="{B3D5CFBB-4B94-4FEE-BF90-136759983A32}">
      <dgm:prSet/>
      <dgm:spPr/>
      <dgm:t>
        <a:bodyPr/>
        <a:lstStyle/>
        <a:p>
          <a:endParaRPr lang="en-US"/>
        </a:p>
      </dgm:t>
    </dgm:pt>
    <dgm:pt modelId="{4937A01C-5490-40CC-B597-BD84FBEFD4BF}" type="sibTrans" cxnId="{B3D5CFBB-4B94-4FEE-BF90-136759983A32}">
      <dgm:prSet/>
      <dgm:spPr/>
      <dgm:t>
        <a:bodyPr/>
        <a:lstStyle/>
        <a:p>
          <a:endParaRPr lang="en-US"/>
        </a:p>
      </dgm:t>
    </dgm:pt>
    <dgm:pt modelId="{DA77F19C-93EC-48E7-B407-B93A3B32CB74}">
      <dgm:prSet/>
      <dgm:spPr/>
      <dgm:t>
        <a:bodyPr/>
        <a:lstStyle/>
        <a:p>
          <a:r>
            <a:rPr lang="en-US" dirty="0"/>
            <a:t>call the </a:t>
          </a:r>
          <a:r>
            <a:rPr lang="en-US" dirty="0" err="1"/>
            <a:t>time.sleep</a:t>
          </a:r>
          <a:r>
            <a:rPr lang="en-US" dirty="0"/>
            <a:t>() function</a:t>
          </a:r>
        </a:p>
      </dgm:t>
    </dgm:pt>
    <dgm:pt modelId="{79F4CCF6-6FD1-44CD-A4FC-0EFC8A5FBAD1}" type="parTrans" cxnId="{6A0BB1DA-A082-4B3D-AB00-FB5596F7370D}">
      <dgm:prSet/>
      <dgm:spPr/>
      <dgm:t>
        <a:bodyPr/>
        <a:lstStyle/>
        <a:p>
          <a:endParaRPr lang="en-US"/>
        </a:p>
      </dgm:t>
    </dgm:pt>
    <dgm:pt modelId="{012C093C-785D-45B6-A4CA-7F23862186F0}" type="sibTrans" cxnId="{6A0BB1DA-A082-4B3D-AB00-FB5596F7370D}">
      <dgm:prSet/>
      <dgm:spPr/>
      <dgm:t>
        <a:bodyPr/>
        <a:lstStyle/>
        <a:p>
          <a:endParaRPr lang="en-US"/>
        </a:p>
      </dgm:t>
    </dgm:pt>
    <dgm:pt modelId="{86711B84-46E2-4639-843B-88FCFAAA9074}">
      <dgm:prSet/>
      <dgm:spPr/>
      <dgm:t>
        <a:bodyPr/>
        <a:lstStyle/>
        <a:p>
          <a:r>
            <a:rPr lang="en-US"/>
            <a:t>pass it the number of seconds </a:t>
          </a:r>
        </a:p>
      </dgm:t>
    </dgm:pt>
    <dgm:pt modelId="{4F5ADC53-4008-4184-A65F-FAC581167B80}" type="parTrans" cxnId="{5E874039-075B-4AFC-8078-28499D525F13}">
      <dgm:prSet/>
      <dgm:spPr/>
      <dgm:t>
        <a:bodyPr/>
        <a:lstStyle/>
        <a:p>
          <a:endParaRPr lang="en-US"/>
        </a:p>
      </dgm:t>
    </dgm:pt>
    <dgm:pt modelId="{E1334618-2E0E-4835-B471-CB768974CFF5}" type="sibTrans" cxnId="{5E874039-075B-4AFC-8078-28499D525F13}">
      <dgm:prSet/>
      <dgm:spPr/>
      <dgm:t>
        <a:bodyPr/>
        <a:lstStyle/>
        <a:p>
          <a:endParaRPr lang="en-US"/>
        </a:p>
      </dgm:t>
    </dgm:pt>
    <dgm:pt modelId="{B34891AC-6A17-4343-9D74-9A4803059AFE}">
      <dgm:prSet/>
      <dgm:spPr/>
      <dgm:t>
        <a:bodyPr/>
        <a:lstStyle/>
        <a:p>
          <a:r>
            <a:rPr lang="en-US" dirty="0"/>
            <a:t>you want your program</a:t>
          </a:r>
        </a:p>
      </dgm:t>
    </dgm:pt>
    <dgm:pt modelId="{6DD4058E-C1EF-4691-B8F5-BFB696802C3C}" type="parTrans" cxnId="{FC2CB091-3A24-4BA3-8A1F-F8AD37B35654}">
      <dgm:prSet/>
      <dgm:spPr/>
      <dgm:t>
        <a:bodyPr/>
        <a:lstStyle/>
        <a:p>
          <a:endParaRPr lang="en-US"/>
        </a:p>
      </dgm:t>
    </dgm:pt>
    <dgm:pt modelId="{C48C2807-322F-4F0A-9943-4C95B2630D05}" type="sibTrans" cxnId="{FC2CB091-3A24-4BA3-8A1F-F8AD37B35654}">
      <dgm:prSet/>
      <dgm:spPr/>
      <dgm:t>
        <a:bodyPr/>
        <a:lstStyle/>
        <a:p>
          <a:endParaRPr lang="en-US"/>
        </a:p>
      </dgm:t>
    </dgm:pt>
    <dgm:pt modelId="{A022B7DA-EF8E-4A35-B00F-6FEBDFA8C5CA}">
      <dgm:prSet/>
      <dgm:spPr/>
      <dgm:t>
        <a:bodyPr/>
        <a:lstStyle/>
        <a:p>
          <a:r>
            <a:rPr lang="en-US"/>
            <a:t> to pause your program for a while</a:t>
          </a:r>
        </a:p>
      </dgm:t>
    </dgm:pt>
    <dgm:pt modelId="{14F46241-987C-4E6D-8D38-A60745184C87}" type="parTrans" cxnId="{2C371E41-F9CB-41C5-BBBD-BF83BE6AA246}">
      <dgm:prSet/>
      <dgm:spPr/>
      <dgm:t>
        <a:bodyPr/>
        <a:lstStyle/>
        <a:p>
          <a:endParaRPr lang="en-US"/>
        </a:p>
      </dgm:t>
    </dgm:pt>
    <dgm:pt modelId="{7E52BA70-D67E-4B3E-B61F-803F3ADD4AF1}" type="sibTrans" cxnId="{2C371E41-F9CB-41C5-BBBD-BF83BE6AA246}">
      <dgm:prSet/>
      <dgm:spPr/>
      <dgm:t>
        <a:bodyPr/>
        <a:lstStyle/>
        <a:p>
          <a:endParaRPr lang="en-US"/>
        </a:p>
      </dgm:t>
    </dgm:pt>
    <dgm:pt modelId="{2DD72369-555D-45B3-9FA0-F37C97B18BE2}">
      <dgm:prSet/>
      <dgm:spPr/>
      <dgm:t>
        <a:bodyPr/>
        <a:lstStyle/>
        <a:p>
          <a:r>
            <a:rPr lang="en-US"/>
            <a:t>to </a:t>
          </a:r>
          <a:r>
            <a:rPr lang="en-US" dirty="0"/>
            <a:t>stay paused</a:t>
          </a:r>
        </a:p>
      </dgm:t>
    </dgm:pt>
    <dgm:pt modelId="{6EBB116A-346C-4F53-8DC6-AE2A2CB0074A}" type="parTrans" cxnId="{3ECC075A-902E-4582-888C-09756E9BD4C9}">
      <dgm:prSet/>
      <dgm:spPr/>
      <dgm:t>
        <a:bodyPr/>
        <a:lstStyle/>
        <a:p>
          <a:endParaRPr lang="en-US"/>
        </a:p>
      </dgm:t>
    </dgm:pt>
    <dgm:pt modelId="{6C366BE1-51C8-4C57-8703-1EF113793C57}" type="sibTrans" cxnId="{3ECC075A-902E-4582-888C-09756E9BD4C9}">
      <dgm:prSet/>
      <dgm:spPr/>
      <dgm:t>
        <a:bodyPr/>
        <a:lstStyle/>
        <a:p>
          <a:endParaRPr lang="en-US"/>
        </a:p>
      </dgm:t>
    </dgm:pt>
    <dgm:pt modelId="{C6120E61-AB56-435D-9A91-54FF111CC73A}" type="pres">
      <dgm:prSet presAssocID="{871FD71F-3937-4F15-AA5B-2C388B657ABC}" presName="Name0" presStyleCnt="0">
        <dgm:presLayoutVars>
          <dgm:dir/>
          <dgm:animLvl val="lvl"/>
          <dgm:resizeHandles val="exact"/>
        </dgm:presLayoutVars>
      </dgm:prSet>
      <dgm:spPr/>
    </dgm:pt>
    <dgm:pt modelId="{7D95CB41-C8B0-4FC7-9516-A446476F8415}" type="pres">
      <dgm:prSet presAssocID="{4A6478BC-D125-4C66-BCD1-79163D8F4A01}" presName="composite" presStyleCnt="0"/>
      <dgm:spPr/>
    </dgm:pt>
    <dgm:pt modelId="{916425D5-F44C-45C4-9577-CF8D8F94505D}" type="pres">
      <dgm:prSet presAssocID="{4A6478BC-D125-4C66-BCD1-79163D8F4A0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089A237-C293-48E5-85DA-D8AD5F384458}" type="pres">
      <dgm:prSet presAssocID="{4A6478BC-D125-4C66-BCD1-79163D8F4A01}" presName="desTx" presStyleLbl="alignAccFollowNode1" presStyleIdx="0" presStyleCnt="2">
        <dgm:presLayoutVars>
          <dgm:bulletEnabled val="1"/>
        </dgm:presLayoutVars>
      </dgm:prSet>
      <dgm:spPr/>
    </dgm:pt>
    <dgm:pt modelId="{D784D404-6DDA-49A5-9BCB-D4FC4A8929FC}" type="pres">
      <dgm:prSet presAssocID="{4937A01C-5490-40CC-B597-BD84FBEFD4BF}" presName="space" presStyleCnt="0"/>
      <dgm:spPr/>
    </dgm:pt>
    <dgm:pt modelId="{15D35A26-E51D-4E7B-BE5D-F9210A0F3A23}" type="pres">
      <dgm:prSet presAssocID="{86711B84-46E2-4639-843B-88FCFAAA9074}" presName="composite" presStyleCnt="0"/>
      <dgm:spPr/>
    </dgm:pt>
    <dgm:pt modelId="{CD98510F-9D6D-49B0-8200-13BCD435F7F2}" type="pres">
      <dgm:prSet presAssocID="{86711B84-46E2-4639-843B-88FCFAAA907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CEF7D84-7FB5-41C2-A9AA-4773CBCFCD2D}" type="pres">
      <dgm:prSet presAssocID="{86711B84-46E2-4639-843B-88FCFAAA907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9DADF22-EBC8-4F94-8091-BA61E970B48C}" type="presOf" srcId="{871FD71F-3937-4F15-AA5B-2C388B657ABC}" destId="{C6120E61-AB56-435D-9A91-54FF111CC73A}" srcOrd="0" destOrd="0" presId="urn:microsoft.com/office/officeart/2005/8/layout/hList1"/>
    <dgm:cxn modelId="{5E874039-075B-4AFC-8078-28499D525F13}" srcId="{871FD71F-3937-4F15-AA5B-2C388B657ABC}" destId="{86711B84-46E2-4639-843B-88FCFAAA9074}" srcOrd="1" destOrd="0" parTransId="{4F5ADC53-4008-4184-A65F-FAC581167B80}" sibTransId="{E1334618-2E0E-4835-B471-CB768974CFF5}"/>
    <dgm:cxn modelId="{2C371E41-F9CB-41C5-BBBD-BF83BE6AA246}" srcId="{4A6478BC-D125-4C66-BCD1-79163D8F4A01}" destId="{A022B7DA-EF8E-4A35-B00F-6FEBDFA8C5CA}" srcOrd="0" destOrd="0" parTransId="{14F46241-987C-4E6D-8D38-A60745184C87}" sibTransId="{7E52BA70-D67E-4B3E-B61F-803F3ADD4AF1}"/>
    <dgm:cxn modelId="{40259A6A-D229-43D2-A05C-4E1AAD78C6AD}" type="presOf" srcId="{2DD72369-555D-45B3-9FA0-F37C97B18BE2}" destId="{4CEF7D84-7FB5-41C2-A9AA-4773CBCFCD2D}" srcOrd="0" destOrd="1" presId="urn:microsoft.com/office/officeart/2005/8/layout/hList1"/>
    <dgm:cxn modelId="{80E13151-DF3A-4F86-8CA6-6339223F6314}" type="presOf" srcId="{86711B84-46E2-4639-843B-88FCFAAA9074}" destId="{CD98510F-9D6D-49B0-8200-13BCD435F7F2}" srcOrd="0" destOrd="0" presId="urn:microsoft.com/office/officeart/2005/8/layout/hList1"/>
    <dgm:cxn modelId="{85B9ED76-D36A-4421-BE79-3EE09222FBDC}" type="presOf" srcId="{B34891AC-6A17-4343-9D74-9A4803059AFE}" destId="{4CEF7D84-7FB5-41C2-A9AA-4773CBCFCD2D}" srcOrd="0" destOrd="0" presId="urn:microsoft.com/office/officeart/2005/8/layout/hList1"/>
    <dgm:cxn modelId="{8F22F359-57F1-4602-8D99-2E2B549097B9}" type="presOf" srcId="{4A6478BC-D125-4C66-BCD1-79163D8F4A01}" destId="{916425D5-F44C-45C4-9577-CF8D8F94505D}" srcOrd="0" destOrd="0" presId="urn:microsoft.com/office/officeart/2005/8/layout/hList1"/>
    <dgm:cxn modelId="{3ECC075A-902E-4582-888C-09756E9BD4C9}" srcId="{86711B84-46E2-4639-843B-88FCFAAA9074}" destId="{2DD72369-555D-45B3-9FA0-F37C97B18BE2}" srcOrd="1" destOrd="0" parTransId="{6EBB116A-346C-4F53-8DC6-AE2A2CB0074A}" sibTransId="{6C366BE1-51C8-4C57-8703-1EF113793C57}"/>
    <dgm:cxn modelId="{FC2CB091-3A24-4BA3-8A1F-F8AD37B35654}" srcId="{86711B84-46E2-4639-843B-88FCFAAA9074}" destId="{B34891AC-6A17-4343-9D74-9A4803059AFE}" srcOrd="0" destOrd="0" parTransId="{6DD4058E-C1EF-4691-B8F5-BFB696802C3C}" sibTransId="{C48C2807-322F-4F0A-9943-4C95B2630D05}"/>
    <dgm:cxn modelId="{98FE2CB9-FA91-4459-976E-5B74A8DBE90F}" type="presOf" srcId="{A022B7DA-EF8E-4A35-B00F-6FEBDFA8C5CA}" destId="{9089A237-C293-48E5-85DA-D8AD5F384458}" srcOrd="0" destOrd="0" presId="urn:microsoft.com/office/officeart/2005/8/layout/hList1"/>
    <dgm:cxn modelId="{B3D5CFBB-4B94-4FEE-BF90-136759983A32}" srcId="{871FD71F-3937-4F15-AA5B-2C388B657ABC}" destId="{4A6478BC-D125-4C66-BCD1-79163D8F4A01}" srcOrd="0" destOrd="0" parTransId="{836BE8C2-C33E-4505-AF72-04F83E8CA505}" sibTransId="{4937A01C-5490-40CC-B597-BD84FBEFD4BF}"/>
    <dgm:cxn modelId="{6A0BB1DA-A082-4B3D-AB00-FB5596F7370D}" srcId="{4A6478BC-D125-4C66-BCD1-79163D8F4A01}" destId="{DA77F19C-93EC-48E7-B407-B93A3B32CB74}" srcOrd="1" destOrd="0" parTransId="{79F4CCF6-6FD1-44CD-A4FC-0EFC8A5FBAD1}" sibTransId="{012C093C-785D-45B6-A4CA-7F23862186F0}"/>
    <dgm:cxn modelId="{4AF59DFC-D4E2-4EF9-91EB-7BE47FBB3F1D}" type="presOf" srcId="{DA77F19C-93EC-48E7-B407-B93A3B32CB74}" destId="{9089A237-C293-48E5-85DA-D8AD5F384458}" srcOrd="0" destOrd="1" presId="urn:microsoft.com/office/officeart/2005/8/layout/hList1"/>
    <dgm:cxn modelId="{60BF520A-878F-4CDB-9626-47EBD37A6D3D}" type="presParOf" srcId="{C6120E61-AB56-435D-9A91-54FF111CC73A}" destId="{7D95CB41-C8B0-4FC7-9516-A446476F8415}" srcOrd="0" destOrd="0" presId="urn:microsoft.com/office/officeart/2005/8/layout/hList1"/>
    <dgm:cxn modelId="{E617799F-2773-47A3-BD60-93A1F119CFC6}" type="presParOf" srcId="{7D95CB41-C8B0-4FC7-9516-A446476F8415}" destId="{916425D5-F44C-45C4-9577-CF8D8F94505D}" srcOrd="0" destOrd="0" presId="urn:microsoft.com/office/officeart/2005/8/layout/hList1"/>
    <dgm:cxn modelId="{BF9E1F4C-592B-4B69-B38B-9E02BA93E740}" type="presParOf" srcId="{7D95CB41-C8B0-4FC7-9516-A446476F8415}" destId="{9089A237-C293-48E5-85DA-D8AD5F384458}" srcOrd="1" destOrd="0" presId="urn:microsoft.com/office/officeart/2005/8/layout/hList1"/>
    <dgm:cxn modelId="{FED06BCA-560D-44DE-B731-DCA2AC48B2E5}" type="presParOf" srcId="{C6120E61-AB56-435D-9A91-54FF111CC73A}" destId="{D784D404-6DDA-49A5-9BCB-D4FC4A8929FC}" srcOrd="1" destOrd="0" presId="urn:microsoft.com/office/officeart/2005/8/layout/hList1"/>
    <dgm:cxn modelId="{07C6FC77-3DF6-4551-9BD6-FCE7D2D49E5B}" type="presParOf" srcId="{C6120E61-AB56-435D-9A91-54FF111CC73A}" destId="{15D35A26-E51D-4E7B-BE5D-F9210A0F3A23}" srcOrd="2" destOrd="0" presId="urn:microsoft.com/office/officeart/2005/8/layout/hList1"/>
    <dgm:cxn modelId="{1535BAD0-2B37-4D96-97C7-B8B931E6AD49}" type="presParOf" srcId="{15D35A26-E51D-4E7B-BE5D-F9210A0F3A23}" destId="{CD98510F-9D6D-49B0-8200-13BCD435F7F2}" srcOrd="0" destOrd="0" presId="urn:microsoft.com/office/officeart/2005/8/layout/hList1"/>
    <dgm:cxn modelId="{DD0BD433-1BDC-4DD3-9765-844638E2ADCC}" type="presParOf" srcId="{15D35A26-E51D-4E7B-BE5D-F9210A0F3A23}" destId="{4CEF7D84-7FB5-41C2-A9AA-4773CBCFCD2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1D78485-C9C9-46B1-9A9A-7623BE894079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778230A-9E79-47FC-AEDD-C7BCF3521F64}">
      <dgm:prSet/>
      <dgm:spPr/>
      <dgm:t>
        <a:bodyPr/>
        <a:lstStyle/>
        <a:p>
          <a:r>
            <a:rPr lang="en-US"/>
            <a:t>When working with times, </a:t>
          </a:r>
        </a:p>
      </dgm:t>
    </dgm:pt>
    <dgm:pt modelId="{0C682F59-D869-4971-888B-0DF749968746}" type="parTrans" cxnId="{242DFBCC-943B-44E3-A278-4B01014E13BA}">
      <dgm:prSet/>
      <dgm:spPr/>
      <dgm:t>
        <a:bodyPr/>
        <a:lstStyle/>
        <a:p>
          <a:endParaRPr lang="en-US"/>
        </a:p>
      </dgm:t>
    </dgm:pt>
    <dgm:pt modelId="{C46E64FE-728A-436D-A1D6-2A1576265E98}" type="sibTrans" cxnId="{242DFBCC-943B-44E3-A278-4B01014E13BA}">
      <dgm:prSet/>
      <dgm:spPr/>
      <dgm:t>
        <a:bodyPr/>
        <a:lstStyle/>
        <a:p>
          <a:endParaRPr lang="en-US"/>
        </a:p>
      </dgm:t>
    </dgm:pt>
    <dgm:pt modelId="{9CDC713E-74C4-42C1-AE9E-3748E5DF6611}">
      <dgm:prSet/>
      <dgm:spPr/>
      <dgm:t>
        <a:bodyPr/>
        <a:lstStyle/>
        <a:p>
          <a:r>
            <a:rPr lang="en-US"/>
            <a:t>you’ll often encounter float values </a:t>
          </a:r>
        </a:p>
      </dgm:t>
    </dgm:pt>
    <dgm:pt modelId="{06AC003A-91F0-4E2C-A9ED-A1F5D7DBCAF7}" type="parTrans" cxnId="{739451AA-1CFC-41DF-AC3C-56B65134114A}">
      <dgm:prSet/>
      <dgm:spPr/>
      <dgm:t>
        <a:bodyPr/>
        <a:lstStyle/>
        <a:p>
          <a:endParaRPr lang="en-US"/>
        </a:p>
      </dgm:t>
    </dgm:pt>
    <dgm:pt modelId="{EA2DCE8C-A907-4E02-B768-4CEEF96E3C06}" type="sibTrans" cxnId="{739451AA-1CFC-41DF-AC3C-56B65134114A}">
      <dgm:prSet/>
      <dgm:spPr/>
      <dgm:t>
        <a:bodyPr/>
        <a:lstStyle/>
        <a:p>
          <a:endParaRPr lang="en-US"/>
        </a:p>
      </dgm:t>
    </dgm:pt>
    <dgm:pt modelId="{9F01D8AA-26A9-4137-9122-5D2BFC8C6D1E}">
      <dgm:prSet/>
      <dgm:spPr/>
      <dgm:t>
        <a:bodyPr/>
        <a:lstStyle/>
        <a:p>
          <a:r>
            <a:rPr lang="en-US" dirty="0"/>
            <a:t>with many</a:t>
          </a:r>
          <a:r>
            <a:rPr lang="tr-TR" dirty="0"/>
            <a:t> </a:t>
          </a:r>
          <a:r>
            <a:rPr lang="en-US" dirty="0"/>
            <a:t>digits after the decimal. </a:t>
          </a:r>
        </a:p>
      </dgm:t>
    </dgm:pt>
    <dgm:pt modelId="{30E4939D-6DF8-47D8-974D-1BBCC0CF3B33}" type="parTrans" cxnId="{8192CCD5-1132-4876-A451-C8A266BD9A11}">
      <dgm:prSet/>
      <dgm:spPr/>
      <dgm:t>
        <a:bodyPr/>
        <a:lstStyle/>
        <a:p>
          <a:endParaRPr lang="en-US"/>
        </a:p>
      </dgm:t>
    </dgm:pt>
    <dgm:pt modelId="{A9F07733-745A-4303-A1CE-9F4BF2A3E945}" type="sibTrans" cxnId="{8192CCD5-1132-4876-A451-C8A266BD9A11}">
      <dgm:prSet/>
      <dgm:spPr/>
      <dgm:t>
        <a:bodyPr/>
        <a:lstStyle/>
        <a:p>
          <a:endParaRPr lang="en-US"/>
        </a:p>
      </dgm:t>
    </dgm:pt>
    <dgm:pt modelId="{E2E784CA-8BB4-476F-88BE-E8156397E260}">
      <dgm:prSet/>
      <dgm:spPr/>
      <dgm:t>
        <a:bodyPr/>
        <a:lstStyle/>
        <a:p>
          <a:r>
            <a:rPr lang="en-US" dirty="0"/>
            <a:t>To make these values easier to work with</a:t>
          </a:r>
        </a:p>
      </dgm:t>
    </dgm:pt>
    <dgm:pt modelId="{31D33B40-3720-4991-937F-BAEEB141BD51}" type="parTrans" cxnId="{FD62495D-BE85-4937-A3C4-094D2722F270}">
      <dgm:prSet/>
      <dgm:spPr/>
      <dgm:t>
        <a:bodyPr/>
        <a:lstStyle/>
        <a:p>
          <a:endParaRPr lang="en-US"/>
        </a:p>
      </dgm:t>
    </dgm:pt>
    <dgm:pt modelId="{D8145869-9D47-444D-9B5A-0C480F6FCCB8}" type="sibTrans" cxnId="{FD62495D-BE85-4937-A3C4-094D2722F270}">
      <dgm:prSet/>
      <dgm:spPr/>
      <dgm:t>
        <a:bodyPr/>
        <a:lstStyle/>
        <a:p>
          <a:endParaRPr lang="en-US"/>
        </a:p>
      </dgm:t>
    </dgm:pt>
    <dgm:pt modelId="{F7B284C3-F1E3-49FF-81D1-F00D3FC414B6}">
      <dgm:prSet/>
      <dgm:spPr/>
      <dgm:t>
        <a:bodyPr/>
        <a:lstStyle/>
        <a:p>
          <a:r>
            <a:rPr lang="en-US" dirty="0"/>
            <a:t>you can</a:t>
          </a:r>
          <a:r>
            <a:rPr lang="tr-TR" dirty="0"/>
            <a:t> </a:t>
          </a:r>
          <a:r>
            <a:rPr lang="en-US" dirty="0"/>
            <a:t>shorten them with Python’s built-in </a:t>
          </a:r>
          <a:r>
            <a:rPr lang="en-US" i="1" dirty="0"/>
            <a:t>round() </a:t>
          </a:r>
          <a:r>
            <a:rPr lang="en-US" dirty="0"/>
            <a:t>function,</a:t>
          </a:r>
        </a:p>
      </dgm:t>
    </dgm:pt>
    <dgm:pt modelId="{3BCDF37D-9A36-48E5-BF42-E09FF9958CD4}" type="parTrans" cxnId="{DC29F202-1C91-4879-80F5-3B836A544F9A}">
      <dgm:prSet/>
      <dgm:spPr/>
      <dgm:t>
        <a:bodyPr/>
        <a:lstStyle/>
        <a:p>
          <a:endParaRPr lang="en-US"/>
        </a:p>
      </dgm:t>
    </dgm:pt>
    <dgm:pt modelId="{5679B0DF-B491-423E-A22D-75AF13BB6566}" type="sibTrans" cxnId="{DC29F202-1C91-4879-80F5-3B836A544F9A}">
      <dgm:prSet/>
      <dgm:spPr/>
      <dgm:t>
        <a:bodyPr/>
        <a:lstStyle/>
        <a:p>
          <a:endParaRPr lang="en-US"/>
        </a:p>
      </dgm:t>
    </dgm:pt>
    <dgm:pt modelId="{CDAAA852-FEB7-42C5-9DF6-604E19A214D1}">
      <dgm:prSet/>
      <dgm:spPr/>
      <dgm:t>
        <a:bodyPr/>
        <a:lstStyle/>
        <a:p>
          <a:r>
            <a:rPr lang="en-US" dirty="0"/>
            <a:t>which rounds a float</a:t>
          </a:r>
          <a:r>
            <a:rPr lang="tr-TR" dirty="0"/>
            <a:t> </a:t>
          </a:r>
          <a:r>
            <a:rPr lang="en-US" dirty="0"/>
            <a:t>to the precision you specify. </a:t>
          </a:r>
        </a:p>
      </dgm:t>
    </dgm:pt>
    <dgm:pt modelId="{9E647F73-6226-4735-8029-4897AC071DFA}" type="parTrans" cxnId="{14062C53-A08F-4BA6-AD95-BC31E8C14B4E}">
      <dgm:prSet/>
      <dgm:spPr/>
      <dgm:t>
        <a:bodyPr/>
        <a:lstStyle/>
        <a:p>
          <a:endParaRPr lang="en-US"/>
        </a:p>
      </dgm:t>
    </dgm:pt>
    <dgm:pt modelId="{F9292EF3-DC63-4F47-A18A-74C6FA6152E0}" type="sibTrans" cxnId="{14062C53-A08F-4BA6-AD95-BC31E8C14B4E}">
      <dgm:prSet/>
      <dgm:spPr/>
      <dgm:t>
        <a:bodyPr/>
        <a:lstStyle/>
        <a:p>
          <a:endParaRPr lang="en-US"/>
        </a:p>
      </dgm:t>
    </dgm:pt>
    <dgm:pt modelId="{F18BA9BD-21B6-47A0-A18F-9DDEBAE97CD8}">
      <dgm:prSet/>
      <dgm:spPr/>
      <dgm:t>
        <a:bodyPr/>
        <a:lstStyle/>
        <a:p>
          <a:r>
            <a:rPr lang="en-US"/>
            <a:t>Just pass in the number you want to round</a:t>
          </a:r>
          <a:endParaRPr lang="en-US" dirty="0"/>
        </a:p>
      </dgm:t>
    </dgm:pt>
    <dgm:pt modelId="{BA8291C4-5639-434D-B834-72EDC3D39C9B}" type="parTrans" cxnId="{662DF618-FCBC-48E4-9C85-BA3710F43344}">
      <dgm:prSet/>
      <dgm:spPr/>
      <dgm:t>
        <a:bodyPr/>
        <a:lstStyle/>
        <a:p>
          <a:endParaRPr lang="en-US"/>
        </a:p>
      </dgm:t>
    </dgm:pt>
    <dgm:pt modelId="{669A7FC8-9C3D-4976-A1B3-F35DA4254D66}" type="sibTrans" cxnId="{662DF618-FCBC-48E4-9C85-BA3710F43344}">
      <dgm:prSet/>
      <dgm:spPr/>
      <dgm:t>
        <a:bodyPr/>
        <a:lstStyle/>
        <a:p>
          <a:endParaRPr lang="en-US"/>
        </a:p>
      </dgm:t>
    </dgm:pt>
    <dgm:pt modelId="{4F451771-BCB0-4B6E-BB70-308435AC221F}">
      <dgm:prSet/>
      <dgm:spPr/>
      <dgm:t>
        <a:bodyPr/>
        <a:lstStyle/>
        <a:p>
          <a:r>
            <a:rPr lang="en-US" dirty="0"/>
            <a:t>plus</a:t>
          </a:r>
          <a:r>
            <a:rPr lang="tr-TR" dirty="0"/>
            <a:t> </a:t>
          </a:r>
          <a:r>
            <a:rPr lang="en-US" dirty="0"/>
            <a:t>an optional second argument representing</a:t>
          </a:r>
        </a:p>
      </dgm:t>
    </dgm:pt>
    <dgm:pt modelId="{02938A36-5EEC-4A21-B4C3-CC3CA7D9ABAA}" type="parTrans" cxnId="{20D366A4-5246-40B1-89FE-279E7992A92D}">
      <dgm:prSet/>
      <dgm:spPr/>
      <dgm:t>
        <a:bodyPr/>
        <a:lstStyle/>
        <a:p>
          <a:endParaRPr lang="en-US"/>
        </a:p>
      </dgm:t>
    </dgm:pt>
    <dgm:pt modelId="{98C283C0-357D-4A7F-A529-3B9361AF3B5D}" type="sibTrans" cxnId="{20D366A4-5246-40B1-89FE-279E7992A92D}">
      <dgm:prSet/>
      <dgm:spPr/>
      <dgm:t>
        <a:bodyPr/>
        <a:lstStyle/>
        <a:p>
          <a:endParaRPr lang="en-US"/>
        </a:p>
      </dgm:t>
    </dgm:pt>
    <dgm:pt modelId="{1FBB5E48-CB46-4E7C-ACF5-76B2C38D28F2}">
      <dgm:prSet/>
      <dgm:spPr/>
      <dgm:t>
        <a:bodyPr/>
        <a:lstStyle/>
        <a:p>
          <a:r>
            <a:rPr lang="en-US" dirty="0"/>
            <a:t>how many digits after the decimal</a:t>
          </a:r>
          <a:r>
            <a:rPr lang="tr-TR" dirty="0"/>
            <a:t> </a:t>
          </a:r>
          <a:r>
            <a:rPr lang="en-US" dirty="0"/>
            <a:t>point </a:t>
          </a:r>
        </a:p>
      </dgm:t>
    </dgm:pt>
    <dgm:pt modelId="{3AEF5FE9-8E6B-4867-B61B-F0B38A242567}" type="parTrans" cxnId="{96355DE7-2A13-49D9-8EA5-A441B6D1E51B}">
      <dgm:prSet/>
      <dgm:spPr/>
      <dgm:t>
        <a:bodyPr/>
        <a:lstStyle/>
        <a:p>
          <a:endParaRPr lang="en-US"/>
        </a:p>
      </dgm:t>
    </dgm:pt>
    <dgm:pt modelId="{70BE900C-C611-41F8-A737-9D14EE81755D}" type="sibTrans" cxnId="{96355DE7-2A13-49D9-8EA5-A441B6D1E51B}">
      <dgm:prSet/>
      <dgm:spPr/>
      <dgm:t>
        <a:bodyPr/>
        <a:lstStyle/>
        <a:p>
          <a:endParaRPr lang="en-US"/>
        </a:p>
      </dgm:t>
    </dgm:pt>
    <dgm:pt modelId="{55C62D2F-4E23-47E0-AFD9-DB6EF2FA807A}">
      <dgm:prSet/>
      <dgm:spPr/>
      <dgm:t>
        <a:bodyPr/>
        <a:lstStyle/>
        <a:p>
          <a:r>
            <a:rPr lang="en-US" dirty="0"/>
            <a:t>you want to round it to. </a:t>
          </a:r>
        </a:p>
      </dgm:t>
    </dgm:pt>
    <dgm:pt modelId="{A98391AA-9918-4A9B-8471-D9F755C93611}" type="parTrans" cxnId="{8AA1842D-CC77-4AA4-92A4-5C0236B58674}">
      <dgm:prSet/>
      <dgm:spPr/>
      <dgm:t>
        <a:bodyPr/>
        <a:lstStyle/>
        <a:p>
          <a:endParaRPr lang="en-US"/>
        </a:p>
      </dgm:t>
    </dgm:pt>
    <dgm:pt modelId="{2F3101E8-5D76-4B88-BC03-BBC0C3CE84D8}" type="sibTrans" cxnId="{8AA1842D-CC77-4AA4-92A4-5C0236B58674}">
      <dgm:prSet/>
      <dgm:spPr/>
      <dgm:t>
        <a:bodyPr/>
        <a:lstStyle/>
        <a:p>
          <a:endParaRPr lang="en-US"/>
        </a:p>
      </dgm:t>
    </dgm:pt>
    <dgm:pt modelId="{2A96965B-D520-4112-8B57-12A731AD543F}">
      <dgm:prSet/>
      <dgm:spPr/>
      <dgm:t>
        <a:bodyPr/>
        <a:lstStyle/>
        <a:p>
          <a:r>
            <a:rPr lang="en-US"/>
            <a:t>If you omit the second argument, </a:t>
          </a:r>
        </a:p>
      </dgm:t>
    </dgm:pt>
    <dgm:pt modelId="{8EDE00BD-CA65-4CA1-9304-74BE09B64C83}" type="parTrans" cxnId="{6170FCE9-2A9A-43DB-B6AE-E314BC142C62}">
      <dgm:prSet/>
      <dgm:spPr/>
      <dgm:t>
        <a:bodyPr/>
        <a:lstStyle/>
        <a:p>
          <a:endParaRPr lang="en-US"/>
        </a:p>
      </dgm:t>
    </dgm:pt>
    <dgm:pt modelId="{FC847C33-888D-4461-93C2-9034E3AE5144}" type="sibTrans" cxnId="{6170FCE9-2A9A-43DB-B6AE-E314BC142C62}">
      <dgm:prSet/>
      <dgm:spPr/>
      <dgm:t>
        <a:bodyPr/>
        <a:lstStyle/>
        <a:p>
          <a:endParaRPr lang="en-US"/>
        </a:p>
      </dgm:t>
    </dgm:pt>
    <dgm:pt modelId="{23780C78-94A9-4BA8-89A2-2B1942DA92B1}">
      <dgm:prSet/>
      <dgm:spPr/>
      <dgm:t>
        <a:bodyPr/>
        <a:lstStyle/>
        <a:p>
          <a:r>
            <a:rPr lang="en-US" i="1" dirty="0"/>
            <a:t>round()</a:t>
          </a:r>
          <a:r>
            <a:rPr lang="tr-TR" dirty="0"/>
            <a:t>: </a:t>
          </a:r>
          <a:r>
            <a:rPr lang="en-US" dirty="0"/>
            <a:t>rounds your number </a:t>
          </a:r>
        </a:p>
      </dgm:t>
    </dgm:pt>
    <dgm:pt modelId="{B48D05F2-9F2F-4D6A-8113-4A70E078E6DD}" type="parTrans" cxnId="{129E547B-6906-4952-9915-C67CBFFC457A}">
      <dgm:prSet/>
      <dgm:spPr/>
      <dgm:t>
        <a:bodyPr/>
        <a:lstStyle/>
        <a:p>
          <a:endParaRPr lang="en-US"/>
        </a:p>
      </dgm:t>
    </dgm:pt>
    <dgm:pt modelId="{DEBAD3BB-E6A8-425D-9238-E44EFE2035B9}" type="sibTrans" cxnId="{129E547B-6906-4952-9915-C67CBFFC457A}">
      <dgm:prSet/>
      <dgm:spPr/>
      <dgm:t>
        <a:bodyPr/>
        <a:lstStyle/>
        <a:p>
          <a:endParaRPr lang="en-US"/>
        </a:p>
      </dgm:t>
    </dgm:pt>
    <dgm:pt modelId="{AAC98C3C-5AE0-4569-A7DC-AA86ADB64AF9}">
      <dgm:prSet/>
      <dgm:spPr/>
      <dgm:t>
        <a:bodyPr/>
        <a:lstStyle/>
        <a:p>
          <a:r>
            <a:rPr lang="en-US" dirty="0"/>
            <a:t>to the nearest whole integer.</a:t>
          </a:r>
        </a:p>
      </dgm:t>
    </dgm:pt>
    <dgm:pt modelId="{E24DB8A6-D065-4DEC-A4AC-79D362FD67DA}" type="parTrans" cxnId="{292CE66F-BAB1-4196-B4AF-F8EABBC7AC95}">
      <dgm:prSet/>
      <dgm:spPr/>
      <dgm:t>
        <a:bodyPr/>
        <a:lstStyle/>
        <a:p>
          <a:endParaRPr lang="en-US"/>
        </a:p>
      </dgm:t>
    </dgm:pt>
    <dgm:pt modelId="{71C2642B-B867-4CD7-8BCF-71E5DF7AE585}" type="sibTrans" cxnId="{292CE66F-BAB1-4196-B4AF-F8EABBC7AC95}">
      <dgm:prSet/>
      <dgm:spPr/>
      <dgm:t>
        <a:bodyPr/>
        <a:lstStyle/>
        <a:p>
          <a:endParaRPr lang="en-US"/>
        </a:p>
      </dgm:t>
    </dgm:pt>
    <dgm:pt modelId="{E9A2BED4-C0BA-4505-AF7A-E016031B1012}" type="pres">
      <dgm:prSet presAssocID="{A1D78485-C9C9-46B1-9A9A-7623BE894079}" presName="Name0" presStyleCnt="0">
        <dgm:presLayoutVars>
          <dgm:dir/>
          <dgm:animLvl val="lvl"/>
          <dgm:resizeHandles val="exact"/>
        </dgm:presLayoutVars>
      </dgm:prSet>
      <dgm:spPr/>
    </dgm:pt>
    <dgm:pt modelId="{4AB4973B-B932-4D9D-A1C4-CC3B61A36DB2}" type="pres">
      <dgm:prSet presAssocID="{A778230A-9E79-47FC-AEDD-C7BCF3521F64}" presName="composite" presStyleCnt="0"/>
      <dgm:spPr/>
    </dgm:pt>
    <dgm:pt modelId="{ABBF0FA8-E96B-4A62-BED7-C004E1247AF0}" type="pres">
      <dgm:prSet presAssocID="{A778230A-9E79-47FC-AEDD-C7BCF3521F6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861039FB-1E9E-4AD3-AC87-C1CDC0F41CB4}" type="pres">
      <dgm:prSet presAssocID="{A778230A-9E79-47FC-AEDD-C7BCF3521F64}" presName="desTx" presStyleLbl="alignAccFollowNode1" presStyleIdx="0" presStyleCnt="4">
        <dgm:presLayoutVars>
          <dgm:bulletEnabled val="1"/>
        </dgm:presLayoutVars>
      </dgm:prSet>
      <dgm:spPr/>
    </dgm:pt>
    <dgm:pt modelId="{04C851F5-519D-49F6-901E-7F43E7A9C6A3}" type="pres">
      <dgm:prSet presAssocID="{C46E64FE-728A-436D-A1D6-2A1576265E98}" presName="space" presStyleCnt="0"/>
      <dgm:spPr/>
    </dgm:pt>
    <dgm:pt modelId="{55BCD659-3C4D-453B-91D2-60B21232AF67}" type="pres">
      <dgm:prSet presAssocID="{E2E784CA-8BB4-476F-88BE-E8156397E260}" presName="composite" presStyleCnt="0"/>
      <dgm:spPr/>
    </dgm:pt>
    <dgm:pt modelId="{62B65CA6-81ED-40C5-B133-57BF945010E6}" type="pres">
      <dgm:prSet presAssocID="{E2E784CA-8BB4-476F-88BE-E8156397E26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E9AC18DC-A323-4BAD-AF0B-A7B61EBFEDAB}" type="pres">
      <dgm:prSet presAssocID="{E2E784CA-8BB4-476F-88BE-E8156397E260}" presName="desTx" presStyleLbl="alignAccFollowNode1" presStyleIdx="1" presStyleCnt="4">
        <dgm:presLayoutVars>
          <dgm:bulletEnabled val="1"/>
        </dgm:presLayoutVars>
      </dgm:prSet>
      <dgm:spPr/>
    </dgm:pt>
    <dgm:pt modelId="{622AD6FD-3977-4EF5-92AA-4FB1E2DAD42C}" type="pres">
      <dgm:prSet presAssocID="{D8145869-9D47-444D-9B5A-0C480F6FCCB8}" presName="space" presStyleCnt="0"/>
      <dgm:spPr/>
    </dgm:pt>
    <dgm:pt modelId="{B10420FE-AA10-4724-8338-21D0A3AB98FA}" type="pres">
      <dgm:prSet presAssocID="{F18BA9BD-21B6-47A0-A18F-9DDEBAE97CD8}" presName="composite" presStyleCnt="0"/>
      <dgm:spPr/>
    </dgm:pt>
    <dgm:pt modelId="{AF42218B-AD6C-4CE9-AA4C-22268374407F}" type="pres">
      <dgm:prSet presAssocID="{F18BA9BD-21B6-47A0-A18F-9DDEBAE97CD8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2CBBAE68-C10D-4150-9F15-367F07DE3B94}" type="pres">
      <dgm:prSet presAssocID="{F18BA9BD-21B6-47A0-A18F-9DDEBAE97CD8}" presName="desTx" presStyleLbl="alignAccFollowNode1" presStyleIdx="2" presStyleCnt="4">
        <dgm:presLayoutVars>
          <dgm:bulletEnabled val="1"/>
        </dgm:presLayoutVars>
      </dgm:prSet>
      <dgm:spPr/>
    </dgm:pt>
    <dgm:pt modelId="{0B7F1182-C8C4-4798-AADB-079444FE23AA}" type="pres">
      <dgm:prSet presAssocID="{669A7FC8-9C3D-4976-A1B3-F35DA4254D66}" presName="space" presStyleCnt="0"/>
      <dgm:spPr/>
    </dgm:pt>
    <dgm:pt modelId="{B7E98CC2-8C8D-4AF5-BFA5-D79F0FC0FA38}" type="pres">
      <dgm:prSet presAssocID="{2A96965B-D520-4112-8B57-12A731AD543F}" presName="composite" presStyleCnt="0"/>
      <dgm:spPr/>
    </dgm:pt>
    <dgm:pt modelId="{EAE9D393-C8FC-4475-948C-08153818972F}" type="pres">
      <dgm:prSet presAssocID="{2A96965B-D520-4112-8B57-12A731AD543F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351F604F-C7DF-45DA-B3D8-3623EA76EE4A}" type="pres">
      <dgm:prSet presAssocID="{2A96965B-D520-4112-8B57-12A731AD543F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DC29F202-1C91-4879-80F5-3B836A544F9A}" srcId="{E2E784CA-8BB4-476F-88BE-E8156397E260}" destId="{F7B284C3-F1E3-49FF-81D1-F00D3FC414B6}" srcOrd="0" destOrd="0" parTransId="{3BCDF37D-9A36-48E5-BF42-E09FF9958CD4}" sibTransId="{5679B0DF-B491-423E-A22D-75AF13BB6566}"/>
    <dgm:cxn modelId="{02B48809-6947-44BA-BD92-4A2ABA8270EE}" type="presOf" srcId="{9CDC713E-74C4-42C1-AE9E-3748E5DF6611}" destId="{861039FB-1E9E-4AD3-AC87-C1CDC0F41CB4}" srcOrd="0" destOrd="0" presId="urn:microsoft.com/office/officeart/2005/8/layout/hList1"/>
    <dgm:cxn modelId="{05839A16-2050-4A59-BE7E-B2E1BB1BA72E}" type="presOf" srcId="{AAC98C3C-5AE0-4569-A7DC-AA86ADB64AF9}" destId="{351F604F-C7DF-45DA-B3D8-3623EA76EE4A}" srcOrd="0" destOrd="1" presId="urn:microsoft.com/office/officeart/2005/8/layout/hList1"/>
    <dgm:cxn modelId="{662DF618-FCBC-48E4-9C85-BA3710F43344}" srcId="{A1D78485-C9C9-46B1-9A9A-7623BE894079}" destId="{F18BA9BD-21B6-47A0-A18F-9DDEBAE97CD8}" srcOrd="2" destOrd="0" parTransId="{BA8291C4-5639-434D-B834-72EDC3D39C9B}" sibTransId="{669A7FC8-9C3D-4976-A1B3-F35DA4254D66}"/>
    <dgm:cxn modelId="{83B42E2C-EB79-4143-9467-F21FDC917494}" type="presOf" srcId="{9F01D8AA-26A9-4137-9122-5D2BFC8C6D1E}" destId="{861039FB-1E9E-4AD3-AC87-C1CDC0F41CB4}" srcOrd="0" destOrd="1" presId="urn:microsoft.com/office/officeart/2005/8/layout/hList1"/>
    <dgm:cxn modelId="{8AA1842D-CC77-4AA4-92A4-5C0236B58674}" srcId="{F18BA9BD-21B6-47A0-A18F-9DDEBAE97CD8}" destId="{55C62D2F-4E23-47E0-AFD9-DB6EF2FA807A}" srcOrd="2" destOrd="0" parTransId="{A98391AA-9918-4A9B-8471-D9F755C93611}" sibTransId="{2F3101E8-5D76-4B88-BC03-BBC0C3CE84D8}"/>
    <dgm:cxn modelId="{2158C839-2888-4D29-8517-39AEC15E02AE}" type="presOf" srcId="{A1D78485-C9C9-46B1-9A9A-7623BE894079}" destId="{E9A2BED4-C0BA-4505-AF7A-E016031B1012}" srcOrd="0" destOrd="0" presId="urn:microsoft.com/office/officeart/2005/8/layout/hList1"/>
    <dgm:cxn modelId="{FD62495D-BE85-4937-A3C4-094D2722F270}" srcId="{A1D78485-C9C9-46B1-9A9A-7623BE894079}" destId="{E2E784CA-8BB4-476F-88BE-E8156397E260}" srcOrd="1" destOrd="0" parTransId="{31D33B40-3720-4991-937F-BAEEB141BD51}" sibTransId="{D8145869-9D47-444D-9B5A-0C480F6FCCB8}"/>
    <dgm:cxn modelId="{77EB9143-EF4D-4F80-9700-43150430ACDA}" type="presOf" srcId="{CDAAA852-FEB7-42C5-9DF6-604E19A214D1}" destId="{E9AC18DC-A323-4BAD-AF0B-A7B61EBFEDAB}" srcOrd="0" destOrd="1" presId="urn:microsoft.com/office/officeart/2005/8/layout/hList1"/>
    <dgm:cxn modelId="{0EE99869-0206-42F1-BFA1-849228184C22}" type="presOf" srcId="{F7B284C3-F1E3-49FF-81D1-F00D3FC414B6}" destId="{E9AC18DC-A323-4BAD-AF0B-A7B61EBFEDAB}" srcOrd="0" destOrd="0" presId="urn:microsoft.com/office/officeart/2005/8/layout/hList1"/>
    <dgm:cxn modelId="{292CE66F-BAB1-4196-B4AF-F8EABBC7AC95}" srcId="{2A96965B-D520-4112-8B57-12A731AD543F}" destId="{AAC98C3C-5AE0-4569-A7DC-AA86ADB64AF9}" srcOrd="1" destOrd="0" parTransId="{E24DB8A6-D065-4DEC-A4AC-79D362FD67DA}" sibTransId="{71C2642B-B867-4CD7-8BCF-71E5DF7AE585}"/>
    <dgm:cxn modelId="{15609E51-0AFC-4F0F-BAF7-42DEBD73C615}" type="presOf" srcId="{4F451771-BCB0-4B6E-BB70-308435AC221F}" destId="{2CBBAE68-C10D-4150-9F15-367F07DE3B94}" srcOrd="0" destOrd="0" presId="urn:microsoft.com/office/officeart/2005/8/layout/hList1"/>
    <dgm:cxn modelId="{14062C53-A08F-4BA6-AD95-BC31E8C14B4E}" srcId="{E2E784CA-8BB4-476F-88BE-E8156397E260}" destId="{CDAAA852-FEB7-42C5-9DF6-604E19A214D1}" srcOrd="1" destOrd="0" parTransId="{9E647F73-6226-4735-8029-4897AC071DFA}" sibTransId="{F9292EF3-DC63-4F47-A18A-74C6FA6152E0}"/>
    <dgm:cxn modelId="{2F997F77-8C7A-4C56-A426-72203F9CB08C}" type="presOf" srcId="{2A96965B-D520-4112-8B57-12A731AD543F}" destId="{EAE9D393-C8FC-4475-948C-08153818972F}" srcOrd="0" destOrd="0" presId="urn:microsoft.com/office/officeart/2005/8/layout/hList1"/>
    <dgm:cxn modelId="{0FAE9D7A-CDDC-4AE0-B4D6-D37A993D093D}" type="presOf" srcId="{E2E784CA-8BB4-476F-88BE-E8156397E260}" destId="{62B65CA6-81ED-40C5-B133-57BF945010E6}" srcOrd="0" destOrd="0" presId="urn:microsoft.com/office/officeart/2005/8/layout/hList1"/>
    <dgm:cxn modelId="{129E547B-6906-4952-9915-C67CBFFC457A}" srcId="{2A96965B-D520-4112-8B57-12A731AD543F}" destId="{23780C78-94A9-4BA8-89A2-2B1942DA92B1}" srcOrd="0" destOrd="0" parTransId="{B48D05F2-9F2F-4D6A-8113-4A70E078E6DD}" sibTransId="{DEBAD3BB-E6A8-425D-9238-E44EFE2035B9}"/>
    <dgm:cxn modelId="{941BE58C-1E41-41AE-8A76-48F07ED55A1B}" type="presOf" srcId="{23780C78-94A9-4BA8-89A2-2B1942DA92B1}" destId="{351F604F-C7DF-45DA-B3D8-3623EA76EE4A}" srcOrd="0" destOrd="0" presId="urn:microsoft.com/office/officeart/2005/8/layout/hList1"/>
    <dgm:cxn modelId="{FCCE7B8E-F3A6-4488-AC29-CB2B98E0CC95}" type="presOf" srcId="{1FBB5E48-CB46-4E7C-ACF5-76B2C38D28F2}" destId="{2CBBAE68-C10D-4150-9F15-367F07DE3B94}" srcOrd="0" destOrd="1" presId="urn:microsoft.com/office/officeart/2005/8/layout/hList1"/>
    <dgm:cxn modelId="{ED93C59B-451D-4A5F-990E-8E52ED69B5F1}" type="presOf" srcId="{F18BA9BD-21B6-47A0-A18F-9DDEBAE97CD8}" destId="{AF42218B-AD6C-4CE9-AA4C-22268374407F}" srcOrd="0" destOrd="0" presId="urn:microsoft.com/office/officeart/2005/8/layout/hList1"/>
    <dgm:cxn modelId="{20D366A4-5246-40B1-89FE-279E7992A92D}" srcId="{F18BA9BD-21B6-47A0-A18F-9DDEBAE97CD8}" destId="{4F451771-BCB0-4B6E-BB70-308435AC221F}" srcOrd="0" destOrd="0" parTransId="{02938A36-5EEC-4A21-B4C3-CC3CA7D9ABAA}" sibTransId="{98C283C0-357D-4A7F-A529-3B9361AF3B5D}"/>
    <dgm:cxn modelId="{739451AA-1CFC-41DF-AC3C-56B65134114A}" srcId="{A778230A-9E79-47FC-AEDD-C7BCF3521F64}" destId="{9CDC713E-74C4-42C1-AE9E-3748E5DF6611}" srcOrd="0" destOrd="0" parTransId="{06AC003A-91F0-4E2C-A9ED-A1F5D7DBCAF7}" sibTransId="{EA2DCE8C-A907-4E02-B768-4CEEF96E3C06}"/>
    <dgm:cxn modelId="{242DFBCC-943B-44E3-A278-4B01014E13BA}" srcId="{A1D78485-C9C9-46B1-9A9A-7623BE894079}" destId="{A778230A-9E79-47FC-AEDD-C7BCF3521F64}" srcOrd="0" destOrd="0" parTransId="{0C682F59-D869-4971-888B-0DF749968746}" sibTransId="{C46E64FE-728A-436D-A1D6-2A1576265E98}"/>
    <dgm:cxn modelId="{2E76C0D1-5246-4C3F-A9EF-71187700CACF}" type="presOf" srcId="{A778230A-9E79-47FC-AEDD-C7BCF3521F64}" destId="{ABBF0FA8-E96B-4A62-BED7-C004E1247AF0}" srcOrd="0" destOrd="0" presId="urn:microsoft.com/office/officeart/2005/8/layout/hList1"/>
    <dgm:cxn modelId="{8192CCD5-1132-4876-A451-C8A266BD9A11}" srcId="{A778230A-9E79-47FC-AEDD-C7BCF3521F64}" destId="{9F01D8AA-26A9-4137-9122-5D2BFC8C6D1E}" srcOrd="1" destOrd="0" parTransId="{30E4939D-6DF8-47D8-974D-1BBCC0CF3B33}" sibTransId="{A9F07733-745A-4303-A1CE-9F4BF2A3E945}"/>
    <dgm:cxn modelId="{2DAD2DE4-ECAD-4A56-B9E2-3139BDD1740C}" type="presOf" srcId="{55C62D2F-4E23-47E0-AFD9-DB6EF2FA807A}" destId="{2CBBAE68-C10D-4150-9F15-367F07DE3B94}" srcOrd="0" destOrd="2" presId="urn:microsoft.com/office/officeart/2005/8/layout/hList1"/>
    <dgm:cxn modelId="{96355DE7-2A13-49D9-8EA5-A441B6D1E51B}" srcId="{F18BA9BD-21B6-47A0-A18F-9DDEBAE97CD8}" destId="{1FBB5E48-CB46-4E7C-ACF5-76B2C38D28F2}" srcOrd="1" destOrd="0" parTransId="{3AEF5FE9-8E6B-4867-B61B-F0B38A242567}" sibTransId="{70BE900C-C611-41F8-A737-9D14EE81755D}"/>
    <dgm:cxn modelId="{6170FCE9-2A9A-43DB-B6AE-E314BC142C62}" srcId="{A1D78485-C9C9-46B1-9A9A-7623BE894079}" destId="{2A96965B-D520-4112-8B57-12A731AD543F}" srcOrd="3" destOrd="0" parTransId="{8EDE00BD-CA65-4CA1-9304-74BE09B64C83}" sibTransId="{FC847C33-888D-4461-93C2-9034E3AE5144}"/>
    <dgm:cxn modelId="{D8F8B942-C991-4600-BA89-8C60F288B783}" type="presParOf" srcId="{E9A2BED4-C0BA-4505-AF7A-E016031B1012}" destId="{4AB4973B-B932-4D9D-A1C4-CC3B61A36DB2}" srcOrd="0" destOrd="0" presId="urn:microsoft.com/office/officeart/2005/8/layout/hList1"/>
    <dgm:cxn modelId="{9FB27DA0-F7D9-4F3A-87EF-322764F98A3A}" type="presParOf" srcId="{4AB4973B-B932-4D9D-A1C4-CC3B61A36DB2}" destId="{ABBF0FA8-E96B-4A62-BED7-C004E1247AF0}" srcOrd="0" destOrd="0" presId="urn:microsoft.com/office/officeart/2005/8/layout/hList1"/>
    <dgm:cxn modelId="{3DAD2B0F-0FB7-4E15-A222-6ED17E97783C}" type="presParOf" srcId="{4AB4973B-B932-4D9D-A1C4-CC3B61A36DB2}" destId="{861039FB-1E9E-4AD3-AC87-C1CDC0F41CB4}" srcOrd="1" destOrd="0" presId="urn:microsoft.com/office/officeart/2005/8/layout/hList1"/>
    <dgm:cxn modelId="{416DF1C8-AA76-49B4-AF48-BFAAA9BB1DF6}" type="presParOf" srcId="{E9A2BED4-C0BA-4505-AF7A-E016031B1012}" destId="{04C851F5-519D-49F6-901E-7F43E7A9C6A3}" srcOrd="1" destOrd="0" presId="urn:microsoft.com/office/officeart/2005/8/layout/hList1"/>
    <dgm:cxn modelId="{A0ED626E-D65E-46BC-B09D-0A8B35C2EF0E}" type="presParOf" srcId="{E9A2BED4-C0BA-4505-AF7A-E016031B1012}" destId="{55BCD659-3C4D-453B-91D2-60B21232AF67}" srcOrd="2" destOrd="0" presId="urn:microsoft.com/office/officeart/2005/8/layout/hList1"/>
    <dgm:cxn modelId="{C04D6579-2E6C-408F-90EF-277899D0B58B}" type="presParOf" srcId="{55BCD659-3C4D-453B-91D2-60B21232AF67}" destId="{62B65CA6-81ED-40C5-B133-57BF945010E6}" srcOrd="0" destOrd="0" presId="urn:microsoft.com/office/officeart/2005/8/layout/hList1"/>
    <dgm:cxn modelId="{82DC06DB-4011-47DF-B76E-3FAB8F05C321}" type="presParOf" srcId="{55BCD659-3C4D-453B-91D2-60B21232AF67}" destId="{E9AC18DC-A323-4BAD-AF0B-A7B61EBFEDAB}" srcOrd="1" destOrd="0" presId="urn:microsoft.com/office/officeart/2005/8/layout/hList1"/>
    <dgm:cxn modelId="{C7315E73-B91E-4EB8-8428-4B931F8F1C57}" type="presParOf" srcId="{E9A2BED4-C0BA-4505-AF7A-E016031B1012}" destId="{622AD6FD-3977-4EF5-92AA-4FB1E2DAD42C}" srcOrd="3" destOrd="0" presId="urn:microsoft.com/office/officeart/2005/8/layout/hList1"/>
    <dgm:cxn modelId="{896A5940-32D5-4475-96D3-BFB902BB8995}" type="presParOf" srcId="{E9A2BED4-C0BA-4505-AF7A-E016031B1012}" destId="{B10420FE-AA10-4724-8338-21D0A3AB98FA}" srcOrd="4" destOrd="0" presId="urn:microsoft.com/office/officeart/2005/8/layout/hList1"/>
    <dgm:cxn modelId="{1942436B-3CC1-4520-B15D-315485C3D295}" type="presParOf" srcId="{B10420FE-AA10-4724-8338-21D0A3AB98FA}" destId="{AF42218B-AD6C-4CE9-AA4C-22268374407F}" srcOrd="0" destOrd="0" presId="urn:microsoft.com/office/officeart/2005/8/layout/hList1"/>
    <dgm:cxn modelId="{DD3942D6-7320-400F-927E-E74DADF84193}" type="presParOf" srcId="{B10420FE-AA10-4724-8338-21D0A3AB98FA}" destId="{2CBBAE68-C10D-4150-9F15-367F07DE3B94}" srcOrd="1" destOrd="0" presId="urn:microsoft.com/office/officeart/2005/8/layout/hList1"/>
    <dgm:cxn modelId="{BD972561-B6E8-4CC0-843E-4D5A3D182984}" type="presParOf" srcId="{E9A2BED4-C0BA-4505-AF7A-E016031B1012}" destId="{0B7F1182-C8C4-4798-AADB-079444FE23AA}" srcOrd="5" destOrd="0" presId="urn:microsoft.com/office/officeart/2005/8/layout/hList1"/>
    <dgm:cxn modelId="{575B7840-1E47-4742-99F6-52464A637082}" type="presParOf" srcId="{E9A2BED4-C0BA-4505-AF7A-E016031B1012}" destId="{B7E98CC2-8C8D-4AF5-BFA5-D79F0FC0FA38}" srcOrd="6" destOrd="0" presId="urn:microsoft.com/office/officeart/2005/8/layout/hList1"/>
    <dgm:cxn modelId="{21F07E78-3B7C-4AAE-90E4-1EB17BB1B6E8}" type="presParOf" srcId="{B7E98CC2-8C8D-4AF5-BFA5-D79F0FC0FA38}" destId="{EAE9D393-C8FC-4475-948C-08153818972F}" srcOrd="0" destOrd="0" presId="urn:microsoft.com/office/officeart/2005/8/layout/hList1"/>
    <dgm:cxn modelId="{68F1251E-46A8-4040-B86F-FEE7FE4D0177}" type="presParOf" srcId="{B7E98CC2-8C8D-4AF5-BFA5-D79F0FC0FA38}" destId="{351F604F-C7DF-45DA-B3D8-3623EA76EE4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9D3B676-54B4-4442-824D-99E5ED190F39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62D60EC-1DC8-4CC9-B1E0-61DA6CA77301}">
      <dgm:prSet/>
      <dgm:spPr/>
      <dgm:t>
        <a:bodyPr/>
        <a:lstStyle/>
        <a:p>
          <a:r>
            <a:rPr lang="en-US"/>
            <a:t>to track how much time spend</a:t>
          </a:r>
        </a:p>
      </dgm:t>
    </dgm:pt>
    <dgm:pt modelId="{5CF48174-3359-4CBB-822D-EEA7263D0FF8}" type="parTrans" cxnId="{2B784630-75BA-4DE5-9B52-409E3806A739}">
      <dgm:prSet/>
      <dgm:spPr/>
      <dgm:t>
        <a:bodyPr/>
        <a:lstStyle/>
        <a:p>
          <a:endParaRPr lang="en-US"/>
        </a:p>
      </dgm:t>
    </dgm:pt>
    <dgm:pt modelId="{43D36417-8282-4D34-94B1-0CE8AB678D3F}" type="sibTrans" cxnId="{2B784630-75BA-4DE5-9B52-409E3806A739}">
      <dgm:prSet/>
      <dgm:spPr/>
      <dgm:t>
        <a:bodyPr/>
        <a:lstStyle/>
        <a:p>
          <a:endParaRPr lang="en-US"/>
        </a:p>
      </dgm:t>
    </dgm:pt>
    <dgm:pt modelId="{A8F9D07E-3D66-4B78-9D84-8848BAD919C0}">
      <dgm:prSet/>
      <dgm:spPr/>
      <dgm:t>
        <a:bodyPr/>
        <a:lstStyle/>
        <a:p>
          <a:r>
            <a:rPr lang="en-US" dirty="0"/>
            <a:t>on boring tasks</a:t>
          </a:r>
        </a:p>
      </dgm:t>
    </dgm:pt>
    <dgm:pt modelId="{4E896DC8-C452-4ADA-8690-A92281DECCE4}" type="parTrans" cxnId="{93B4991D-DFE3-4B9B-9197-C8BFD041A6FB}">
      <dgm:prSet/>
      <dgm:spPr/>
      <dgm:t>
        <a:bodyPr/>
        <a:lstStyle/>
        <a:p>
          <a:endParaRPr lang="en-US"/>
        </a:p>
      </dgm:t>
    </dgm:pt>
    <dgm:pt modelId="{BC3492D1-F060-4A15-9B00-83767EAA997F}" type="sibTrans" cxnId="{93B4991D-DFE3-4B9B-9197-C8BFD041A6FB}">
      <dgm:prSet/>
      <dgm:spPr/>
      <dgm:t>
        <a:bodyPr/>
        <a:lstStyle/>
        <a:p>
          <a:endParaRPr lang="en-US"/>
        </a:p>
      </dgm:t>
    </dgm:pt>
    <dgm:pt modelId="{850FC98B-56B5-4C3E-B38C-84C8B7ED4D1F}">
      <dgm:prSet/>
      <dgm:spPr/>
      <dgm:t>
        <a:bodyPr/>
        <a:lstStyle/>
        <a:p>
          <a:r>
            <a:rPr lang="tr-TR"/>
            <a:t>not </a:t>
          </a:r>
          <a:r>
            <a:rPr lang="en-US"/>
            <a:t>automated yet. </a:t>
          </a:r>
        </a:p>
      </dgm:t>
    </dgm:pt>
    <dgm:pt modelId="{C7C8F30C-7184-402E-9F75-85EA18387336}" type="parTrans" cxnId="{D5BBBC36-7933-4FEC-82B6-4F588A96CEB8}">
      <dgm:prSet/>
      <dgm:spPr/>
      <dgm:t>
        <a:bodyPr/>
        <a:lstStyle/>
        <a:p>
          <a:endParaRPr lang="en-US"/>
        </a:p>
      </dgm:t>
    </dgm:pt>
    <dgm:pt modelId="{DB5AE7B6-F836-48CA-9B39-3DF117E959C2}" type="sibTrans" cxnId="{D5BBBC36-7933-4FEC-82B6-4F588A96CEB8}">
      <dgm:prSet/>
      <dgm:spPr/>
      <dgm:t>
        <a:bodyPr/>
        <a:lstStyle/>
        <a:p>
          <a:endParaRPr lang="en-US"/>
        </a:p>
      </dgm:t>
    </dgm:pt>
    <dgm:pt modelId="{C465ADC7-5584-4EC2-B74B-050FB085A0FC}">
      <dgm:prSet/>
      <dgm:spPr/>
      <dgm:t>
        <a:bodyPr/>
        <a:lstStyle/>
        <a:p>
          <a:r>
            <a:rPr lang="en-US" dirty="0"/>
            <a:t>write</a:t>
          </a:r>
        </a:p>
      </dgm:t>
    </dgm:pt>
    <dgm:pt modelId="{0F91FFEE-EA6A-4991-8562-FBD2A41A1E96}" type="parTrans" cxnId="{49DD4B13-05F7-43E6-8EE8-78EA64BF3852}">
      <dgm:prSet/>
      <dgm:spPr/>
      <dgm:t>
        <a:bodyPr/>
        <a:lstStyle/>
        <a:p>
          <a:endParaRPr lang="en-US"/>
        </a:p>
      </dgm:t>
    </dgm:pt>
    <dgm:pt modelId="{E47F9D12-9126-436A-A6BA-B3753EDD2C2D}" type="sibTrans" cxnId="{49DD4B13-05F7-43E6-8EE8-78EA64BF3852}">
      <dgm:prSet/>
      <dgm:spPr/>
      <dgm:t>
        <a:bodyPr/>
        <a:lstStyle/>
        <a:p>
          <a:endParaRPr lang="en-US"/>
        </a:p>
      </dgm:t>
    </dgm:pt>
    <dgm:pt modelId="{C3DD1277-DA1E-47A2-9260-66D4E5B52530}">
      <dgm:prSet/>
      <dgm:spPr/>
      <dgm:t>
        <a:bodyPr/>
        <a:lstStyle/>
        <a:p>
          <a:r>
            <a:rPr lang="en-US"/>
            <a:t>a </a:t>
          </a:r>
          <a:r>
            <a:rPr lang="en-US" dirty="0"/>
            <a:t>simple stopwatch program</a:t>
          </a:r>
        </a:p>
      </dgm:t>
    </dgm:pt>
    <dgm:pt modelId="{A5E4C5DB-52D0-46AC-A928-DCAC43CC41F0}" type="parTrans" cxnId="{D018B5F4-2AA3-4684-9C76-B045A146D1B5}">
      <dgm:prSet/>
      <dgm:spPr/>
      <dgm:t>
        <a:bodyPr/>
        <a:lstStyle/>
        <a:p>
          <a:endParaRPr lang="en-US"/>
        </a:p>
      </dgm:t>
    </dgm:pt>
    <dgm:pt modelId="{1C1A4F35-E6EE-4945-A784-E8E893B53838}" type="sibTrans" cxnId="{D018B5F4-2AA3-4684-9C76-B045A146D1B5}">
      <dgm:prSet/>
      <dgm:spPr/>
      <dgm:t>
        <a:bodyPr/>
        <a:lstStyle/>
        <a:p>
          <a:endParaRPr lang="en-US"/>
        </a:p>
      </dgm:t>
    </dgm:pt>
    <dgm:pt modelId="{04B3459E-1919-4966-AAE5-1715C7071F4A}" type="pres">
      <dgm:prSet presAssocID="{39D3B676-54B4-4442-824D-99E5ED190F39}" presName="Name0" presStyleCnt="0">
        <dgm:presLayoutVars>
          <dgm:dir/>
          <dgm:animLvl val="lvl"/>
          <dgm:resizeHandles val="exact"/>
        </dgm:presLayoutVars>
      </dgm:prSet>
      <dgm:spPr/>
    </dgm:pt>
    <dgm:pt modelId="{C1A15EF6-6AE9-4762-9E48-CD602E65C4DB}" type="pres">
      <dgm:prSet presAssocID="{862D60EC-1DC8-4CC9-B1E0-61DA6CA77301}" presName="composite" presStyleCnt="0"/>
      <dgm:spPr/>
    </dgm:pt>
    <dgm:pt modelId="{B6E57520-077F-49A8-BEA6-3D8DA919BC4C}" type="pres">
      <dgm:prSet presAssocID="{862D60EC-1DC8-4CC9-B1E0-61DA6CA7730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0E8E80C-AFE7-467C-826B-DE429E416D04}" type="pres">
      <dgm:prSet presAssocID="{862D60EC-1DC8-4CC9-B1E0-61DA6CA77301}" presName="desTx" presStyleLbl="alignAccFollowNode1" presStyleIdx="0" presStyleCnt="2">
        <dgm:presLayoutVars>
          <dgm:bulletEnabled val="1"/>
        </dgm:presLayoutVars>
      </dgm:prSet>
      <dgm:spPr/>
    </dgm:pt>
    <dgm:pt modelId="{C570A4F9-6E1C-4282-B025-70C58076AB5F}" type="pres">
      <dgm:prSet presAssocID="{43D36417-8282-4D34-94B1-0CE8AB678D3F}" presName="space" presStyleCnt="0"/>
      <dgm:spPr/>
    </dgm:pt>
    <dgm:pt modelId="{B96115A9-2D09-4D66-A32D-7A5000E77982}" type="pres">
      <dgm:prSet presAssocID="{C465ADC7-5584-4EC2-B74B-050FB085A0FC}" presName="composite" presStyleCnt="0"/>
      <dgm:spPr/>
    </dgm:pt>
    <dgm:pt modelId="{4AB21087-083C-4B9B-A59D-B65BD42A0A14}" type="pres">
      <dgm:prSet presAssocID="{C465ADC7-5584-4EC2-B74B-050FB085A0F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0E5C3F0-2DD4-496D-A28F-D8412FC1EFBB}" type="pres">
      <dgm:prSet presAssocID="{C465ADC7-5584-4EC2-B74B-050FB085A0F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20BC90E-6040-44FB-A6F3-FFF16F4C54B3}" type="presOf" srcId="{39D3B676-54B4-4442-824D-99E5ED190F39}" destId="{04B3459E-1919-4966-AAE5-1715C7071F4A}" srcOrd="0" destOrd="0" presId="urn:microsoft.com/office/officeart/2005/8/layout/hList1"/>
    <dgm:cxn modelId="{49DD4B13-05F7-43E6-8EE8-78EA64BF3852}" srcId="{39D3B676-54B4-4442-824D-99E5ED190F39}" destId="{C465ADC7-5584-4EC2-B74B-050FB085A0FC}" srcOrd="1" destOrd="0" parTransId="{0F91FFEE-EA6A-4991-8562-FBD2A41A1E96}" sibTransId="{E47F9D12-9126-436A-A6BA-B3753EDD2C2D}"/>
    <dgm:cxn modelId="{93B4991D-DFE3-4B9B-9197-C8BFD041A6FB}" srcId="{862D60EC-1DC8-4CC9-B1E0-61DA6CA77301}" destId="{A8F9D07E-3D66-4B78-9D84-8848BAD919C0}" srcOrd="0" destOrd="0" parTransId="{4E896DC8-C452-4ADA-8690-A92281DECCE4}" sibTransId="{BC3492D1-F060-4A15-9B00-83767EAA997F}"/>
    <dgm:cxn modelId="{2B784630-75BA-4DE5-9B52-409E3806A739}" srcId="{39D3B676-54B4-4442-824D-99E5ED190F39}" destId="{862D60EC-1DC8-4CC9-B1E0-61DA6CA77301}" srcOrd="0" destOrd="0" parTransId="{5CF48174-3359-4CBB-822D-EEA7263D0FF8}" sibTransId="{43D36417-8282-4D34-94B1-0CE8AB678D3F}"/>
    <dgm:cxn modelId="{D5BBBC36-7933-4FEC-82B6-4F588A96CEB8}" srcId="{862D60EC-1DC8-4CC9-B1E0-61DA6CA77301}" destId="{850FC98B-56B5-4C3E-B38C-84C8B7ED4D1F}" srcOrd="1" destOrd="0" parTransId="{C7C8F30C-7184-402E-9F75-85EA18387336}" sibTransId="{DB5AE7B6-F836-48CA-9B39-3DF117E959C2}"/>
    <dgm:cxn modelId="{A88B7652-E436-4680-969D-A95C93FEEF1F}" type="presOf" srcId="{C3DD1277-DA1E-47A2-9260-66D4E5B52530}" destId="{D0E5C3F0-2DD4-496D-A28F-D8412FC1EFBB}" srcOrd="0" destOrd="0" presId="urn:microsoft.com/office/officeart/2005/8/layout/hList1"/>
    <dgm:cxn modelId="{56EFF053-0669-4905-B416-68B5996F3EB1}" type="presOf" srcId="{850FC98B-56B5-4C3E-B38C-84C8B7ED4D1F}" destId="{40E8E80C-AFE7-467C-826B-DE429E416D04}" srcOrd="0" destOrd="1" presId="urn:microsoft.com/office/officeart/2005/8/layout/hList1"/>
    <dgm:cxn modelId="{FBBC3983-6123-4774-B1E8-724A537167B1}" type="presOf" srcId="{C465ADC7-5584-4EC2-B74B-050FB085A0FC}" destId="{4AB21087-083C-4B9B-A59D-B65BD42A0A14}" srcOrd="0" destOrd="0" presId="urn:microsoft.com/office/officeart/2005/8/layout/hList1"/>
    <dgm:cxn modelId="{DE54ACB4-3FA0-4759-9ED0-A5A401263F8C}" type="presOf" srcId="{A8F9D07E-3D66-4B78-9D84-8848BAD919C0}" destId="{40E8E80C-AFE7-467C-826B-DE429E416D04}" srcOrd="0" destOrd="0" presId="urn:microsoft.com/office/officeart/2005/8/layout/hList1"/>
    <dgm:cxn modelId="{6E538BC7-F95E-4A86-8391-C74A86F8DCDE}" type="presOf" srcId="{862D60EC-1DC8-4CC9-B1E0-61DA6CA77301}" destId="{B6E57520-077F-49A8-BEA6-3D8DA919BC4C}" srcOrd="0" destOrd="0" presId="urn:microsoft.com/office/officeart/2005/8/layout/hList1"/>
    <dgm:cxn modelId="{D018B5F4-2AA3-4684-9C76-B045A146D1B5}" srcId="{C465ADC7-5584-4EC2-B74B-050FB085A0FC}" destId="{C3DD1277-DA1E-47A2-9260-66D4E5B52530}" srcOrd="0" destOrd="0" parTransId="{A5E4C5DB-52D0-46AC-A928-DCAC43CC41F0}" sibTransId="{1C1A4F35-E6EE-4945-A784-E8E893B53838}"/>
    <dgm:cxn modelId="{EAFC4482-51DF-465F-9FA8-B794C73538B3}" type="presParOf" srcId="{04B3459E-1919-4966-AAE5-1715C7071F4A}" destId="{C1A15EF6-6AE9-4762-9E48-CD602E65C4DB}" srcOrd="0" destOrd="0" presId="urn:microsoft.com/office/officeart/2005/8/layout/hList1"/>
    <dgm:cxn modelId="{1E827FD6-1782-4F30-A114-B9031815C8FC}" type="presParOf" srcId="{C1A15EF6-6AE9-4762-9E48-CD602E65C4DB}" destId="{B6E57520-077F-49A8-BEA6-3D8DA919BC4C}" srcOrd="0" destOrd="0" presId="urn:microsoft.com/office/officeart/2005/8/layout/hList1"/>
    <dgm:cxn modelId="{457D6C6E-B44B-4516-B42D-803BB3D7EBD0}" type="presParOf" srcId="{C1A15EF6-6AE9-4762-9E48-CD602E65C4DB}" destId="{40E8E80C-AFE7-467C-826B-DE429E416D04}" srcOrd="1" destOrd="0" presId="urn:microsoft.com/office/officeart/2005/8/layout/hList1"/>
    <dgm:cxn modelId="{86E9E315-3C8D-487C-AA94-B4B0AE696A09}" type="presParOf" srcId="{04B3459E-1919-4966-AAE5-1715C7071F4A}" destId="{C570A4F9-6E1C-4282-B025-70C58076AB5F}" srcOrd="1" destOrd="0" presId="urn:microsoft.com/office/officeart/2005/8/layout/hList1"/>
    <dgm:cxn modelId="{07D8677F-59A2-4418-80BE-4BBE27FDEB78}" type="presParOf" srcId="{04B3459E-1919-4966-AAE5-1715C7071F4A}" destId="{B96115A9-2D09-4D66-A32D-7A5000E77982}" srcOrd="2" destOrd="0" presId="urn:microsoft.com/office/officeart/2005/8/layout/hList1"/>
    <dgm:cxn modelId="{709DC3F1-F870-4C92-8C46-03C0351C7CAB}" type="presParOf" srcId="{B96115A9-2D09-4D66-A32D-7A5000E77982}" destId="{4AB21087-083C-4B9B-A59D-B65BD42A0A14}" srcOrd="0" destOrd="0" presId="urn:microsoft.com/office/officeart/2005/8/layout/hList1"/>
    <dgm:cxn modelId="{A089AADA-F91C-44D3-B5EB-9728B99AFFC8}" type="presParOf" srcId="{B96115A9-2D09-4D66-A32D-7A5000E77982}" destId="{D0E5C3F0-2DD4-496D-A28F-D8412FC1EFB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54BEEB6-09C2-4BE7-A09A-0AC3C78B0541}" type="doc">
      <dgm:prSet loTypeId="urn:diagrams.loki3.com/BracketList" loCatId="list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557D5F1-F89F-4724-83FC-E2069914667F}">
      <dgm:prSet/>
      <dgm:spPr/>
      <dgm:t>
        <a:bodyPr/>
        <a:lstStyle/>
        <a:p>
          <a:r>
            <a:rPr lang="en-US" dirty="0"/>
            <a:t>At a high level</a:t>
          </a:r>
        </a:p>
      </dgm:t>
    </dgm:pt>
    <dgm:pt modelId="{2AC0CFA7-B2DB-4A25-8F86-6429CC69042D}" type="parTrans" cxnId="{52914249-6F13-422D-A0ED-B1D5C9AD20D1}">
      <dgm:prSet/>
      <dgm:spPr/>
      <dgm:t>
        <a:bodyPr/>
        <a:lstStyle/>
        <a:p>
          <a:endParaRPr lang="en-US"/>
        </a:p>
      </dgm:t>
    </dgm:pt>
    <dgm:pt modelId="{AFB10228-AD3D-4112-BDC0-F5602E2E4228}" type="sibTrans" cxnId="{52914249-6F13-422D-A0ED-B1D5C9AD20D1}">
      <dgm:prSet/>
      <dgm:spPr/>
      <dgm:t>
        <a:bodyPr/>
        <a:lstStyle/>
        <a:p>
          <a:endParaRPr lang="en-US"/>
        </a:p>
      </dgm:t>
    </dgm:pt>
    <dgm:pt modelId="{185EFA68-38A1-4DEB-BB51-34ECE00E8113}">
      <dgm:prSet/>
      <dgm:spPr/>
      <dgm:t>
        <a:bodyPr/>
        <a:lstStyle/>
        <a:p>
          <a:r>
            <a:rPr lang="en-US" dirty="0"/>
            <a:t>Track</a:t>
          </a:r>
        </a:p>
      </dgm:t>
    </dgm:pt>
    <dgm:pt modelId="{C9CAB167-68D4-43B3-9364-9C1321F5E0E9}" type="parTrans" cxnId="{594A38C7-0024-42EB-A2FF-D76D569937A6}">
      <dgm:prSet/>
      <dgm:spPr/>
      <dgm:t>
        <a:bodyPr/>
        <a:lstStyle/>
        <a:p>
          <a:endParaRPr lang="en-US"/>
        </a:p>
      </dgm:t>
    </dgm:pt>
    <dgm:pt modelId="{DE132E87-83AA-42BA-8882-2AC1A062402C}" type="sibTrans" cxnId="{594A38C7-0024-42EB-A2FF-D76D569937A6}">
      <dgm:prSet/>
      <dgm:spPr/>
      <dgm:t>
        <a:bodyPr/>
        <a:lstStyle/>
        <a:p>
          <a:endParaRPr lang="en-US"/>
        </a:p>
      </dgm:t>
    </dgm:pt>
    <dgm:pt modelId="{A84A6469-F5F5-4051-A2AF-170B21C14810}">
      <dgm:prSet/>
      <dgm:spPr/>
      <dgm:t>
        <a:bodyPr/>
        <a:lstStyle/>
        <a:p>
          <a:r>
            <a:rPr lang="en-US" dirty="0"/>
            <a:t>between presses of the enter key,</a:t>
          </a:r>
        </a:p>
      </dgm:t>
    </dgm:pt>
    <dgm:pt modelId="{A487BC86-A1AD-49D2-867F-BBC646374D83}" type="parTrans" cxnId="{FACD806C-D5D2-4546-877A-B4D358CF43B1}">
      <dgm:prSet/>
      <dgm:spPr/>
      <dgm:t>
        <a:bodyPr/>
        <a:lstStyle/>
        <a:p>
          <a:endParaRPr lang="en-US"/>
        </a:p>
      </dgm:t>
    </dgm:pt>
    <dgm:pt modelId="{8451B1F3-4C60-4410-B85C-5C598A112E2B}" type="sibTrans" cxnId="{FACD806C-D5D2-4546-877A-B4D358CF43B1}">
      <dgm:prSet/>
      <dgm:spPr/>
      <dgm:t>
        <a:bodyPr/>
        <a:lstStyle/>
        <a:p>
          <a:endParaRPr lang="en-US"/>
        </a:p>
      </dgm:t>
    </dgm:pt>
    <dgm:pt modelId="{4123AB09-7C9F-4C03-B8CB-887A986238F3}">
      <dgm:prSet/>
      <dgm:spPr/>
      <dgm:t>
        <a:bodyPr/>
        <a:lstStyle/>
        <a:p>
          <a:r>
            <a:rPr lang="en-US"/>
            <a:t>with each key press</a:t>
          </a:r>
        </a:p>
      </dgm:t>
    </dgm:pt>
    <dgm:pt modelId="{75A43316-9E56-43C2-A367-11DED7A919A6}" type="parTrans" cxnId="{A1D05ABD-B829-4A6B-BECD-A302C1C51942}">
      <dgm:prSet/>
      <dgm:spPr/>
      <dgm:t>
        <a:bodyPr/>
        <a:lstStyle/>
        <a:p>
          <a:endParaRPr lang="en-US"/>
        </a:p>
      </dgm:t>
    </dgm:pt>
    <dgm:pt modelId="{A2F2045D-60CC-44BE-895D-27782B5A7130}" type="sibTrans" cxnId="{A1D05ABD-B829-4A6B-BECD-A302C1C51942}">
      <dgm:prSet/>
      <dgm:spPr/>
      <dgm:t>
        <a:bodyPr/>
        <a:lstStyle/>
        <a:p>
          <a:endParaRPr lang="en-US"/>
        </a:p>
      </dgm:t>
    </dgm:pt>
    <dgm:pt modelId="{90ED8351-5650-49C8-9FC7-A6E1B0F698A0}">
      <dgm:prSet/>
      <dgm:spPr/>
      <dgm:t>
        <a:bodyPr/>
        <a:lstStyle/>
        <a:p>
          <a:r>
            <a:rPr lang="en-US" dirty="0"/>
            <a:t>starting a new “lap”</a:t>
          </a:r>
        </a:p>
      </dgm:t>
    </dgm:pt>
    <dgm:pt modelId="{F00D934E-843F-4C74-9CBE-42512A634B85}" type="parTrans" cxnId="{6B5A6683-D698-4168-B569-22AF916E7387}">
      <dgm:prSet/>
      <dgm:spPr/>
      <dgm:t>
        <a:bodyPr/>
        <a:lstStyle/>
        <a:p>
          <a:endParaRPr lang="en-US"/>
        </a:p>
      </dgm:t>
    </dgm:pt>
    <dgm:pt modelId="{41328FA1-B921-4895-9B9A-9E3E6E11F2DE}" type="sibTrans" cxnId="{6B5A6683-D698-4168-B569-22AF916E7387}">
      <dgm:prSet/>
      <dgm:spPr/>
      <dgm:t>
        <a:bodyPr/>
        <a:lstStyle/>
        <a:p>
          <a:endParaRPr lang="en-US"/>
        </a:p>
      </dgm:t>
    </dgm:pt>
    <dgm:pt modelId="{07756381-3A29-4D32-A615-6CDDFDF31358}">
      <dgm:prSet/>
      <dgm:spPr/>
      <dgm:t>
        <a:bodyPr/>
        <a:lstStyle/>
        <a:p>
          <a:r>
            <a:rPr lang="en-US"/>
            <a:t>Print </a:t>
          </a:r>
        </a:p>
      </dgm:t>
    </dgm:pt>
    <dgm:pt modelId="{ACBA5402-AAA0-4512-B231-6EC74692D328}" type="parTrans" cxnId="{A28393AE-7926-4741-B090-71B4FFC67CFA}">
      <dgm:prSet/>
      <dgm:spPr/>
      <dgm:t>
        <a:bodyPr/>
        <a:lstStyle/>
        <a:p>
          <a:endParaRPr lang="en-US"/>
        </a:p>
      </dgm:t>
    </dgm:pt>
    <dgm:pt modelId="{90E86F28-4AFE-48E7-95DC-C92E8C991B82}" type="sibTrans" cxnId="{A28393AE-7926-4741-B090-71B4FFC67CFA}">
      <dgm:prSet/>
      <dgm:spPr/>
      <dgm:t>
        <a:bodyPr/>
        <a:lstStyle/>
        <a:p>
          <a:endParaRPr lang="en-US"/>
        </a:p>
      </dgm:t>
    </dgm:pt>
    <dgm:pt modelId="{90610417-B808-4A20-8B63-40F82413E3AE}">
      <dgm:prSet/>
      <dgm:spPr/>
      <dgm:t>
        <a:bodyPr/>
        <a:lstStyle/>
        <a:p>
          <a:r>
            <a:rPr lang="en-US"/>
            <a:t>the lap number</a:t>
          </a:r>
        </a:p>
      </dgm:t>
    </dgm:pt>
    <dgm:pt modelId="{D6514006-050C-49BC-BC56-53C052A51031}" type="parTrans" cxnId="{C2C789FB-F869-4132-840B-404108648832}">
      <dgm:prSet/>
      <dgm:spPr/>
      <dgm:t>
        <a:bodyPr/>
        <a:lstStyle/>
        <a:p>
          <a:endParaRPr lang="en-US"/>
        </a:p>
      </dgm:t>
    </dgm:pt>
    <dgm:pt modelId="{B7C8D929-BE2E-4FD1-941A-D8A411CDAEDC}" type="sibTrans" cxnId="{C2C789FB-F869-4132-840B-404108648832}">
      <dgm:prSet/>
      <dgm:spPr/>
      <dgm:t>
        <a:bodyPr/>
        <a:lstStyle/>
        <a:p>
          <a:endParaRPr lang="en-US"/>
        </a:p>
      </dgm:t>
    </dgm:pt>
    <dgm:pt modelId="{1A1529AB-E4E2-4A14-9312-BD2EC216B27B}">
      <dgm:prSet/>
      <dgm:spPr/>
      <dgm:t>
        <a:bodyPr/>
        <a:lstStyle/>
        <a:p>
          <a:r>
            <a:rPr lang="en-US"/>
            <a:t>total time</a:t>
          </a:r>
        </a:p>
      </dgm:t>
    </dgm:pt>
    <dgm:pt modelId="{A8199C00-C66B-4316-9517-05C8429E0A72}" type="parTrans" cxnId="{B157A74F-3D0B-43AC-86F0-B816D00D6C64}">
      <dgm:prSet/>
      <dgm:spPr/>
      <dgm:t>
        <a:bodyPr/>
        <a:lstStyle/>
        <a:p>
          <a:endParaRPr lang="en-US"/>
        </a:p>
      </dgm:t>
    </dgm:pt>
    <dgm:pt modelId="{2C8FF000-8157-4CD7-A620-79B0DFCE6177}" type="sibTrans" cxnId="{B157A74F-3D0B-43AC-86F0-B816D00D6C64}">
      <dgm:prSet/>
      <dgm:spPr/>
      <dgm:t>
        <a:bodyPr/>
        <a:lstStyle/>
        <a:p>
          <a:endParaRPr lang="en-US"/>
        </a:p>
      </dgm:t>
    </dgm:pt>
    <dgm:pt modelId="{E6DCC2A4-BF0E-4357-BA18-5DBE4DA3B885}">
      <dgm:prSet/>
      <dgm:spPr/>
      <dgm:t>
        <a:bodyPr/>
        <a:lstStyle/>
        <a:p>
          <a:r>
            <a:rPr lang="en-US"/>
            <a:t>lap time</a:t>
          </a:r>
        </a:p>
      </dgm:t>
    </dgm:pt>
    <dgm:pt modelId="{9F611402-BA22-44B5-923A-50AA7318FE07}" type="parTrans" cxnId="{914A2F48-8CDB-486E-B782-D4AFAA7616B9}">
      <dgm:prSet/>
      <dgm:spPr/>
      <dgm:t>
        <a:bodyPr/>
        <a:lstStyle/>
        <a:p>
          <a:endParaRPr lang="en-US"/>
        </a:p>
      </dgm:t>
    </dgm:pt>
    <dgm:pt modelId="{7F83070A-49CC-4A14-BFC5-D4C727AD47D0}" type="sibTrans" cxnId="{914A2F48-8CDB-486E-B782-D4AFAA7616B9}">
      <dgm:prSet/>
      <dgm:spPr/>
      <dgm:t>
        <a:bodyPr/>
        <a:lstStyle/>
        <a:p>
          <a:endParaRPr lang="en-US"/>
        </a:p>
      </dgm:t>
    </dgm:pt>
    <dgm:pt modelId="{3595D410-6931-4241-8A20-0FF0ABAB20CE}">
      <dgm:prSet/>
      <dgm:spPr/>
      <dgm:t>
        <a:bodyPr/>
        <a:lstStyle/>
        <a:p>
          <a:r>
            <a:rPr lang="en-US" dirty="0"/>
            <a:t>here’s what your program will do</a:t>
          </a:r>
        </a:p>
      </dgm:t>
    </dgm:pt>
    <dgm:pt modelId="{20E246F1-E44E-4552-824D-AA1FD3935B85}" type="parTrans" cxnId="{A92601C8-13FC-4816-9581-573698ABF664}">
      <dgm:prSet/>
      <dgm:spPr/>
      <dgm:t>
        <a:bodyPr/>
        <a:lstStyle/>
        <a:p>
          <a:endParaRPr lang="en-US"/>
        </a:p>
      </dgm:t>
    </dgm:pt>
    <dgm:pt modelId="{E6BB6104-3C17-4B65-BBA8-8F1C85FAD766}" type="sibTrans" cxnId="{A92601C8-13FC-4816-9581-573698ABF664}">
      <dgm:prSet/>
      <dgm:spPr/>
      <dgm:t>
        <a:bodyPr/>
        <a:lstStyle/>
        <a:p>
          <a:endParaRPr lang="en-US"/>
        </a:p>
      </dgm:t>
    </dgm:pt>
    <dgm:pt modelId="{EE17DB21-368A-4DFC-B71C-91F5D1DC3C0B}">
      <dgm:prSet/>
      <dgm:spPr/>
      <dgm:t>
        <a:bodyPr/>
        <a:lstStyle/>
        <a:p>
          <a:r>
            <a:rPr lang="en-US"/>
            <a:t>the </a:t>
          </a:r>
          <a:r>
            <a:rPr lang="en-US" dirty="0"/>
            <a:t>amount of time elapsed </a:t>
          </a:r>
        </a:p>
      </dgm:t>
    </dgm:pt>
    <dgm:pt modelId="{FA5B915F-ED78-401C-BC8C-42522FEDDD13}" type="parTrans" cxnId="{12B4F26E-3A90-44D1-A9F8-DFCB70E0CFE7}">
      <dgm:prSet/>
      <dgm:spPr/>
      <dgm:t>
        <a:bodyPr/>
        <a:lstStyle/>
        <a:p>
          <a:endParaRPr lang="en-US"/>
        </a:p>
      </dgm:t>
    </dgm:pt>
    <dgm:pt modelId="{357C9D8B-EAFD-4655-9C77-DA0B732BA15B}" type="sibTrans" cxnId="{12B4F26E-3A90-44D1-A9F8-DFCB70E0CFE7}">
      <dgm:prSet/>
      <dgm:spPr/>
      <dgm:t>
        <a:bodyPr/>
        <a:lstStyle/>
        <a:p>
          <a:endParaRPr lang="en-US"/>
        </a:p>
      </dgm:t>
    </dgm:pt>
    <dgm:pt modelId="{6B407E9E-AAD9-4821-AF05-A6AEC88E5E65}">
      <dgm:prSet/>
      <dgm:spPr/>
      <dgm:t>
        <a:bodyPr/>
        <a:lstStyle/>
        <a:p>
          <a:r>
            <a:rPr lang="en-US"/>
            <a:t>on </a:t>
          </a:r>
          <a:r>
            <a:rPr lang="en-US" dirty="0"/>
            <a:t>the timer.</a:t>
          </a:r>
        </a:p>
      </dgm:t>
    </dgm:pt>
    <dgm:pt modelId="{B3116527-E19E-49CE-A8A6-2965871EAA0B}" type="parTrans" cxnId="{9DACEDD1-8FCC-4AAF-BAFF-D5417AF38889}">
      <dgm:prSet/>
      <dgm:spPr/>
      <dgm:t>
        <a:bodyPr/>
        <a:lstStyle/>
        <a:p>
          <a:endParaRPr lang="en-US"/>
        </a:p>
      </dgm:t>
    </dgm:pt>
    <dgm:pt modelId="{0099E2BC-4612-40A1-B5D0-18BC4D20EDFA}" type="sibTrans" cxnId="{9DACEDD1-8FCC-4AAF-BAFF-D5417AF38889}">
      <dgm:prSet/>
      <dgm:spPr/>
      <dgm:t>
        <a:bodyPr/>
        <a:lstStyle/>
        <a:p>
          <a:endParaRPr lang="en-US"/>
        </a:p>
      </dgm:t>
    </dgm:pt>
    <dgm:pt modelId="{9B0EECFF-7FD5-4C33-954E-369F60880FD1}" type="pres">
      <dgm:prSet presAssocID="{F54BEEB6-09C2-4BE7-A09A-0AC3C78B0541}" presName="Name0" presStyleCnt="0">
        <dgm:presLayoutVars>
          <dgm:dir/>
          <dgm:animLvl val="lvl"/>
          <dgm:resizeHandles val="exact"/>
        </dgm:presLayoutVars>
      </dgm:prSet>
      <dgm:spPr/>
    </dgm:pt>
    <dgm:pt modelId="{1060CBC7-3346-4D6D-B340-25C1CE6F43DA}" type="pres">
      <dgm:prSet presAssocID="{3557D5F1-F89F-4724-83FC-E2069914667F}" presName="linNode" presStyleCnt="0"/>
      <dgm:spPr/>
    </dgm:pt>
    <dgm:pt modelId="{CB45FC84-3953-47F5-9865-7356CFFAEB38}" type="pres">
      <dgm:prSet presAssocID="{3557D5F1-F89F-4724-83FC-E2069914667F}" presName="parTx" presStyleLbl="revTx" presStyleIdx="0" presStyleCnt="4">
        <dgm:presLayoutVars>
          <dgm:chMax val="1"/>
          <dgm:bulletEnabled val="1"/>
        </dgm:presLayoutVars>
      </dgm:prSet>
      <dgm:spPr/>
    </dgm:pt>
    <dgm:pt modelId="{C61FDD01-9144-4F07-9ED2-1ADA731ECD01}" type="pres">
      <dgm:prSet presAssocID="{3557D5F1-F89F-4724-83FC-E2069914667F}" presName="bracket" presStyleLbl="parChTrans1D1" presStyleIdx="0" presStyleCnt="4"/>
      <dgm:spPr/>
    </dgm:pt>
    <dgm:pt modelId="{A76628E2-7832-4457-91E9-63BCDC7AFE20}" type="pres">
      <dgm:prSet presAssocID="{3557D5F1-F89F-4724-83FC-E2069914667F}" presName="spH" presStyleCnt="0"/>
      <dgm:spPr/>
    </dgm:pt>
    <dgm:pt modelId="{2FA1E946-DF73-4299-8D16-FF7D31C1F2FB}" type="pres">
      <dgm:prSet presAssocID="{3557D5F1-F89F-4724-83FC-E2069914667F}" presName="desTx" presStyleLbl="node1" presStyleIdx="0" presStyleCnt="4">
        <dgm:presLayoutVars>
          <dgm:bulletEnabled val="1"/>
        </dgm:presLayoutVars>
      </dgm:prSet>
      <dgm:spPr/>
    </dgm:pt>
    <dgm:pt modelId="{FEF622BD-C2D2-4316-A0D1-0CC7606CEFC5}" type="pres">
      <dgm:prSet presAssocID="{AFB10228-AD3D-4112-BDC0-F5602E2E4228}" presName="spV" presStyleCnt="0"/>
      <dgm:spPr/>
    </dgm:pt>
    <dgm:pt modelId="{6E9229BA-B16B-479D-82D8-3F8E70EDAFAD}" type="pres">
      <dgm:prSet presAssocID="{185EFA68-38A1-4DEB-BB51-34ECE00E8113}" presName="linNode" presStyleCnt="0"/>
      <dgm:spPr/>
    </dgm:pt>
    <dgm:pt modelId="{61F6040E-EEF1-406D-ABE2-ED780F8B6D05}" type="pres">
      <dgm:prSet presAssocID="{185EFA68-38A1-4DEB-BB51-34ECE00E8113}" presName="parTx" presStyleLbl="revTx" presStyleIdx="1" presStyleCnt="4">
        <dgm:presLayoutVars>
          <dgm:chMax val="1"/>
          <dgm:bulletEnabled val="1"/>
        </dgm:presLayoutVars>
      </dgm:prSet>
      <dgm:spPr/>
    </dgm:pt>
    <dgm:pt modelId="{E80DBA3D-D16E-4B7D-821F-D3528DEF3778}" type="pres">
      <dgm:prSet presAssocID="{185EFA68-38A1-4DEB-BB51-34ECE00E8113}" presName="bracket" presStyleLbl="parChTrans1D1" presStyleIdx="1" presStyleCnt="4"/>
      <dgm:spPr/>
    </dgm:pt>
    <dgm:pt modelId="{849DBCA1-42D4-4F59-A6AD-4D4AB7D9886E}" type="pres">
      <dgm:prSet presAssocID="{185EFA68-38A1-4DEB-BB51-34ECE00E8113}" presName="spH" presStyleCnt="0"/>
      <dgm:spPr/>
    </dgm:pt>
    <dgm:pt modelId="{9B5A6384-1D5E-4C90-BEE8-5D0964F94BF7}" type="pres">
      <dgm:prSet presAssocID="{185EFA68-38A1-4DEB-BB51-34ECE00E8113}" presName="desTx" presStyleLbl="node1" presStyleIdx="1" presStyleCnt="4">
        <dgm:presLayoutVars>
          <dgm:bulletEnabled val="1"/>
        </dgm:presLayoutVars>
      </dgm:prSet>
      <dgm:spPr/>
    </dgm:pt>
    <dgm:pt modelId="{935B1455-CEC7-422C-8E05-1ECA22006171}" type="pres">
      <dgm:prSet presAssocID="{DE132E87-83AA-42BA-8882-2AC1A062402C}" presName="spV" presStyleCnt="0"/>
      <dgm:spPr/>
    </dgm:pt>
    <dgm:pt modelId="{13B2FF01-F54D-4AF1-9611-05E1A21CA44E}" type="pres">
      <dgm:prSet presAssocID="{4123AB09-7C9F-4C03-B8CB-887A986238F3}" presName="linNode" presStyleCnt="0"/>
      <dgm:spPr/>
    </dgm:pt>
    <dgm:pt modelId="{68FE6505-9238-4F26-8CBB-6A7689FE4A99}" type="pres">
      <dgm:prSet presAssocID="{4123AB09-7C9F-4C03-B8CB-887A986238F3}" presName="parTx" presStyleLbl="revTx" presStyleIdx="2" presStyleCnt="4">
        <dgm:presLayoutVars>
          <dgm:chMax val="1"/>
          <dgm:bulletEnabled val="1"/>
        </dgm:presLayoutVars>
      </dgm:prSet>
      <dgm:spPr/>
    </dgm:pt>
    <dgm:pt modelId="{487C4B69-82C9-4669-8C03-202A503FB965}" type="pres">
      <dgm:prSet presAssocID="{4123AB09-7C9F-4C03-B8CB-887A986238F3}" presName="bracket" presStyleLbl="parChTrans1D1" presStyleIdx="2" presStyleCnt="4"/>
      <dgm:spPr/>
    </dgm:pt>
    <dgm:pt modelId="{363A457A-A1FA-44A3-9C63-B1E92E976527}" type="pres">
      <dgm:prSet presAssocID="{4123AB09-7C9F-4C03-B8CB-887A986238F3}" presName="spH" presStyleCnt="0"/>
      <dgm:spPr/>
    </dgm:pt>
    <dgm:pt modelId="{280FFFF0-3D5D-4FC3-9268-F970FF60263B}" type="pres">
      <dgm:prSet presAssocID="{4123AB09-7C9F-4C03-B8CB-887A986238F3}" presName="desTx" presStyleLbl="node1" presStyleIdx="2" presStyleCnt="4">
        <dgm:presLayoutVars>
          <dgm:bulletEnabled val="1"/>
        </dgm:presLayoutVars>
      </dgm:prSet>
      <dgm:spPr/>
    </dgm:pt>
    <dgm:pt modelId="{4FB1B1DD-5FF6-423A-AA7F-4FAC56D9AD97}" type="pres">
      <dgm:prSet presAssocID="{A2F2045D-60CC-44BE-895D-27782B5A7130}" presName="spV" presStyleCnt="0"/>
      <dgm:spPr/>
    </dgm:pt>
    <dgm:pt modelId="{9EE489EC-0CC3-432C-A843-221DE814F664}" type="pres">
      <dgm:prSet presAssocID="{07756381-3A29-4D32-A615-6CDDFDF31358}" presName="linNode" presStyleCnt="0"/>
      <dgm:spPr/>
    </dgm:pt>
    <dgm:pt modelId="{B776F90A-CCB1-4F9D-B7E9-C2F3FBA7EB7C}" type="pres">
      <dgm:prSet presAssocID="{07756381-3A29-4D32-A615-6CDDFDF31358}" presName="parTx" presStyleLbl="revTx" presStyleIdx="3" presStyleCnt="4">
        <dgm:presLayoutVars>
          <dgm:chMax val="1"/>
          <dgm:bulletEnabled val="1"/>
        </dgm:presLayoutVars>
      </dgm:prSet>
      <dgm:spPr/>
    </dgm:pt>
    <dgm:pt modelId="{1BC5222E-8431-4517-8A36-807515F2134C}" type="pres">
      <dgm:prSet presAssocID="{07756381-3A29-4D32-A615-6CDDFDF31358}" presName="bracket" presStyleLbl="parChTrans1D1" presStyleIdx="3" presStyleCnt="4"/>
      <dgm:spPr/>
    </dgm:pt>
    <dgm:pt modelId="{F7C24713-6C38-48B6-90C2-971B5B668295}" type="pres">
      <dgm:prSet presAssocID="{07756381-3A29-4D32-A615-6CDDFDF31358}" presName="spH" presStyleCnt="0"/>
      <dgm:spPr/>
    </dgm:pt>
    <dgm:pt modelId="{05735841-EFF2-4081-A7E7-1B23EFFB78D1}" type="pres">
      <dgm:prSet presAssocID="{07756381-3A29-4D32-A615-6CDDFDF31358}" presName="desTx" presStyleLbl="node1" presStyleIdx="3" presStyleCnt="4">
        <dgm:presLayoutVars>
          <dgm:bulletEnabled val="1"/>
        </dgm:presLayoutVars>
      </dgm:prSet>
      <dgm:spPr/>
    </dgm:pt>
  </dgm:ptLst>
  <dgm:cxnLst>
    <dgm:cxn modelId="{F6A5FF1E-61C3-4BD3-AB38-D5866581C5AA}" type="presOf" srcId="{185EFA68-38A1-4DEB-BB51-34ECE00E8113}" destId="{61F6040E-EEF1-406D-ABE2-ED780F8B6D05}" srcOrd="0" destOrd="0" presId="urn:diagrams.loki3.com/BracketList"/>
    <dgm:cxn modelId="{B9070646-487F-4FE1-B061-96B53A53A362}" type="presOf" srcId="{EE17DB21-368A-4DFC-B71C-91F5D1DC3C0B}" destId="{9B5A6384-1D5E-4C90-BEE8-5D0964F94BF7}" srcOrd="0" destOrd="0" presId="urn:diagrams.loki3.com/BracketList"/>
    <dgm:cxn modelId="{64574D46-4B58-467F-9710-6BC871F1EBCB}" type="presOf" srcId="{1A1529AB-E4E2-4A14-9312-BD2EC216B27B}" destId="{05735841-EFF2-4081-A7E7-1B23EFFB78D1}" srcOrd="0" destOrd="1" presId="urn:diagrams.loki3.com/BracketList"/>
    <dgm:cxn modelId="{914A2F48-8CDB-486E-B782-D4AFAA7616B9}" srcId="{07756381-3A29-4D32-A615-6CDDFDF31358}" destId="{E6DCC2A4-BF0E-4357-BA18-5DBE4DA3B885}" srcOrd="2" destOrd="0" parTransId="{9F611402-BA22-44B5-923A-50AA7318FE07}" sibTransId="{7F83070A-49CC-4A14-BFC5-D4C727AD47D0}"/>
    <dgm:cxn modelId="{52914249-6F13-422D-A0ED-B1D5C9AD20D1}" srcId="{F54BEEB6-09C2-4BE7-A09A-0AC3C78B0541}" destId="{3557D5F1-F89F-4724-83FC-E2069914667F}" srcOrd="0" destOrd="0" parTransId="{2AC0CFA7-B2DB-4A25-8F86-6429CC69042D}" sibTransId="{AFB10228-AD3D-4112-BDC0-F5602E2E4228}"/>
    <dgm:cxn modelId="{FACD806C-D5D2-4546-877A-B4D358CF43B1}" srcId="{185EFA68-38A1-4DEB-BB51-34ECE00E8113}" destId="{A84A6469-F5F5-4051-A2AF-170B21C14810}" srcOrd="1" destOrd="0" parTransId="{A487BC86-A1AD-49D2-867F-BBC646374D83}" sibTransId="{8451B1F3-4C60-4410-B85C-5C598A112E2B}"/>
    <dgm:cxn modelId="{12B4F26E-3A90-44D1-A9F8-DFCB70E0CFE7}" srcId="{185EFA68-38A1-4DEB-BB51-34ECE00E8113}" destId="{EE17DB21-368A-4DFC-B71C-91F5D1DC3C0B}" srcOrd="0" destOrd="0" parTransId="{FA5B915F-ED78-401C-BC8C-42522FEDDD13}" sibTransId="{357C9D8B-EAFD-4655-9C77-DA0B732BA15B}"/>
    <dgm:cxn modelId="{B157A74F-3D0B-43AC-86F0-B816D00D6C64}" srcId="{07756381-3A29-4D32-A615-6CDDFDF31358}" destId="{1A1529AB-E4E2-4A14-9312-BD2EC216B27B}" srcOrd="1" destOrd="0" parTransId="{A8199C00-C66B-4316-9517-05C8429E0A72}" sibTransId="{2C8FF000-8157-4CD7-A620-79B0DFCE6177}"/>
    <dgm:cxn modelId="{84EFC76F-4C65-412A-8378-D8F44962E2F1}" type="presOf" srcId="{3595D410-6931-4241-8A20-0FF0ABAB20CE}" destId="{2FA1E946-DF73-4299-8D16-FF7D31C1F2FB}" srcOrd="0" destOrd="0" presId="urn:diagrams.loki3.com/BracketList"/>
    <dgm:cxn modelId="{3C110851-0A8A-46F1-99CF-ECC2F54A0451}" type="presOf" srcId="{A84A6469-F5F5-4051-A2AF-170B21C14810}" destId="{9B5A6384-1D5E-4C90-BEE8-5D0964F94BF7}" srcOrd="0" destOrd="1" presId="urn:diagrams.loki3.com/BracketList"/>
    <dgm:cxn modelId="{27304954-34D7-4B13-92CC-4D2A35418132}" type="presOf" srcId="{07756381-3A29-4D32-A615-6CDDFDF31358}" destId="{B776F90A-CCB1-4F9D-B7E9-C2F3FBA7EB7C}" srcOrd="0" destOrd="0" presId="urn:diagrams.loki3.com/BracketList"/>
    <dgm:cxn modelId="{1C0D3857-8E43-4D3C-A575-545D63E643D9}" type="presOf" srcId="{E6DCC2A4-BF0E-4357-BA18-5DBE4DA3B885}" destId="{05735841-EFF2-4081-A7E7-1B23EFFB78D1}" srcOrd="0" destOrd="2" presId="urn:diagrams.loki3.com/BracketList"/>
    <dgm:cxn modelId="{6B5A6683-D698-4168-B569-22AF916E7387}" srcId="{4123AB09-7C9F-4C03-B8CB-887A986238F3}" destId="{90ED8351-5650-49C8-9FC7-A6E1B0F698A0}" srcOrd="0" destOrd="0" parTransId="{F00D934E-843F-4C74-9CBE-42512A634B85}" sibTransId="{41328FA1-B921-4895-9B9A-9E3E6E11F2DE}"/>
    <dgm:cxn modelId="{143D7892-80AF-4A9C-98F9-13FD96DD82CD}" type="presOf" srcId="{3557D5F1-F89F-4724-83FC-E2069914667F}" destId="{CB45FC84-3953-47F5-9865-7356CFFAEB38}" srcOrd="0" destOrd="0" presId="urn:diagrams.loki3.com/BracketList"/>
    <dgm:cxn modelId="{62052896-45E6-402B-993B-EE4B1D7FBEE8}" type="presOf" srcId="{4123AB09-7C9F-4C03-B8CB-887A986238F3}" destId="{68FE6505-9238-4F26-8CBB-6A7689FE4A99}" srcOrd="0" destOrd="0" presId="urn:diagrams.loki3.com/BracketList"/>
    <dgm:cxn modelId="{94C3E0A8-96AB-4099-8A31-5F1E5FA61E10}" type="presOf" srcId="{F54BEEB6-09C2-4BE7-A09A-0AC3C78B0541}" destId="{9B0EECFF-7FD5-4C33-954E-369F60880FD1}" srcOrd="0" destOrd="0" presId="urn:diagrams.loki3.com/BracketList"/>
    <dgm:cxn modelId="{A28393AE-7926-4741-B090-71B4FFC67CFA}" srcId="{F54BEEB6-09C2-4BE7-A09A-0AC3C78B0541}" destId="{07756381-3A29-4D32-A615-6CDDFDF31358}" srcOrd="3" destOrd="0" parTransId="{ACBA5402-AAA0-4512-B231-6EC74692D328}" sibTransId="{90E86F28-4AFE-48E7-95DC-C92E8C991B82}"/>
    <dgm:cxn modelId="{03947AB2-EFCF-4388-A5C0-D8D8807DD535}" type="presOf" srcId="{6B407E9E-AAD9-4821-AF05-A6AEC88E5E65}" destId="{280FFFF0-3D5D-4FC3-9268-F970FF60263B}" srcOrd="0" destOrd="1" presId="urn:diagrams.loki3.com/BracketList"/>
    <dgm:cxn modelId="{E5EC6CB6-98AC-476E-B8A5-77C3B72BD723}" type="presOf" srcId="{90ED8351-5650-49C8-9FC7-A6E1B0F698A0}" destId="{280FFFF0-3D5D-4FC3-9268-F970FF60263B}" srcOrd="0" destOrd="0" presId="urn:diagrams.loki3.com/BracketList"/>
    <dgm:cxn modelId="{A1D05ABD-B829-4A6B-BECD-A302C1C51942}" srcId="{F54BEEB6-09C2-4BE7-A09A-0AC3C78B0541}" destId="{4123AB09-7C9F-4C03-B8CB-887A986238F3}" srcOrd="2" destOrd="0" parTransId="{75A43316-9E56-43C2-A367-11DED7A919A6}" sibTransId="{A2F2045D-60CC-44BE-895D-27782B5A7130}"/>
    <dgm:cxn modelId="{594A38C7-0024-42EB-A2FF-D76D569937A6}" srcId="{F54BEEB6-09C2-4BE7-A09A-0AC3C78B0541}" destId="{185EFA68-38A1-4DEB-BB51-34ECE00E8113}" srcOrd="1" destOrd="0" parTransId="{C9CAB167-68D4-43B3-9364-9C1321F5E0E9}" sibTransId="{DE132E87-83AA-42BA-8882-2AC1A062402C}"/>
    <dgm:cxn modelId="{A92601C8-13FC-4816-9581-573698ABF664}" srcId="{3557D5F1-F89F-4724-83FC-E2069914667F}" destId="{3595D410-6931-4241-8A20-0FF0ABAB20CE}" srcOrd="0" destOrd="0" parTransId="{20E246F1-E44E-4552-824D-AA1FD3935B85}" sibTransId="{E6BB6104-3C17-4B65-BBA8-8F1C85FAD766}"/>
    <dgm:cxn modelId="{9DACEDD1-8FCC-4AAF-BAFF-D5417AF38889}" srcId="{4123AB09-7C9F-4C03-B8CB-887A986238F3}" destId="{6B407E9E-AAD9-4821-AF05-A6AEC88E5E65}" srcOrd="1" destOrd="0" parTransId="{B3116527-E19E-49CE-A8A6-2965871EAA0B}" sibTransId="{0099E2BC-4612-40A1-B5D0-18BC4D20EDFA}"/>
    <dgm:cxn modelId="{5BCEADD2-16C2-42B4-8886-7EADC500E06D}" type="presOf" srcId="{90610417-B808-4A20-8B63-40F82413E3AE}" destId="{05735841-EFF2-4081-A7E7-1B23EFFB78D1}" srcOrd="0" destOrd="0" presId="urn:diagrams.loki3.com/BracketList"/>
    <dgm:cxn modelId="{C2C789FB-F869-4132-840B-404108648832}" srcId="{07756381-3A29-4D32-A615-6CDDFDF31358}" destId="{90610417-B808-4A20-8B63-40F82413E3AE}" srcOrd="0" destOrd="0" parTransId="{D6514006-050C-49BC-BC56-53C052A51031}" sibTransId="{B7C8D929-BE2E-4FD1-941A-D8A411CDAEDC}"/>
    <dgm:cxn modelId="{19046310-4FEA-49C8-A8DE-8CB4E73A2E33}" type="presParOf" srcId="{9B0EECFF-7FD5-4C33-954E-369F60880FD1}" destId="{1060CBC7-3346-4D6D-B340-25C1CE6F43DA}" srcOrd="0" destOrd="0" presId="urn:diagrams.loki3.com/BracketList"/>
    <dgm:cxn modelId="{496ECE2F-A6F5-4031-9030-2D06546E84CA}" type="presParOf" srcId="{1060CBC7-3346-4D6D-B340-25C1CE6F43DA}" destId="{CB45FC84-3953-47F5-9865-7356CFFAEB38}" srcOrd="0" destOrd="0" presId="urn:diagrams.loki3.com/BracketList"/>
    <dgm:cxn modelId="{5F2FCAAA-1CF0-45A3-9663-D5C7D7CF4E7B}" type="presParOf" srcId="{1060CBC7-3346-4D6D-B340-25C1CE6F43DA}" destId="{C61FDD01-9144-4F07-9ED2-1ADA731ECD01}" srcOrd="1" destOrd="0" presId="urn:diagrams.loki3.com/BracketList"/>
    <dgm:cxn modelId="{8411DDE9-CF0F-4B43-878A-843DC19220FA}" type="presParOf" srcId="{1060CBC7-3346-4D6D-B340-25C1CE6F43DA}" destId="{A76628E2-7832-4457-91E9-63BCDC7AFE20}" srcOrd="2" destOrd="0" presId="urn:diagrams.loki3.com/BracketList"/>
    <dgm:cxn modelId="{0D2517D5-1EA5-4C80-88B4-37BA72DA2C82}" type="presParOf" srcId="{1060CBC7-3346-4D6D-B340-25C1CE6F43DA}" destId="{2FA1E946-DF73-4299-8D16-FF7D31C1F2FB}" srcOrd="3" destOrd="0" presId="urn:diagrams.loki3.com/BracketList"/>
    <dgm:cxn modelId="{508B75D8-D646-4BA6-BBD8-E5B7D6802B8D}" type="presParOf" srcId="{9B0EECFF-7FD5-4C33-954E-369F60880FD1}" destId="{FEF622BD-C2D2-4316-A0D1-0CC7606CEFC5}" srcOrd="1" destOrd="0" presId="urn:diagrams.loki3.com/BracketList"/>
    <dgm:cxn modelId="{E45EDA7B-FD6C-48B2-9034-EAA2E719AF3D}" type="presParOf" srcId="{9B0EECFF-7FD5-4C33-954E-369F60880FD1}" destId="{6E9229BA-B16B-479D-82D8-3F8E70EDAFAD}" srcOrd="2" destOrd="0" presId="urn:diagrams.loki3.com/BracketList"/>
    <dgm:cxn modelId="{A703A033-06F4-4275-A06A-51F2F0CCCFA0}" type="presParOf" srcId="{6E9229BA-B16B-479D-82D8-3F8E70EDAFAD}" destId="{61F6040E-EEF1-406D-ABE2-ED780F8B6D05}" srcOrd="0" destOrd="0" presId="urn:diagrams.loki3.com/BracketList"/>
    <dgm:cxn modelId="{F8151C33-E0E5-46CE-9C27-763FA2D94767}" type="presParOf" srcId="{6E9229BA-B16B-479D-82D8-3F8E70EDAFAD}" destId="{E80DBA3D-D16E-4B7D-821F-D3528DEF3778}" srcOrd="1" destOrd="0" presId="urn:diagrams.loki3.com/BracketList"/>
    <dgm:cxn modelId="{54BAAF92-D387-4BE8-9542-E63D401861A7}" type="presParOf" srcId="{6E9229BA-B16B-479D-82D8-3F8E70EDAFAD}" destId="{849DBCA1-42D4-4F59-A6AD-4D4AB7D9886E}" srcOrd="2" destOrd="0" presId="urn:diagrams.loki3.com/BracketList"/>
    <dgm:cxn modelId="{343EAA61-930B-4E4E-BB5E-ABC069569819}" type="presParOf" srcId="{6E9229BA-B16B-479D-82D8-3F8E70EDAFAD}" destId="{9B5A6384-1D5E-4C90-BEE8-5D0964F94BF7}" srcOrd="3" destOrd="0" presId="urn:diagrams.loki3.com/BracketList"/>
    <dgm:cxn modelId="{006A2B4B-C54C-4E30-9DAB-E228570F8CAB}" type="presParOf" srcId="{9B0EECFF-7FD5-4C33-954E-369F60880FD1}" destId="{935B1455-CEC7-422C-8E05-1ECA22006171}" srcOrd="3" destOrd="0" presId="urn:diagrams.loki3.com/BracketList"/>
    <dgm:cxn modelId="{18F97F60-A025-44D2-9CE4-F2B89A4F9CBA}" type="presParOf" srcId="{9B0EECFF-7FD5-4C33-954E-369F60880FD1}" destId="{13B2FF01-F54D-4AF1-9611-05E1A21CA44E}" srcOrd="4" destOrd="0" presId="urn:diagrams.loki3.com/BracketList"/>
    <dgm:cxn modelId="{2F0D5096-8B4D-4ECE-9EC1-43DB9F37111E}" type="presParOf" srcId="{13B2FF01-F54D-4AF1-9611-05E1A21CA44E}" destId="{68FE6505-9238-4F26-8CBB-6A7689FE4A99}" srcOrd="0" destOrd="0" presId="urn:diagrams.loki3.com/BracketList"/>
    <dgm:cxn modelId="{ED008B62-FCA3-48F8-B0E9-A6CBF274D4A2}" type="presParOf" srcId="{13B2FF01-F54D-4AF1-9611-05E1A21CA44E}" destId="{487C4B69-82C9-4669-8C03-202A503FB965}" srcOrd="1" destOrd="0" presId="urn:diagrams.loki3.com/BracketList"/>
    <dgm:cxn modelId="{3F5D0B73-9961-4AFB-A5E6-53899C7C108E}" type="presParOf" srcId="{13B2FF01-F54D-4AF1-9611-05E1A21CA44E}" destId="{363A457A-A1FA-44A3-9C63-B1E92E976527}" srcOrd="2" destOrd="0" presId="urn:diagrams.loki3.com/BracketList"/>
    <dgm:cxn modelId="{FD0BF663-C9B3-4F6E-B1F3-B3C5476670B1}" type="presParOf" srcId="{13B2FF01-F54D-4AF1-9611-05E1A21CA44E}" destId="{280FFFF0-3D5D-4FC3-9268-F970FF60263B}" srcOrd="3" destOrd="0" presId="urn:diagrams.loki3.com/BracketList"/>
    <dgm:cxn modelId="{A0DD044E-1A5C-4049-95B0-B46DB673CC0A}" type="presParOf" srcId="{9B0EECFF-7FD5-4C33-954E-369F60880FD1}" destId="{4FB1B1DD-5FF6-423A-AA7F-4FAC56D9AD97}" srcOrd="5" destOrd="0" presId="urn:diagrams.loki3.com/BracketList"/>
    <dgm:cxn modelId="{9411E0A9-E4F6-4D15-B635-282559C633E5}" type="presParOf" srcId="{9B0EECFF-7FD5-4C33-954E-369F60880FD1}" destId="{9EE489EC-0CC3-432C-A843-221DE814F664}" srcOrd="6" destOrd="0" presId="urn:diagrams.loki3.com/BracketList"/>
    <dgm:cxn modelId="{9D9B42CB-DBF5-449C-BC36-DA6F34FD4EAE}" type="presParOf" srcId="{9EE489EC-0CC3-432C-A843-221DE814F664}" destId="{B776F90A-CCB1-4F9D-B7E9-C2F3FBA7EB7C}" srcOrd="0" destOrd="0" presId="urn:diagrams.loki3.com/BracketList"/>
    <dgm:cxn modelId="{EA087355-6BFD-4F37-9A68-F1171B4927DA}" type="presParOf" srcId="{9EE489EC-0CC3-432C-A843-221DE814F664}" destId="{1BC5222E-8431-4517-8A36-807515F2134C}" srcOrd="1" destOrd="0" presId="urn:diagrams.loki3.com/BracketList"/>
    <dgm:cxn modelId="{9D67E449-AA2B-44EA-B094-5459D1F0B2B2}" type="presParOf" srcId="{9EE489EC-0CC3-432C-A843-221DE814F664}" destId="{F7C24713-6C38-48B6-90C2-971B5B668295}" srcOrd="2" destOrd="0" presId="urn:diagrams.loki3.com/BracketList"/>
    <dgm:cxn modelId="{BA2C3C09-B016-4FEF-96A8-8220B48A1611}" type="presParOf" srcId="{9EE489EC-0CC3-432C-A843-221DE814F664}" destId="{05735841-EFF2-4081-A7E7-1B23EFFB78D1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C0CA81C-670B-4345-80B0-4300CACF81F2}" type="doc">
      <dgm:prSet loTypeId="urn:diagrams.loki3.com/BracketList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E3F8C60-43AB-4B20-8841-CCE25BAE1958}">
      <dgm:prSet/>
      <dgm:spPr/>
      <dgm:t>
        <a:bodyPr/>
        <a:lstStyle/>
        <a:p>
          <a:r>
            <a:rPr lang="tr-TR" dirty="0" err="1"/>
            <a:t>The</a:t>
          </a:r>
          <a:r>
            <a:rPr lang="tr-TR" dirty="0"/>
            <a:t> </a:t>
          </a:r>
          <a:r>
            <a:rPr lang="en-US" dirty="0"/>
            <a:t>code</a:t>
          </a:r>
        </a:p>
      </dgm:t>
    </dgm:pt>
    <dgm:pt modelId="{2766E826-1AE1-44F6-9B1E-8C1F59AF7895}" type="parTrans" cxnId="{7AE1D077-A617-448E-ABF6-97609B9CA33F}">
      <dgm:prSet/>
      <dgm:spPr/>
      <dgm:t>
        <a:bodyPr/>
        <a:lstStyle/>
        <a:p>
          <a:endParaRPr lang="en-US"/>
        </a:p>
      </dgm:t>
    </dgm:pt>
    <dgm:pt modelId="{744F1CDB-BE47-40A2-B4F6-A432288D69F1}" type="sibTrans" cxnId="{7AE1D077-A617-448E-ABF6-97609B9CA33F}">
      <dgm:prSet/>
      <dgm:spPr/>
      <dgm:t>
        <a:bodyPr/>
        <a:lstStyle/>
        <a:p>
          <a:endParaRPr lang="en-US"/>
        </a:p>
      </dgm:t>
    </dgm:pt>
    <dgm:pt modelId="{0D8EE9E2-97B7-4970-890B-F0CEE16CB977}">
      <dgm:prSet/>
      <dgm:spPr/>
      <dgm:t>
        <a:bodyPr/>
        <a:lstStyle/>
        <a:p>
          <a:r>
            <a:rPr lang="tr-TR" dirty="0" err="1"/>
            <a:t>Current</a:t>
          </a:r>
          <a:r>
            <a:rPr lang="tr-TR" dirty="0"/>
            <a:t> time</a:t>
          </a:r>
          <a:endParaRPr lang="en-US" dirty="0"/>
        </a:p>
      </dgm:t>
    </dgm:pt>
    <dgm:pt modelId="{0B6EB2FD-98D0-4811-9621-4B5F909E077C}" type="parTrans" cxnId="{24B8C3E9-5EC6-4A12-9114-C35708108B40}">
      <dgm:prSet/>
      <dgm:spPr/>
      <dgm:t>
        <a:bodyPr/>
        <a:lstStyle/>
        <a:p>
          <a:endParaRPr lang="en-US"/>
        </a:p>
      </dgm:t>
    </dgm:pt>
    <dgm:pt modelId="{38C9F2A9-7A85-432F-B853-347B8291C2F4}" type="sibTrans" cxnId="{24B8C3E9-5EC6-4A12-9114-C35708108B40}">
      <dgm:prSet/>
      <dgm:spPr/>
      <dgm:t>
        <a:bodyPr/>
        <a:lstStyle/>
        <a:p>
          <a:endParaRPr lang="en-US"/>
        </a:p>
      </dgm:t>
    </dgm:pt>
    <dgm:pt modelId="{E4EE9E58-102F-4763-8E0A-FDE66A5B00F7}">
      <dgm:prSet/>
      <dgm:spPr/>
      <dgm:t>
        <a:bodyPr/>
        <a:lstStyle/>
        <a:p>
          <a:r>
            <a:rPr lang="en-US" dirty="0"/>
            <a:t>by calling </a:t>
          </a:r>
          <a:r>
            <a:rPr lang="en-US" i="1" dirty="0" err="1"/>
            <a:t>time.time</a:t>
          </a:r>
          <a:r>
            <a:rPr lang="en-US" i="1" dirty="0"/>
            <a:t>()</a:t>
          </a:r>
        </a:p>
      </dgm:t>
    </dgm:pt>
    <dgm:pt modelId="{5BE89852-9BF1-4C0B-9F1A-18064D56B0F7}" type="parTrans" cxnId="{B9613C8A-5B93-4FE7-AA0C-7E08D593B1BC}">
      <dgm:prSet/>
      <dgm:spPr/>
      <dgm:t>
        <a:bodyPr/>
        <a:lstStyle/>
        <a:p>
          <a:endParaRPr lang="en-US"/>
        </a:p>
      </dgm:t>
    </dgm:pt>
    <dgm:pt modelId="{89D1801C-D934-4F5A-87FB-1C50FE1A4807}" type="sibTrans" cxnId="{B9613C8A-5B93-4FE7-AA0C-7E08D593B1BC}">
      <dgm:prSet/>
      <dgm:spPr/>
      <dgm:t>
        <a:bodyPr/>
        <a:lstStyle/>
        <a:p>
          <a:endParaRPr lang="en-US"/>
        </a:p>
      </dgm:t>
    </dgm:pt>
    <dgm:pt modelId="{BC633158-B448-42F9-A3A6-752C0E5F419E}">
      <dgm:prSet/>
      <dgm:spPr/>
      <dgm:t>
        <a:bodyPr/>
        <a:lstStyle/>
        <a:p>
          <a:r>
            <a:rPr lang="tr-TR" dirty="0"/>
            <a:t>Time </a:t>
          </a:r>
          <a:r>
            <a:rPr lang="tr-TR" dirty="0" err="1"/>
            <a:t>stamp</a:t>
          </a:r>
          <a:endParaRPr lang="en-US" dirty="0"/>
        </a:p>
      </dgm:t>
    </dgm:pt>
    <dgm:pt modelId="{A99A38F7-EC63-4625-A914-49B7319662AB}" type="parTrans" cxnId="{ACAD4C6F-8041-41A3-85A2-D7F9311B33E2}">
      <dgm:prSet/>
      <dgm:spPr/>
      <dgm:t>
        <a:bodyPr/>
        <a:lstStyle/>
        <a:p>
          <a:endParaRPr lang="en-US"/>
        </a:p>
      </dgm:t>
    </dgm:pt>
    <dgm:pt modelId="{DAAE430C-FEE0-43DE-8AE3-25B28CF5E69B}" type="sibTrans" cxnId="{ACAD4C6F-8041-41A3-85A2-D7F9311B33E2}">
      <dgm:prSet/>
      <dgm:spPr/>
      <dgm:t>
        <a:bodyPr/>
        <a:lstStyle/>
        <a:p>
          <a:endParaRPr lang="en-US"/>
        </a:p>
      </dgm:t>
    </dgm:pt>
    <dgm:pt modelId="{8791D8FE-BA76-4FB2-BAFB-94CDDE72875C}">
      <dgm:prSet/>
      <dgm:spPr/>
      <dgm:t>
        <a:bodyPr/>
        <a:lstStyle/>
        <a:p>
          <a:r>
            <a:rPr lang="en-US" dirty="0"/>
            <a:t>at the start of the program</a:t>
          </a:r>
        </a:p>
      </dgm:t>
    </dgm:pt>
    <dgm:pt modelId="{367B0264-4563-49A6-945C-CC8F5CB76C5E}" type="parTrans" cxnId="{D7DEC313-1404-404E-88E8-CA477C5914C6}">
      <dgm:prSet/>
      <dgm:spPr/>
      <dgm:t>
        <a:bodyPr/>
        <a:lstStyle/>
        <a:p>
          <a:endParaRPr lang="en-US"/>
        </a:p>
      </dgm:t>
    </dgm:pt>
    <dgm:pt modelId="{91780DD5-226A-49F0-AC99-BB782B7148E2}" type="sibTrans" cxnId="{D7DEC313-1404-404E-88E8-CA477C5914C6}">
      <dgm:prSet/>
      <dgm:spPr/>
      <dgm:t>
        <a:bodyPr/>
        <a:lstStyle/>
        <a:p>
          <a:endParaRPr lang="en-US"/>
        </a:p>
      </dgm:t>
    </dgm:pt>
    <dgm:pt modelId="{CAEC0F1E-38F3-4043-A5BE-BCF43C2076E4}">
      <dgm:prSet/>
      <dgm:spPr/>
      <dgm:t>
        <a:bodyPr/>
        <a:lstStyle/>
        <a:p>
          <a:r>
            <a:rPr lang="en-US"/>
            <a:t>as well as at the start of each lap.</a:t>
          </a:r>
        </a:p>
      </dgm:t>
    </dgm:pt>
    <dgm:pt modelId="{71AFF12A-4997-40EC-8697-7449CF1C94CE}" type="parTrans" cxnId="{44381BEA-6EA0-40E0-A6C3-749997AE25D4}">
      <dgm:prSet/>
      <dgm:spPr/>
      <dgm:t>
        <a:bodyPr/>
        <a:lstStyle/>
        <a:p>
          <a:endParaRPr lang="en-US"/>
        </a:p>
      </dgm:t>
    </dgm:pt>
    <dgm:pt modelId="{FBBD587A-2FFA-4FC1-BB4E-7588178B34B8}" type="sibTrans" cxnId="{44381BEA-6EA0-40E0-A6C3-749997AE25D4}">
      <dgm:prSet/>
      <dgm:spPr/>
      <dgm:t>
        <a:bodyPr/>
        <a:lstStyle/>
        <a:p>
          <a:endParaRPr lang="en-US"/>
        </a:p>
      </dgm:t>
    </dgm:pt>
    <dgm:pt modelId="{26F3AAF1-2859-40E1-8A5A-E0DF719FA983}">
      <dgm:prSet/>
      <dgm:spPr/>
      <dgm:t>
        <a:bodyPr/>
        <a:lstStyle/>
        <a:p>
          <a:r>
            <a:rPr lang="tr-TR" dirty="0"/>
            <a:t>Counter</a:t>
          </a:r>
          <a:endParaRPr lang="en-US" dirty="0"/>
        </a:p>
      </dgm:t>
    </dgm:pt>
    <dgm:pt modelId="{3D58EB73-8811-46EE-B3C8-FD64E57B4DC2}" type="parTrans" cxnId="{AC86E4D7-507A-48D7-895A-758549357315}">
      <dgm:prSet/>
      <dgm:spPr/>
      <dgm:t>
        <a:bodyPr/>
        <a:lstStyle/>
        <a:p>
          <a:endParaRPr lang="en-US"/>
        </a:p>
      </dgm:t>
    </dgm:pt>
    <dgm:pt modelId="{72CE60F4-4BDD-4516-9490-479DEFD8AC99}" type="sibTrans" cxnId="{AC86E4D7-507A-48D7-895A-758549357315}">
      <dgm:prSet/>
      <dgm:spPr/>
      <dgm:t>
        <a:bodyPr/>
        <a:lstStyle/>
        <a:p>
          <a:endParaRPr lang="en-US"/>
        </a:p>
      </dgm:t>
    </dgm:pt>
    <dgm:pt modelId="{9803785E-70F5-4646-8610-A1AC09E9C272}">
      <dgm:prSet/>
      <dgm:spPr/>
      <dgm:t>
        <a:bodyPr/>
        <a:lstStyle/>
        <a:p>
          <a:r>
            <a:rPr lang="en-US"/>
            <a:t>increment it every time</a:t>
          </a:r>
        </a:p>
      </dgm:t>
    </dgm:pt>
    <dgm:pt modelId="{9EEEAC01-CCA3-459F-98C3-00D0E28F1ED6}" type="parTrans" cxnId="{AD23A150-25DD-4FDF-9CDC-8B25361E7993}">
      <dgm:prSet/>
      <dgm:spPr/>
      <dgm:t>
        <a:bodyPr/>
        <a:lstStyle/>
        <a:p>
          <a:endParaRPr lang="en-US"/>
        </a:p>
      </dgm:t>
    </dgm:pt>
    <dgm:pt modelId="{A1AE84F4-BC2F-4012-8671-1BE68FEF68EB}" type="sibTrans" cxnId="{AD23A150-25DD-4FDF-9CDC-8B25361E7993}">
      <dgm:prSet/>
      <dgm:spPr/>
      <dgm:t>
        <a:bodyPr/>
        <a:lstStyle/>
        <a:p>
          <a:endParaRPr lang="en-US"/>
        </a:p>
      </dgm:t>
    </dgm:pt>
    <dgm:pt modelId="{95EF242F-B2D2-4921-B76E-9AB8E4617F5B}">
      <dgm:prSet/>
      <dgm:spPr/>
      <dgm:t>
        <a:bodyPr/>
        <a:lstStyle/>
        <a:p>
          <a:r>
            <a:rPr lang="en-US"/>
            <a:t>the user presses enter</a:t>
          </a:r>
        </a:p>
      </dgm:t>
    </dgm:pt>
    <dgm:pt modelId="{E95AD4F3-5634-492F-9EF8-E2D301D89C65}" type="parTrans" cxnId="{24B06018-B486-4E53-8BE0-DFDA429C3810}">
      <dgm:prSet/>
      <dgm:spPr/>
      <dgm:t>
        <a:bodyPr/>
        <a:lstStyle/>
        <a:p>
          <a:endParaRPr lang="en-US"/>
        </a:p>
      </dgm:t>
    </dgm:pt>
    <dgm:pt modelId="{2D0ED645-C039-4EE5-8A9A-0AE7A7587F45}" type="sibTrans" cxnId="{24B06018-B486-4E53-8BE0-DFDA429C3810}">
      <dgm:prSet/>
      <dgm:spPr/>
      <dgm:t>
        <a:bodyPr/>
        <a:lstStyle/>
        <a:p>
          <a:endParaRPr lang="en-US"/>
        </a:p>
      </dgm:t>
    </dgm:pt>
    <dgm:pt modelId="{5458577D-63AB-4EA2-8B4C-B7DA049FDBF3}">
      <dgm:prSet/>
      <dgm:spPr/>
      <dgm:t>
        <a:bodyPr/>
        <a:lstStyle/>
        <a:p>
          <a:r>
            <a:rPr lang="tr-TR" dirty="0" err="1"/>
            <a:t>Elapsed</a:t>
          </a:r>
          <a:r>
            <a:rPr lang="tr-TR" dirty="0"/>
            <a:t> time</a:t>
          </a:r>
          <a:endParaRPr lang="en-US" dirty="0"/>
        </a:p>
      </dgm:t>
    </dgm:pt>
    <dgm:pt modelId="{3CC13422-7531-4A67-B112-5CB68127EBC4}" type="parTrans" cxnId="{094D11C0-35F7-4C65-8216-AA28ADDB8CC7}">
      <dgm:prSet/>
      <dgm:spPr/>
      <dgm:t>
        <a:bodyPr/>
        <a:lstStyle/>
        <a:p>
          <a:endParaRPr lang="en-US"/>
        </a:p>
      </dgm:t>
    </dgm:pt>
    <dgm:pt modelId="{ACF12596-C736-4202-A310-7D4D36242E3C}" type="sibTrans" cxnId="{094D11C0-35F7-4C65-8216-AA28ADDB8CC7}">
      <dgm:prSet/>
      <dgm:spPr/>
      <dgm:t>
        <a:bodyPr/>
        <a:lstStyle/>
        <a:p>
          <a:endParaRPr lang="en-US"/>
        </a:p>
      </dgm:t>
    </dgm:pt>
    <dgm:pt modelId="{4A23D09A-768B-4D2F-9F15-29231C1C2ED1}">
      <dgm:prSet/>
      <dgm:spPr/>
      <dgm:t>
        <a:bodyPr/>
        <a:lstStyle/>
        <a:p>
          <a:r>
            <a:rPr lang="tr-TR" dirty="0" err="1"/>
            <a:t>Quit</a:t>
          </a:r>
          <a:endParaRPr lang="en-US" dirty="0"/>
        </a:p>
      </dgm:t>
    </dgm:pt>
    <dgm:pt modelId="{C99844A4-0FD0-4859-9902-C1C4896F5433}" type="parTrans" cxnId="{F6B83CEF-01F6-4787-B43A-DA910D66E325}">
      <dgm:prSet/>
      <dgm:spPr/>
      <dgm:t>
        <a:bodyPr/>
        <a:lstStyle/>
        <a:p>
          <a:endParaRPr lang="en-US"/>
        </a:p>
      </dgm:t>
    </dgm:pt>
    <dgm:pt modelId="{FC8FEAAE-B9DA-4C04-9ECF-8C506889899C}" type="sibTrans" cxnId="{F6B83CEF-01F6-4787-B43A-DA910D66E325}">
      <dgm:prSet/>
      <dgm:spPr/>
      <dgm:t>
        <a:bodyPr/>
        <a:lstStyle/>
        <a:p>
          <a:endParaRPr lang="en-US"/>
        </a:p>
      </dgm:t>
    </dgm:pt>
    <dgm:pt modelId="{E00CD3F1-43D0-4F45-8384-6A9C39B69D35}">
      <dgm:prSet/>
      <dgm:spPr/>
      <dgm:t>
        <a:bodyPr/>
        <a:lstStyle/>
        <a:p>
          <a:r>
            <a:rPr lang="en-US" dirty="0"/>
            <a:t>so the user can press </a:t>
          </a:r>
          <a:r>
            <a:rPr lang="en-US" b="1" dirty="0"/>
            <a:t>ctrl-C</a:t>
          </a:r>
          <a:r>
            <a:rPr lang="tr-TR" dirty="0"/>
            <a:t> </a:t>
          </a:r>
          <a:r>
            <a:rPr lang="en-US" dirty="0"/>
            <a:t>to quit</a:t>
          </a:r>
        </a:p>
      </dgm:t>
    </dgm:pt>
    <dgm:pt modelId="{C3D7BC7C-FF1C-45FA-940B-02DD1CA67B11}" type="parTrans" cxnId="{0DA659BE-C22E-4BB4-9465-0D602E54EB92}">
      <dgm:prSet/>
      <dgm:spPr/>
      <dgm:t>
        <a:bodyPr/>
        <a:lstStyle/>
        <a:p>
          <a:endParaRPr lang="en-US"/>
        </a:p>
      </dgm:t>
    </dgm:pt>
    <dgm:pt modelId="{9E25EF3A-1C68-45E9-9B78-07BC85D88FA8}" type="sibTrans" cxnId="{0DA659BE-C22E-4BB4-9465-0D602E54EB92}">
      <dgm:prSet/>
      <dgm:spPr/>
      <dgm:t>
        <a:bodyPr/>
        <a:lstStyle/>
        <a:p>
          <a:endParaRPr lang="en-US"/>
        </a:p>
      </dgm:t>
    </dgm:pt>
    <dgm:pt modelId="{1F224394-5F0B-4DB9-9BC3-D914974864CB}">
      <dgm:prSet/>
      <dgm:spPr/>
      <dgm:t>
        <a:bodyPr/>
        <a:lstStyle/>
        <a:p>
          <a:r>
            <a:rPr lang="en-US" dirty="0"/>
            <a:t>will need</a:t>
          </a:r>
          <a:r>
            <a:rPr lang="tr-TR" dirty="0"/>
            <a:t> </a:t>
          </a:r>
          <a:r>
            <a:rPr lang="en-US" dirty="0"/>
            <a:t>to do the following:</a:t>
          </a:r>
        </a:p>
      </dgm:t>
    </dgm:pt>
    <dgm:pt modelId="{313A1F11-A286-4186-BB71-7C843CE95B7A}" type="parTrans" cxnId="{DB57AC42-3FE7-4D35-A5D2-8869EEAB8851}">
      <dgm:prSet/>
      <dgm:spPr/>
      <dgm:t>
        <a:bodyPr/>
        <a:lstStyle/>
        <a:p>
          <a:endParaRPr lang="en-US"/>
        </a:p>
      </dgm:t>
    </dgm:pt>
    <dgm:pt modelId="{EB7C691D-9B45-4641-9C5F-FE20AB9F2580}" type="sibTrans" cxnId="{DB57AC42-3FE7-4D35-A5D2-8869EEAB8851}">
      <dgm:prSet/>
      <dgm:spPr/>
      <dgm:t>
        <a:bodyPr/>
        <a:lstStyle/>
        <a:p>
          <a:endParaRPr lang="en-US"/>
        </a:p>
      </dgm:t>
    </dgm:pt>
    <dgm:pt modelId="{70A749A0-D7E9-4D18-AFB4-8D39A30CE6C4}">
      <dgm:prSet/>
      <dgm:spPr/>
      <dgm:t>
        <a:bodyPr/>
        <a:lstStyle/>
        <a:p>
          <a:r>
            <a:rPr lang="en-US" dirty="0"/>
            <a:t>Calculate</a:t>
          </a:r>
          <a:r>
            <a:rPr lang="tr-TR" dirty="0"/>
            <a:t> </a:t>
          </a:r>
          <a:r>
            <a:rPr lang="en-US" dirty="0"/>
            <a:t>by subtracting timestamps</a:t>
          </a:r>
        </a:p>
      </dgm:t>
    </dgm:pt>
    <dgm:pt modelId="{05D84D06-AC44-48B1-9650-9544400FF963}" type="parTrans" cxnId="{F3762AE0-9274-4802-A2D0-D8847A0DA76E}">
      <dgm:prSet/>
      <dgm:spPr/>
      <dgm:t>
        <a:bodyPr/>
        <a:lstStyle/>
        <a:p>
          <a:endParaRPr lang="en-US"/>
        </a:p>
      </dgm:t>
    </dgm:pt>
    <dgm:pt modelId="{EBCF7B4A-D771-427F-98B9-2202500DAA3F}" type="sibTrans" cxnId="{F3762AE0-9274-4802-A2D0-D8847A0DA76E}">
      <dgm:prSet/>
      <dgm:spPr/>
      <dgm:t>
        <a:bodyPr/>
        <a:lstStyle/>
        <a:p>
          <a:endParaRPr lang="en-US"/>
        </a:p>
      </dgm:t>
    </dgm:pt>
    <dgm:pt modelId="{1D0AB0B8-A7A9-488A-9A41-048499FC5EAE}">
      <dgm:prSet/>
      <dgm:spPr/>
      <dgm:t>
        <a:bodyPr/>
        <a:lstStyle/>
        <a:p>
          <a:r>
            <a:rPr lang="en-US"/>
            <a:t>Keep </a:t>
          </a:r>
          <a:r>
            <a:rPr lang="en-US" dirty="0"/>
            <a:t>a lap counter</a:t>
          </a:r>
        </a:p>
      </dgm:t>
    </dgm:pt>
    <dgm:pt modelId="{2579D1C7-B62B-4472-926D-3AA771B11074}" type="parTrans" cxnId="{33393926-113A-4AD3-8139-E61C2C8273A6}">
      <dgm:prSet/>
      <dgm:spPr/>
      <dgm:t>
        <a:bodyPr/>
        <a:lstStyle/>
        <a:p>
          <a:endParaRPr lang="en-US"/>
        </a:p>
      </dgm:t>
    </dgm:pt>
    <dgm:pt modelId="{16A6AA61-78EF-4B50-9D03-523F462B6A6F}" type="sibTrans" cxnId="{33393926-113A-4AD3-8139-E61C2C8273A6}">
      <dgm:prSet/>
      <dgm:spPr/>
      <dgm:t>
        <a:bodyPr/>
        <a:lstStyle/>
        <a:p>
          <a:endParaRPr lang="en-US"/>
        </a:p>
      </dgm:t>
    </dgm:pt>
    <dgm:pt modelId="{C08D6DEC-7150-4973-8AD0-A4170000A41B}">
      <dgm:prSet/>
      <dgm:spPr/>
      <dgm:t>
        <a:bodyPr/>
        <a:lstStyle/>
        <a:p>
          <a:r>
            <a:rPr lang="en-US"/>
            <a:t>Find </a:t>
          </a:r>
          <a:r>
            <a:rPr lang="en-US" dirty="0"/>
            <a:t>the current time </a:t>
          </a:r>
        </a:p>
      </dgm:t>
    </dgm:pt>
    <dgm:pt modelId="{837D329D-5A5E-487A-90FA-929A7EE3CECD}" type="parTrans" cxnId="{F47BA151-DF4E-4D88-B189-6B1F624029DC}">
      <dgm:prSet/>
      <dgm:spPr/>
      <dgm:t>
        <a:bodyPr/>
        <a:lstStyle/>
        <a:p>
          <a:endParaRPr lang="en-US"/>
        </a:p>
      </dgm:t>
    </dgm:pt>
    <dgm:pt modelId="{875A4EC9-979B-4B85-8E53-B44F0E7DB7DA}" type="sibTrans" cxnId="{F47BA151-DF4E-4D88-B189-6B1F624029DC}">
      <dgm:prSet/>
      <dgm:spPr/>
      <dgm:t>
        <a:bodyPr/>
        <a:lstStyle/>
        <a:p>
          <a:endParaRPr lang="en-US"/>
        </a:p>
      </dgm:t>
    </dgm:pt>
    <dgm:pt modelId="{C3EBF3F8-158E-4524-88A6-8E9303339ED8}">
      <dgm:prSet/>
      <dgm:spPr/>
      <dgm:t>
        <a:bodyPr/>
        <a:lstStyle/>
        <a:p>
          <a:r>
            <a:rPr lang="en-US"/>
            <a:t>store </a:t>
          </a:r>
          <a:r>
            <a:rPr lang="en-US" dirty="0"/>
            <a:t>it as a timestamp</a:t>
          </a:r>
        </a:p>
      </dgm:t>
    </dgm:pt>
    <dgm:pt modelId="{99BD4812-7200-4B36-90F5-7FCC5BC68338}" type="parTrans" cxnId="{E535FBB0-CA8F-41F4-99FA-71EA0DC4266A}">
      <dgm:prSet/>
      <dgm:spPr/>
      <dgm:t>
        <a:bodyPr/>
        <a:lstStyle/>
        <a:p>
          <a:endParaRPr lang="en-US"/>
        </a:p>
      </dgm:t>
    </dgm:pt>
    <dgm:pt modelId="{F2DCC827-7AE9-4D2E-9913-8E252D5F189C}" type="sibTrans" cxnId="{E535FBB0-CA8F-41F4-99FA-71EA0DC4266A}">
      <dgm:prSet/>
      <dgm:spPr/>
      <dgm:t>
        <a:bodyPr/>
        <a:lstStyle/>
        <a:p>
          <a:endParaRPr lang="en-US"/>
        </a:p>
      </dgm:t>
    </dgm:pt>
    <dgm:pt modelId="{7EE63D2A-C53F-4884-972A-697FE2C9129E}">
      <dgm:prSet/>
      <dgm:spPr/>
      <dgm:t>
        <a:bodyPr/>
        <a:lstStyle/>
        <a:p>
          <a:r>
            <a:rPr lang="en-US" dirty="0"/>
            <a:t>Handle</a:t>
          </a:r>
          <a:r>
            <a:rPr lang="tr-TR" dirty="0"/>
            <a:t> </a:t>
          </a:r>
          <a:r>
            <a:rPr lang="en-US" dirty="0"/>
            <a:t>the </a:t>
          </a:r>
          <a:r>
            <a:rPr lang="en-US" dirty="0" err="1"/>
            <a:t>KeyboardInterrupt</a:t>
          </a:r>
          <a:r>
            <a:rPr lang="en-US" dirty="0"/>
            <a:t> exception</a:t>
          </a:r>
        </a:p>
      </dgm:t>
    </dgm:pt>
    <dgm:pt modelId="{BC317DCA-403B-4D78-8981-AE9D4E8515ED}" type="parTrans" cxnId="{D66EFBB6-D4A8-40DB-9790-80DA2ED108F6}">
      <dgm:prSet/>
      <dgm:spPr/>
      <dgm:t>
        <a:bodyPr/>
        <a:lstStyle/>
        <a:p>
          <a:endParaRPr lang="en-US"/>
        </a:p>
      </dgm:t>
    </dgm:pt>
    <dgm:pt modelId="{CA40AC5D-2E26-4C9F-A89E-85B540F6F579}" type="sibTrans" cxnId="{D66EFBB6-D4A8-40DB-9790-80DA2ED108F6}">
      <dgm:prSet/>
      <dgm:spPr/>
      <dgm:t>
        <a:bodyPr/>
        <a:lstStyle/>
        <a:p>
          <a:endParaRPr lang="en-US"/>
        </a:p>
      </dgm:t>
    </dgm:pt>
    <dgm:pt modelId="{07541C2F-F042-4A48-90FE-03FA02BC5EB1}" type="pres">
      <dgm:prSet presAssocID="{1C0CA81C-670B-4345-80B0-4300CACF81F2}" presName="Name0" presStyleCnt="0">
        <dgm:presLayoutVars>
          <dgm:dir/>
          <dgm:animLvl val="lvl"/>
          <dgm:resizeHandles val="exact"/>
        </dgm:presLayoutVars>
      </dgm:prSet>
      <dgm:spPr/>
    </dgm:pt>
    <dgm:pt modelId="{77452539-B88E-4A77-A485-648B187BE38A}" type="pres">
      <dgm:prSet presAssocID="{1E3F8C60-43AB-4B20-8841-CCE25BAE1958}" presName="linNode" presStyleCnt="0"/>
      <dgm:spPr/>
    </dgm:pt>
    <dgm:pt modelId="{90A86648-46D1-4A08-A3E5-DADF09045991}" type="pres">
      <dgm:prSet presAssocID="{1E3F8C60-43AB-4B20-8841-CCE25BAE1958}" presName="parTx" presStyleLbl="revTx" presStyleIdx="0" presStyleCnt="6">
        <dgm:presLayoutVars>
          <dgm:chMax val="1"/>
          <dgm:bulletEnabled val="1"/>
        </dgm:presLayoutVars>
      </dgm:prSet>
      <dgm:spPr/>
    </dgm:pt>
    <dgm:pt modelId="{5BEB4856-8C00-4D72-BF12-2E5914A2AA7F}" type="pres">
      <dgm:prSet presAssocID="{1E3F8C60-43AB-4B20-8841-CCE25BAE1958}" presName="bracket" presStyleLbl="parChTrans1D1" presStyleIdx="0" presStyleCnt="6"/>
      <dgm:spPr/>
    </dgm:pt>
    <dgm:pt modelId="{1B989AAF-2D51-4E0B-A0C8-BD1D6183D2AD}" type="pres">
      <dgm:prSet presAssocID="{1E3F8C60-43AB-4B20-8841-CCE25BAE1958}" presName="spH" presStyleCnt="0"/>
      <dgm:spPr/>
    </dgm:pt>
    <dgm:pt modelId="{937B717B-E63F-4D46-AAC0-74FAACB0828A}" type="pres">
      <dgm:prSet presAssocID="{1E3F8C60-43AB-4B20-8841-CCE25BAE1958}" presName="desTx" presStyleLbl="node1" presStyleIdx="0" presStyleCnt="6">
        <dgm:presLayoutVars>
          <dgm:bulletEnabled val="1"/>
        </dgm:presLayoutVars>
      </dgm:prSet>
      <dgm:spPr/>
    </dgm:pt>
    <dgm:pt modelId="{AE1B7CFE-CFB4-4F0F-8995-8306F9463F84}" type="pres">
      <dgm:prSet presAssocID="{744F1CDB-BE47-40A2-B4F6-A432288D69F1}" presName="spV" presStyleCnt="0"/>
      <dgm:spPr/>
    </dgm:pt>
    <dgm:pt modelId="{2D1EF085-9229-4B91-9FA7-1809889CC193}" type="pres">
      <dgm:prSet presAssocID="{0D8EE9E2-97B7-4970-890B-F0CEE16CB977}" presName="linNode" presStyleCnt="0"/>
      <dgm:spPr/>
    </dgm:pt>
    <dgm:pt modelId="{332EC0F9-76F6-4E89-AF0E-D4D81DCB2062}" type="pres">
      <dgm:prSet presAssocID="{0D8EE9E2-97B7-4970-890B-F0CEE16CB977}" presName="parTx" presStyleLbl="revTx" presStyleIdx="1" presStyleCnt="6">
        <dgm:presLayoutVars>
          <dgm:chMax val="1"/>
          <dgm:bulletEnabled val="1"/>
        </dgm:presLayoutVars>
      </dgm:prSet>
      <dgm:spPr/>
    </dgm:pt>
    <dgm:pt modelId="{74C15A15-E5C9-4042-93B2-E37701D6B73D}" type="pres">
      <dgm:prSet presAssocID="{0D8EE9E2-97B7-4970-890B-F0CEE16CB977}" presName="bracket" presStyleLbl="parChTrans1D1" presStyleIdx="1" presStyleCnt="6"/>
      <dgm:spPr/>
    </dgm:pt>
    <dgm:pt modelId="{44E46E49-1F51-4439-A964-958D5B07ED39}" type="pres">
      <dgm:prSet presAssocID="{0D8EE9E2-97B7-4970-890B-F0CEE16CB977}" presName="spH" presStyleCnt="0"/>
      <dgm:spPr/>
    </dgm:pt>
    <dgm:pt modelId="{B1CFC74E-75C0-447C-B812-33622892B47D}" type="pres">
      <dgm:prSet presAssocID="{0D8EE9E2-97B7-4970-890B-F0CEE16CB977}" presName="desTx" presStyleLbl="node1" presStyleIdx="1" presStyleCnt="6">
        <dgm:presLayoutVars>
          <dgm:bulletEnabled val="1"/>
        </dgm:presLayoutVars>
      </dgm:prSet>
      <dgm:spPr/>
    </dgm:pt>
    <dgm:pt modelId="{C3960B59-342F-4529-8D86-4DD85E96C659}" type="pres">
      <dgm:prSet presAssocID="{38C9F2A9-7A85-432F-B853-347B8291C2F4}" presName="spV" presStyleCnt="0"/>
      <dgm:spPr/>
    </dgm:pt>
    <dgm:pt modelId="{84B13B88-35A4-4DF9-BB9D-4F8BFF2167B9}" type="pres">
      <dgm:prSet presAssocID="{BC633158-B448-42F9-A3A6-752C0E5F419E}" presName="linNode" presStyleCnt="0"/>
      <dgm:spPr/>
    </dgm:pt>
    <dgm:pt modelId="{B98593BD-3DB2-4B3B-BC58-6EDF4C2F8246}" type="pres">
      <dgm:prSet presAssocID="{BC633158-B448-42F9-A3A6-752C0E5F419E}" presName="parTx" presStyleLbl="revTx" presStyleIdx="2" presStyleCnt="6">
        <dgm:presLayoutVars>
          <dgm:chMax val="1"/>
          <dgm:bulletEnabled val="1"/>
        </dgm:presLayoutVars>
      </dgm:prSet>
      <dgm:spPr/>
    </dgm:pt>
    <dgm:pt modelId="{3035441A-7430-445E-8C52-7D4B4617EF54}" type="pres">
      <dgm:prSet presAssocID="{BC633158-B448-42F9-A3A6-752C0E5F419E}" presName="bracket" presStyleLbl="parChTrans1D1" presStyleIdx="2" presStyleCnt="6"/>
      <dgm:spPr/>
    </dgm:pt>
    <dgm:pt modelId="{BED5E3D9-E48A-461B-984F-9EBAA8A48498}" type="pres">
      <dgm:prSet presAssocID="{BC633158-B448-42F9-A3A6-752C0E5F419E}" presName="spH" presStyleCnt="0"/>
      <dgm:spPr/>
    </dgm:pt>
    <dgm:pt modelId="{DF8E0BE5-3A53-4948-986D-E7A273D37DD7}" type="pres">
      <dgm:prSet presAssocID="{BC633158-B448-42F9-A3A6-752C0E5F419E}" presName="desTx" presStyleLbl="node1" presStyleIdx="2" presStyleCnt="6">
        <dgm:presLayoutVars>
          <dgm:bulletEnabled val="1"/>
        </dgm:presLayoutVars>
      </dgm:prSet>
      <dgm:spPr/>
    </dgm:pt>
    <dgm:pt modelId="{2114D1B6-7CF5-455E-ACA8-126E1B74BEF0}" type="pres">
      <dgm:prSet presAssocID="{DAAE430C-FEE0-43DE-8AE3-25B28CF5E69B}" presName="spV" presStyleCnt="0"/>
      <dgm:spPr/>
    </dgm:pt>
    <dgm:pt modelId="{0955A3BE-5747-4443-B138-4A6163F5C417}" type="pres">
      <dgm:prSet presAssocID="{26F3AAF1-2859-40E1-8A5A-E0DF719FA983}" presName="linNode" presStyleCnt="0"/>
      <dgm:spPr/>
    </dgm:pt>
    <dgm:pt modelId="{0AE03F4B-3039-411F-985E-CFD92D7DC6FA}" type="pres">
      <dgm:prSet presAssocID="{26F3AAF1-2859-40E1-8A5A-E0DF719FA983}" presName="parTx" presStyleLbl="revTx" presStyleIdx="3" presStyleCnt="6">
        <dgm:presLayoutVars>
          <dgm:chMax val="1"/>
          <dgm:bulletEnabled val="1"/>
        </dgm:presLayoutVars>
      </dgm:prSet>
      <dgm:spPr/>
    </dgm:pt>
    <dgm:pt modelId="{9380A253-0282-46B7-A036-3AE41452DA98}" type="pres">
      <dgm:prSet presAssocID="{26F3AAF1-2859-40E1-8A5A-E0DF719FA983}" presName="bracket" presStyleLbl="parChTrans1D1" presStyleIdx="3" presStyleCnt="6"/>
      <dgm:spPr/>
    </dgm:pt>
    <dgm:pt modelId="{7857C584-3941-4771-9406-7BFA203C84E7}" type="pres">
      <dgm:prSet presAssocID="{26F3AAF1-2859-40E1-8A5A-E0DF719FA983}" presName="spH" presStyleCnt="0"/>
      <dgm:spPr/>
    </dgm:pt>
    <dgm:pt modelId="{79F0A95E-4872-4210-856B-BAD4DE1B0916}" type="pres">
      <dgm:prSet presAssocID="{26F3AAF1-2859-40E1-8A5A-E0DF719FA983}" presName="desTx" presStyleLbl="node1" presStyleIdx="3" presStyleCnt="6">
        <dgm:presLayoutVars>
          <dgm:bulletEnabled val="1"/>
        </dgm:presLayoutVars>
      </dgm:prSet>
      <dgm:spPr/>
    </dgm:pt>
    <dgm:pt modelId="{EA544E58-038B-4C38-B49D-D152E142393F}" type="pres">
      <dgm:prSet presAssocID="{72CE60F4-4BDD-4516-9490-479DEFD8AC99}" presName="spV" presStyleCnt="0"/>
      <dgm:spPr/>
    </dgm:pt>
    <dgm:pt modelId="{BAD41C53-0495-42EB-AAEC-154406AFD650}" type="pres">
      <dgm:prSet presAssocID="{5458577D-63AB-4EA2-8B4C-B7DA049FDBF3}" presName="linNode" presStyleCnt="0"/>
      <dgm:spPr/>
    </dgm:pt>
    <dgm:pt modelId="{7353F312-219E-4758-BC6A-628F5770B383}" type="pres">
      <dgm:prSet presAssocID="{5458577D-63AB-4EA2-8B4C-B7DA049FDBF3}" presName="parTx" presStyleLbl="revTx" presStyleIdx="4" presStyleCnt="6">
        <dgm:presLayoutVars>
          <dgm:chMax val="1"/>
          <dgm:bulletEnabled val="1"/>
        </dgm:presLayoutVars>
      </dgm:prSet>
      <dgm:spPr/>
    </dgm:pt>
    <dgm:pt modelId="{528FF075-F569-4E2C-BBEA-D6124E78EEF3}" type="pres">
      <dgm:prSet presAssocID="{5458577D-63AB-4EA2-8B4C-B7DA049FDBF3}" presName="bracket" presStyleLbl="parChTrans1D1" presStyleIdx="4" presStyleCnt="6"/>
      <dgm:spPr/>
    </dgm:pt>
    <dgm:pt modelId="{775C9BAB-89FF-491F-9D9A-C4066BFCEF15}" type="pres">
      <dgm:prSet presAssocID="{5458577D-63AB-4EA2-8B4C-B7DA049FDBF3}" presName="spH" presStyleCnt="0"/>
      <dgm:spPr/>
    </dgm:pt>
    <dgm:pt modelId="{2CD2A9DB-D2D1-46D8-A4F4-4A9D8ACE0E67}" type="pres">
      <dgm:prSet presAssocID="{5458577D-63AB-4EA2-8B4C-B7DA049FDBF3}" presName="desTx" presStyleLbl="node1" presStyleIdx="4" presStyleCnt="6">
        <dgm:presLayoutVars>
          <dgm:bulletEnabled val="1"/>
        </dgm:presLayoutVars>
      </dgm:prSet>
      <dgm:spPr/>
    </dgm:pt>
    <dgm:pt modelId="{9BA13739-41B6-4448-9E87-C9B096F5AF47}" type="pres">
      <dgm:prSet presAssocID="{ACF12596-C736-4202-A310-7D4D36242E3C}" presName="spV" presStyleCnt="0"/>
      <dgm:spPr/>
    </dgm:pt>
    <dgm:pt modelId="{04036C19-513C-465C-9AC4-9571B8699A48}" type="pres">
      <dgm:prSet presAssocID="{4A23D09A-768B-4D2F-9F15-29231C1C2ED1}" presName="linNode" presStyleCnt="0"/>
      <dgm:spPr/>
    </dgm:pt>
    <dgm:pt modelId="{1CFB2E33-12D0-4E65-BC83-EA12C19AAF45}" type="pres">
      <dgm:prSet presAssocID="{4A23D09A-768B-4D2F-9F15-29231C1C2ED1}" presName="parTx" presStyleLbl="revTx" presStyleIdx="5" presStyleCnt="6">
        <dgm:presLayoutVars>
          <dgm:chMax val="1"/>
          <dgm:bulletEnabled val="1"/>
        </dgm:presLayoutVars>
      </dgm:prSet>
      <dgm:spPr/>
    </dgm:pt>
    <dgm:pt modelId="{41FD3F4C-FF8C-4F38-AECD-597EFBE9394C}" type="pres">
      <dgm:prSet presAssocID="{4A23D09A-768B-4D2F-9F15-29231C1C2ED1}" presName="bracket" presStyleLbl="parChTrans1D1" presStyleIdx="5" presStyleCnt="6"/>
      <dgm:spPr/>
    </dgm:pt>
    <dgm:pt modelId="{CAB958DC-B838-407D-81A8-1A5C2B60634F}" type="pres">
      <dgm:prSet presAssocID="{4A23D09A-768B-4D2F-9F15-29231C1C2ED1}" presName="spH" presStyleCnt="0"/>
      <dgm:spPr/>
    </dgm:pt>
    <dgm:pt modelId="{62CEDB54-CEA0-4588-A89C-DEA1781E34F6}" type="pres">
      <dgm:prSet presAssocID="{4A23D09A-768B-4D2F-9F15-29231C1C2ED1}" presName="desTx" presStyleLbl="node1" presStyleIdx="5" presStyleCnt="6">
        <dgm:presLayoutVars>
          <dgm:bulletEnabled val="1"/>
        </dgm:presLayoutVars>
      </dgm:prSet>
      <dgm:spPr/>
    </dgm:pt>
  </dgm:ptLst>
  <dgm:cxnLst>
    <dgm:cxn modelId="{D7DEC313-1404-404E-88E8-CA477C5914C6}" srcId="{BC633158-B448-42F9-A3A6-752C0E5F419E}" destId="{8791D8FE-BA76-4FB2-BAFB-94CDDE72875C}" srcOrd="1" destOrd="0" parTransId="{367B0264-4563-49A6-945C-CC8F5CB76C5E}" sibTransId="{91780DD5-226A-49F0-AC99-BB782B7148E2}"/>
    <dgm:cxn modelId="{24B06018-B486-4E53-8BE0-DFDA429C3810}" srcId="{26F3AAF1-2859-40E1-8A5A-E0DF719FA983}" destId="{95EF242F-B2D2-4921-B76E-9AB8E4617F5B}" srcOrd="2" destOrd="0" parTransId="{E95AD4F3-5634-492F-9EF8-E2D301D89C65}" sibTransId="{2D0ED645-C039-4EE5-8A9A-0AE7A7587F45}"/>
    <dgm:cxn modelId="{B4F6721B-DF6E-4051-B25C-EC8D842CE955}" type="presOf" srcId="{CAEC0F1E-38F3-4043-A5BE-BCF43C2076E4}" destId="{DF8E0BE5-3A53-4948-986D-E7A273D37DD7}" srcOrd="0" destOrd="2" presId="urn:diagrams.loki3.com/BracketList"/>
    <dgm:cxn modelId="{88F84B1F-9094-4B15-975F-4D4876AF8C41}" type="presOf" srcId="{0D8EE9E2-97B7-4970-890B-F0CEE16CB977}" destId="{332EC0F9-76F6-4E89-AF0E-D4D81DCB2062}" srcOrd="0" destOrd="0" presId="urn:diagrams.loki3.com/BracketList"/>
    <dgm:cxn modelId="{2B00A31F-5E3C-4A99-B4E5-900A6AA1B983}" type="presOf" srcId="{8791D8FE-BA76-4FB2-BAFB-94CDDE72875C}" destId="{DF8E0BE5-3A53-4948-986D-E7A273D37DD7}" srcOrd="0" destOrd="1" presId="urn:diagrams.loki3.com/BracketList"/>
    <dgm:cxn modelId="{F4F73721-3AB1-434A-8F41-1FDCF49B6230}" type="presOf" srcId="{1C0CA81C-670B-4345-80B0-4300CACF81F2}" destId="{07541C2F-F042-4A48-90FE-03FA02BC5EB1}" srcOrd="0" destOrd="0" presId="urn:diagrams.loki3.com/BracketList"/>
    <dgm:cxn modelId="{33393926-113A-4AD3-8139-E61C2C8273A6}" srcId="{26F3AAF1-2859-40E1-8A5A-E0DF719FA983}" destId="{1D0AB0B8-A7A9-488A-9A41-048499FC5EAE}" srcOrd="0" destOrd="0" parTransId="{2579D1C7-B62B-4472-926D-3AA771B11074}" sibTransId="{16A6AA61-78EF-4B50-9D03-523F462B6A6F}"/>
    <dgm:cxn modelId="{484D7C2E-0340-459C-A241-3148A9254D42}" type="presOf" srcId="{1E3F8C60-43AB-4B20-8841-CCE25BAE1958}" destId="{90A86648-46D1-4A08-A3E5-DADF09045991}" srcOrd="0" destOrd="0" presId="urn:diagrams.loki3.com/BracketList"/>
    <dgm:cxn modelId="{0B7CF238-4D0A-4B8B-A719-C29EA206558A}" type="presOf" srcId="{C3EBF3F8-158E-4524-88A6-8E9303339ED8}" destId="{DF8E0BE5-3A53-4948-986D-E7A273D37DD7}" srcOrd="0" destOrd="0" presId="urn:diagrams.loki3.com/BracketList"/>
    <dgm:cxn modelId="{F2C29242-65D7-4035-A65A-08DA5F3B60C3}" type="presOf" srcId="{9803785E-70F5-4646-8610-A1AC09E9C272}" destId="{79F0A95E-4872-4210-856B-BAD4DE1B0916}" srcOrd="0" destOrd="1" presId="urn:diagrams.loki3.com/BracketList"/>
    <dgm:cxn modelId="{DB57AC42-3FE7-4D35-A5D2-8869EEAB8851}" srcId="{1E3F8C60-43AB-4B20-8841-CCE25BAE1958}" destId="{1F224394-5F0B-4DB9-9BC3-D914974864CB}" srcOrd="0" destOrd="0" parTransId="{313A1F11-A286-4186-BB71-7C843CE95B7A}" sibTransId="{EB7C691D-9B45-4641-9C5F-FE20AB9F2580}"/>
    <dgm:cxn modelId="{C0CEBA42-D1A4-4F68-BEA6-A92328B560A7}" type="presOf" srcId="{95EF242F-B2D2-4921-B76E-9AB8E4617F5B}" destId="{79F0A95E-4872-4210-856B-BAD4DE1B0916}" srcOrd="0" destOrd="2" presId="urn:diagrams.loki3.com/BracketList"/>
    <dgm:cxn modelId="{DFAFFE49-ABAA-4E56-B3C9-A5812CDB120B}" type="presOf" srcId="{26F3AAF1-2859-40E1-8A5A-E0DF719FA983}" destId="{0AE03F4B-3039-411F-985E-CFD92D7DC6FA}" srcOrd="0" destOrd="0" presId="urn:diagrams.loki3.com/BracketList"/>
    <dgm:cxn modelId="{ACAD4C6F-8041-41A3-85A2-D7F9311B33E2}" srcId="{1C0CA81C-670B-4345-80B0-4300CACF81F2}" destId="{BC633158-B448-42F9-A3A6-752C0E5F419E}" srcOrd="2" destOrd="0" parTransId="{A99A38F7-EC63-4625-A914-49B7319662AB}" sibTransId="{DAAE430C-FEE0-43DE-8AE3-25B28CF5E69B}"/>
    <dgm:cxn modelId="{AD23A150-25DD-4FDF-9CDC-8B25361E7993}" srcId="{26F3AAF1-2859-40E1-8A5A-E0DF719FA983}" destId="{9803785E-70F5-4646-8610-A1AC09E9C272}" srcOrd="1" destOrd="0" parTransId="{9EEEAC01-CCA3-459F-98C3-00D0E28F1ED6}" sibTransId="{A1AE84F4-BC2F-4012-8671-1BE68FEF68EB}"/>
    <dgm:cxn modelId="{ED557F71-C930-4374-BC97-E97BB16F524F}" type="presOf" srcId="{4A23D09A-768B-4D2F-9F15-29231C1C2ED1}" destId="{1CFB2E33-12D0-4E65-BC83-EA12C19AAF45}" srcOrd="0" destOrd="0" presId="urn:diagrams.loki3.com/BracketList"/>
    <dgm:cxn modelId="{F47BA151-DF4E-4D88-B189-6B1F624029DC}" srcId="{0D8EE9E2-97B7-4970-890B-F0CEE16CB977}" destId="{C08D6DEC-7150-4973-8AD0-A4170000A41B}" srcOrd="0" destOrd="0" parTransId="{837D329D-5A5E-487A-90FA-929A7EE3CECD}" sibTransId="{875A4EC9-979B-4B85-8E53-B44F0E7DB7DA}"/>
    <dgm:cxn modelId="{6C4E1E55-A774-4779-A99F-C8DEA9B4929F}" type="presOf" srcId="{E4EE9E58-102F-4763-8E0A-FDE66A5B00F7}" destId="{B1CFC74E-75C0-447C-B812-33622892B47D}" srcOrd="0" destOrd="1" presId="urn:diagrams.loki3.com/BracketList"/>
    <dgm:cxn modelId="{7AE1D077-A617-448E-ABF6-97609B9CA33F}" srcId="{1C0CA81C-670B-4345-80B0-4300CACF81F2}" destId="{1E3F8C60-43AB-4B20-8841-CCE25BAE1958}" srcOrd="0" destOrd="0" parTransId="{2766E826-1AE1-44F6-9B1E-8C1F59AF7895}" sibTransId="{744F1CDB-BE47-40A2-B4F6-A432288D69F1}"/>
    <dgm:cxn modelId="{38B9B87A-21F4-44C6-96B0-41254161E3C9}" type="presOf" srcId="{7EE63D2A-C53F-4884-972A-697FE2C9129E}" destId="{62CEDB54-CEA0-4588-A89C-DEA1781E34F6}" srcOrd="0" destOrd="0" presId="urn:diagrams.loki3.com/BracketList"/>
    <dgm:cxn modelId="{B9613C8A-5B93-4FE7-AA0C-7E08D593B1BC}" srcId="{0D8EE9E2-97B7-4970-890B-F0CEE16CB977}" destId="{E4EE9E58-102F-4763-8E0A-FDE66A5B00F7}" srcOrd="1" destOrd="0" parTransId="{5BE89852-9BF1-4C0B-9F1A-18064D56B0F7}" sibTransId="{89D1801C-D934-4F5A-87FB-1C50FE1A4807}"/>
    <dgm:cxn modelId="{92673B8C-3680-480F-82FF-907B90B0A70B}" type="presOf" srcId="{5458577D-63AB-4EA2-8B4C-B7DA049FDBF3}" destId="{7353F312-219E-4758-BC6A-628F5770B383}" srcOrd="0" destOrd="0" presId="urn:diagrams.loki3.com/BracketList"/>
    <dgm:cxn modelId="{2F85FA96-FBEF-40A1-94F8-EFF7F109B9A6}" type="presOf" srcId="{E00CD3F1-43D0-4F45-8384-6A9C39B69D35}" destId="{62CEDB54-CEA0-4588-A89C-DEA1781E34F6}" srcOrd="0" destOrd="1" presId="urn:diagrams.loki3.com/BracketList"/>
    <dgm:cxn modelId="{95E425A3-BF05-4466-A48F-9235589F702A}" type="presOf" srcId="{1F224394-5F0B-4DB9-9BC3-D914974864CB}" destId="{937B717B-E63F-4D46-AAC0-74FAACB0828A}" srcOrd="0" destOrd="0" presId="urn:diagrams.loki3.com/BracketList"/>
    <dgm:cxn modelId="{E535FBB0-CA8F-41F4-99FA-71EA0DC4266A}" srcId="{BC633158-B448-42F9-A3A6-752C0E5F419E}" destId="{C3EBF3F8-158E-4524-88A6-8E9303339ED8}" srcOrd="0" destOrd="0" parTransId="{99BD4812-7200-4B36-90F5-7FCC5BC68338}" sibTransId="{F2DCC827-7AE9-4D2E-9913-8E252D5F189C}"/>
    <dgm:cxn modelId="{D66EFBB6-D4A8-40DB-9790-80DA2ED108F6}" srcId="{4A23D09A-768B-4D2F-9F15-29231C1C2ED1}" destId="{7EE63D2A-C53F-4884-972A-697FE2C9129E}" srcOrd="0" destOrd="0" parTransId="{BC317DCA-403B-4D78-8981-AE9D4E8515ED}" sibTransId="{CA40AC5D-2E26-4C9F-A89E-85B540F6F579}"/>
    <dgm:cxn modelId="{EDB132B8-1848-4DAA-AC91-B120A5F8F268}" type="presOf" srcId="{C08D6DEC-7150-4973-8AD0-A4170000A41B}" destId="{B1CFC74E-75C0-447C-B812-33622892B47D}" srcOrd="0" destOrd="0" presId="urn:diagrams.loki3.com/BracketList"/>
    <dgm:cxn modelId="{0DA659BE-C22E-4BB4-9465-0D602E54EB92}" srcId="{4A23D09A-768B-4D2F-9F15-29231C1C2ED1}" destId="{E00CD3F1-43D0-4F45-8384-6A9C39B69D35}" srcOrd="1" destOrd="0" parTransId="{C3D7BC7C-FF1C-45FA-940B-02DD1CA67B11}" sibTransId="{9E25EF3A-1C68-45E9-9B78-07BC85D88FA8}"/>
    <dgm:cxn modelId="{094D11C0-35F7-4C65-8216-AA28ADDB8CC7}" srcId="{1C0CA81C-670B-4345-80B0-4300CACF81F2}" destId="{5458577D-63AB-4EA2-8B4C-B7DA049FDBF3}" srcOrd="4" destOrd="0" parTransId="{3CC13422-7531-4A67-B112-5CB68127EBC4}" sibTransId="{ACF12596-C736-4202-A310-7D4D36242E3C}"/>
    <dgm:cxn modelId="{A87B9FC7-6BE3-478D-9E4A-D167DB0D4009}" type="presOf" srcId="{70A749A0-D7E9-4D18-AFB4-8D39A30CE6C4}" destId="{2CD2A9DB-D2D1-46D8-A4F4-4A9D8ACE0E67}" srcOrd="0" destOrd="0" presId="urn:diagrams.loki3.com/BracketList"/>
    <dgm:cxn modelId="{AC86E4D7-507A-48D7-895A-758549357315}" srcId="{1C0CA81C-670B-4345-80B0-4300CACF81F2}" destId="{26F3AAF1-2859-40E1-8A5A-E0DF719FA983}" srcOrd="3" destOrd="0" parTransId="{3D58EB73-8811-46EE-B3C8-FD64E57B4DC2}" sibTransId="{72CE60F4-4BDD-4516-9490-479DEFD8AC99}"/>
    <dgm:cxn modelId="{F3762AE0-9274-4802-A2D0-D8847A0DA76E}" srcId="{5458577D-63AB-4EA2-8B4C-B7DA049FDBF3}" destId="{70A749A0-D7E9-4D18-AFB4-8D39A30CE6C4}" srcOrd="0" destOrd="0" parTransId="{05D84D06-AC44-48B1-9650-9544400FF963}" sibTransId="{EBCF7B4A-D771-427F-98B9-2202500DAA3F}"/>
    <dgm:cxn modelId="{9ADDEAE0-F987-456C-AEE5-C6EC613B19E3}" type="presOf" srcId="{BC633158-B448-42F9-A3A6-752C0E5F419E}" destId="{B98593BD-3DB2-4B3B-BC58-6EDF4C2F8246}" srcOrd="0" destOrd="0" presId="urn:diagrams.loki3.com/BracketList"/>
    <dgm:cxn modelId="{24B8C3E9-5EC6-4A12-9114-C35708108B40}" srcId="{1C0CA81C-670B-4345-80B0-4300CACF81F2}" destId="{0D8EE9E2-97B7-4970-890B-F0CEE16CB977}" srcOrd="1" destOrd="0" parTransId="{0B6EB2FD-98D0-4811-9621-4B5F909E077C}" sibTransId="{38C9F2A9-7A85-432F-B853-347B8291C2F4}"/>
    <dgm:cxn modelId="{44381BEA-6EA0-40E0-A6C3-749997AE25D4}" srcId="{BC633158-B448-42F9-A3A6-752C0E5F419E}" destId="{CAEC0F1E-38F3-4043-A5BE-BCF43C2076E4}" srcOrd="2" destOrd="0" parTransId="{71AFF12A-4997-40EC-8697-7449CF1C94CE}" sibTransId="{FBBD587A-2FFA-4FC1-BB4E-7588178B34B8}"/>
    <dgm:cxn modelId="{F6B83CEF-01F6-4787-B43A-DA910D66E325}" srcId="{1C0CA81C-670B-4345-80B0-4300CACF81F2}" destId="{4A23D09A-768B-4D2F-9F15-29231C1C2ED1}" srcOrd="5" destOrd="0" parTransId="{C99844A4-0FD0-4859-9902-C1C4896F5433}" sibTransId="{FC8FEAAE-B9DA-4C04-9ECF-8C506889899C}"/>
    <dgm:cxn modelId="{2DE31BF2-A828-42BD-A140-1E4CB45811FA}" type="presOf" srcId="{1D0AB0B8-A7A9-488A-9A41-048499FC5EAE}" destId="{79F0A95E-4872-4210-856B-BAD4DE1B0916}" srcOrd="0" destOrd="0" presId="urn:diagrams.loki3.com/BracketList"/>
    <dgm:cxn modelId="{A4595E0A-2B2F-40BF-9911-97EE172E9723}" type="presParOf" srcId="{07541C2F-F042-4A48-90FE-03FA02BC5EB1}" destId="{77452539-B88E-4A77-A485-648B187BE38A}" srcOrd="0" destOrd="0" presId="urn:diagrams.loki3.com/BracketList"/>
    <dgm:cxn modelId="{399902E7-E51B-4C05-A15D-7C4B15C5C211}" type="presParOf" srcId="{77452539-B88E-4A77-A485-648B187BE38A}" destId="{90A86648-46D1-4A08-A3E5-DADF09045991}" srcOrd="0" destOrd="0" presId="urn:diagrams.loki3.com/BracketList"/>
    <dgm:cxn modelId="{CE1F80C0-FAD1-4097-BE12-9E566722A79B}" type="presParOf" srcId="{77452539-B88E-4A77-A485-648B187BE38A}" destId="{5BEB4856-8C00-4D72-BF12-2E5914A2AA7F}" srcOrd="1" destOrd="0" presId="urn:diagrams.loki3.com/BracketList"/>
    <dgm:cxn modelId="{4093AA7A-C426-4DF2-B7AE-7C0A1BE48786}" type="presParOf" srcId="{77452539-B88E-4A77-A485-648B187BE38A}" destId="{1B989AAF-2D51-4E0B-A0C8-BD1D6183D2AD}" srcOrd="2" destOrd="0" presId="urn:diagrams.loki3.com/BracketList"/>
    <dgm:cxn modelId="{0ED38580-E75E-4BE3-BBB1-86CB6261AE95}" type="presParOf" srcId="{77452539-B88E-4A77-A485-648B187BE38A}" destId="{937B717B-E63F-4D46-AAC0-74FAACB0828A}" srcOrd="3" destOrd="0" presId="urn:diagrams.loki3.com/BracketList"/>
    <dgm:cxn modelId="{13CFA182-0118-48D4-9B5E-710E98D682D3}" type="presParOf" srcId="{07541C2F-F042-4A48-90FE-03FA02BC5EB1}" destId="{AE1B7CFE-CFB4-4F0F-8995-8306F9463F84}" srcOrd="1" destOrd="0" presId="urn:diagrams.loki3.com/BracketList"/>
    <dgm:cxn modelId="{E75FAE93-0B01-443B-9877-81C7F67F22A7}" type="presParOf" srcId="{07541C2F-F042-4A48-90FE-03FA02BC5EB1}" destId="{2D1EF085-9229-4B91-9FA7-1809889CC193}" srcOrd="2" destOrd="0" presId="urn:diagrams.loki3.com/BracketList"/>
    <dgm:cxn modelId="{36198F6D-9347-4FD5-B60C-2AD7E5A95710}" type="presParOf" srcId="{2D1EF085-9229-4B91-9FA7-1809889CC193}" destId="{332EC0F9-76F6-4E89-AF0E-D4D81DCB2062}" srcOrd="0" destOrd="0" presId="urn:diagrams.loki3.com/BracketList"/>
    <dgm:cxn modelId="{AEDD907C-4B4B-43C3-BEBB-10C23BA87E10}" type="presParOf" srcId="{2D1EF085-9229-4B91-9FA7-1809889CC193}" destId="{74C15A15-E5C9-4042-93B2-E37701D6B73D}" srcOrd="1" destOrd="0" presId="urn:diagrams.loki3.com/BracketList"/>
    <dgm:cxn modelId="{C303D4F8-2058-4231-A80B-21F4A34E2A33}" type="presParOf" srcId="{2D1EF085-9229-4B91-9FA7-1809889CC193}" destId="{44E46E49-1F51-4439-A964-958D5B07ED39}" srcOrd="2" destOrd="0" presId="urn:diagrams.loki3.com/BracketList"/>
    <dgm:cxn modelId="{241EC71A-7F74-479B-85C0-616F95FF29D8}" type="presParOf" srcId="{2D1EF085-9229-4B91-9FA7-1809889CC193}" destId="{B1CFC74E-75C0-447C-B812-33622892B47D}" srcOrd="3" destOrd="0" presId="urn:diagrams.loki3.com/BracketList"/>
    <dgm:cxn modelId="{DFE9DD58-F3B6-4D7B-AC6C-FB2F37D28E26}" type="presParOf" srcId="{07541C2F-F042-4A48-90FE-03FA02BC5EB1}" destId="{C3960B59-342F-4529-8D86-4DD85E96C659}" srcOrd="3" destOrd="0" presId="urn:diagrams.loki3.com/BracketList"/>
    <dgm:cxn modelId="{EFFE3A62-7B13-4C4C-967D-8B9704FF2D4C}" type="presParOf" srcId="{07541C2F-F042-4A48-90FE-03FA02BC5EB1}" destId="{84B13B88-35A4-4DF9-BB9D-4F8BFF2167B9}" srcOrd="4" destOrd="0" presId="urn:diagrams.loki3.com/BracketList"/>
    <dgm:cxn modelId="{33C04C2F-B31C-46DD-8329-98F7FD178262}" type="presParOf" srcId="{84B13B88-35A4-4DF9-BB9D-4F8BFF2167B9}" destId="{B98593BD-3DB2-4B3B-BC58-6EDF4C2F8246}" srcOrd="0" destOrd="0" presId="urn:diagrams.loki3.com/BracketList"/>
    <dgm:cxn modelId="{3AFA0F9A-BE4C-4966-9030-31DF22E8D1C4}" type="presParOf" srcId="{84B13B88-35A4-4DF9-BB9D-4F8BFF2167B9}" destId="{3035441A-7430-445E-8C52-7D4B4617EF54}" srcOrd="1" destOrd="0" presId="urn:diagrams.loki3.com/BracketList"/>
    <dgm:cxn modelId="{F1438D00-8DAE-4F56-8028-1AE680929EF4}" type="presParOf" srcId="{84B13B88-35A4-4DF9-BB9D-4F8BFF2167B9}" destId="{BED5E3D9-E48A-461B-984F-9EBAA8A48498}" srcOrd="2" destOrd="0" presId="urn:diagrams.loki3.com/BracketList"/>
    <dgm:cxn modelId="{76A0DF89-C4D3-4EE3-9EA8-BA10CA99FA20}" type="presParOf" srcId="{84B13B88-35A4-4DF9-BB9D-4F8BFF2167B9}" destId="{DF8E0BE5-3A53-4948-986D-E7A273D37DD7}" srcOrd="3" destOrd="0" presId="urn:diagrams.loki3.com/BracketList"/>
    <dgm:cxn modelId="{8860F24F-3543-4B9A-A307-EC5171B2683C}" type="presParOf" srcId="{07541C2F-F042-4A48-90FE-03FA02BC5EB1}" destId="{2114D1B6-7CF5-455E-ACA8-126E1B74BEF0}" srcOrd="5" destOrd="0" presId="urn:diagrams.loki3.com/BracketList"/>
    <dgm:cxn modelId="{D4895F90-5612-43D0-A374-6C65D9851F28}" type="presParOf" srcId="{07541C2F-F042-4A48-90FE-03FA02BC5EB1}" destId="{0955A3BE-5747-4443-B138-4A6163F5C417}" srcOrd="6" destOrd="0" presId="urn:diagrams.loki3.com/BracketList"/>
    <dgm:cxn modelId="{BAE9E1B8-085F-4B8F-BF09-DDF7AF8C643F}" type="presParOf" srcId="{0955A3BE-5747-4443-B138-4A6163F5C417}" destId="{0AE03F4B-3039-411F-985E-CFD92D7DC6FA}" srcOrd="0" destOrd="0" presId="urn:diagrams.loki3.com/BracketList"/>
    <dgm:cxn modelId="{1D72533E-3473-4139-BF02-C32387A3BDE1}" type="presParOf" srcId="{0955A3BE-5747-4443-B138-4A6163F5C417}" destId="{9380A253-0282-46B7-A036-3AE41452DA98}" srcOrd="1" destOrd="0" presId="urn:diagrams.loki3.com/BracketList"/>
    <dgm:cxn modelId="{1FC900FD-AE79-49FD-B60F-2B4E971A559B}" type="presParOf" srcId="{0955A3BE-5747-4443-B138-4A6163F5C417}" destId="{7857C584-3941-4771-9406-7BFA203C84E7}" srcOrd="2" destOrd="0" presId="urn:diagrams.loki3.com/BracketList"/>
    <dgm:cxn modelId="{7A1BE98B-5079-4FE2-828F-45F6801AFAE6}" type="presParOf" srcId="{0955A3BE-5747-4443-B138-4A6163F5C417}" destId="{79F0A95E-4872-4210-856B-BAD4DE1B0916}" srcOrd="3" destOrd="0" presId="urn:diagrams.loki3.com/BracketList"/>
    <dgm:cxn modelId="{7CDFBAF3-7F7C-4F5B-8E31-8308E87F9241}" type="presParOf" srcId="{07541C2F-F042-4A48-90FE-03FA02BC5EB1}" destId="{EA544E58-038B-4C38-B49D-D152E142393F}" srcOrd="7" destOrd="0" presId="urn:diagrams.loki3.com/BracketList"/>
    <dgm:cxn modelId="{B5197F8D-73AA-499D-9A5F-E4C3FA8CECC2}" type="presParOf" srcId="{07541C2F-F042-4A48-90FE-03FA02BC5EB1}" destId="{BAD41C53-0495-42EB-AAEC-154406AFD650}" srcOrd="8" destOrd="0" presId="urn:diagrams.loki3.com/BracketList"/>
    <dgm:cxn modelId="{F0DFBB66-D92B-4EE9-9C97-BAB157B5E1F4}" type="presParOf" srcId="{BAD41C53-0495-42EB-AAEC-154406AFD650}" destId="{7353F312-219E-4758-BC6A-628F5770B383}" srcOrd="0" destOrd="0" presId="urn:diagrams.loki3.com/BracketList"/>
    <dgm:cxn modelId="{4629FD2A-BD6B-43A4-8AB9-D6917CD7E63A}" type="presParOf" srcId="{BAD41C53-0495-42EB-AAEC-154406AFD650}" destId="{528FF075-F569-4E2C-BBEA-D6124E78EEF3}" srcOrd="1" destOrd="0" presId="urn:diagrams.loki3.com/BracketList"/>
    <dgm:cxn modelId="{CDF5FF63-12AB-484C-95EC-C0FFA6572D4F}" type="presParOf" srcId="{BAD41C53-0495-42EB-AAEC-154406AFD650}" destId="{775C9BAB-89FF-491F-9D9A-C4066BFCEF15}" srcOrd="2" destOrd="0" presId="urn:diagrams.loki3.com/BracketList"/>
    <dgm:cxn modelId="{F4BF7965-BA41-4914-8844-D4B025BCAB24}" type="presParOf" srcId="{BAD41C53-0495-42EB-AAEC-154406AFD650}" destId="{2CD2A9DB-D2D1-46D8-A4F4-4A9D8ACE0E67}" srcOrd="3" destOrd="0" presId="urn:diagrams.loki3.com/BracketList"/>
    <dgm:cxn modelId="{8BB02B03-A5BA-406A-837E-6690C95950C0}" type="presParOf" srcId="{07541C2F-F042-4A48-90FE-03FA02BC5EB1}" destId="{9BA13739-41B6-4448-9E87-C9B096F5AF47}" srcOrd="9" destOrd="0" presId="urn:diagrams.loki3.com/BracketList"/>
    <dgm:cxn modelId="{7FB19608-95B3-4616-86FC-1C4BED552C03}" type="presParOf" srcId="{07541C2F-F042-4A48-90FE-03FA02BC5EB1}" destId="{04036C19-513C-465C-9AC4-9571B8699A48}" srcOrd="10" destOrd="0" presId="urn:diagrams.loki3.com/BracketList"/>
    <dgm:cxn modelId="{40F138EA-8BFC-48F7-897D-2D4EA1F7951D}" type="presParOf" srcId="{04036C19-513C-465C-9AC4-9571B8699A48}" destId="{1CFB2E33-12D0-4E65-BC83-EA12C19AAF45}" srcOrd="0" destOrd="0" presId="urn:diagrams.loki3.com/BracketList"/>
    <dgm:cxn modelId="{205DDE8C-577E-4961-A112-5B55F1C60608}" type="presParOf" srcId="{04036C19-513C-465C-9AC4-9571B8699A48}" destId="{41FD3F4C-FF8C-4F38-AECD-597EFBE9394C}" srcOrd="1" destOrd="0" presId="urn:diagrams.loki3.com/BracketList"/>
    <dgm:cxn modelId="{4F8A85E5-267E-452D-B56B-39EF430BB3A0}" type="presParOf" srcId="{04036C19-513C-465C-9AC4-9571B8699A48}" destId="{CAB958DC-B838-407D-81A8-1A5C2B60634F}" srcOrd="2" destOrd="0" presId="urn:diagrams.loki3.com/BracketList"/>
    <dgm:cxn modelId="{F275CFEB-8FCC-4C19-830B-1873B721BFEE}" type="presParOf" srcId="{04036C19-513C-465C-9AC4-9571B8699A48}" destId="{62CEDB54-CEA0-4588-A89C-DEA1781E34F6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AE60377-AEC7-40C9-A59A-23418D9D6729}" type="doc">
      <dgm:prSet loTypeId="urn:diagrams.loki3.com/BracketList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8997D9C-E566-47C9-9E34-9AD0FCA5FD6D}">
      <dgm:prSet/>
      <dgm:spPr/>
      <dgm:t>
        <a:bodyPr/>
        <a:lstStyle/>
        <a:p>
          <a:r>
            <a:rPr lang="en-US" dirty="0"/>
            <a:t>Create</a:t>
          </a:r>
        </a:p>
      </dgm:t>
    </dgm:pt>
    <dgm:pt modelId="{C97C942D-BB43-445E-B62E-EC0D8C84A920}" type="parTrans" cxnId="{10D88ED0-82E4-4E76-A6FB-EEE7D9F60056}">
      <dgm:prSet/>
      <dgm:spPr/>
      <dgm:t>
        <a:bodyPr/>
        <a:lstStyle/>
        <a:p>
          <a:endParaRPr lang="en-US"/>
        </a:p>
      </dgm:t>
    </dgm:pt>
    <dgm:pt modelId="{C77230D8-A30D-4B0C-BC1C-E1799494C7A2}" type="sibTrans" cxnId="{10D88ED0-82E4-4E76-A6FB-EEE7D9F60056}">
      <dgm:prSet/>
      <dgm:spPr/>
      <dgm:t>
        <a:bodyPr/>
        <a:lstStyle/>
        <a:p>
          <a:endParaRPr lang="en-US"/>
        </a:p>
      </dgm:t>
    </dgm:pt>
    <dgm:pt modelId="{BF2EFCD9-9113-4529-940A-77C6D1F8F883}">
      <dgm:prSet/>
      <dgm:spPr/>
      <dgm:t>
        <a:bodyPr/>
        <a:lstStyle/>
        <a:p>
          <a:r>
            <a:rPr lang="en-US" dirty="0"/>
            <a:t>records when you type a person’s</a:t>
          </a:r>
          <a:r>
            <a:rPr lang="tr-TR" dirty="0"/>
            <a:t> </a:t>
          </a:r>
          <a:r>
            <a:rPr lang="en-US" dirty="0"/>
            <a:t>name</a:t>
          </a:r>
        </a:p>
      </dgm:t>
    </dgm:pt>
    <dgm:pt modelId="{7387931B-3D70-484B-AF2A-112CA0A2022E}" type="parTrans" cxnId="{4477BEAD-65A9-48E4-ACFB-C2CBAD95385B}">
      <dgm:prSet/>
      <dgm:spPr/>
      <dgm:t>
        <a:bodyPr/>
        <a:lstStyle/>
        <a:p>
          <a:endParaRPr lang="en-US"/>
        </a:p>
      </dgm:t>
    </dgm:pt>
    <dgm:pt modelId="{7143289C-156C-4215-B364-BAD9173C8E97}" type="sibTrans" cxnId="{4477BEAD-65A9-48E4-ACFB-C2CBAD95385B}">
      <dgm:prSet/>
      <dgm:spPr/>
      <dgm:t>
        <a:bodyPr/>
        <a:lstStyle/>
        <a:p>
          <a:endParaRPr lang="en-US"/>
        </a:p>
      </dgm:t>
    </dgm:pt>
    <dgm:pt modelId="{71745A6E-CE57-4413-BE3F-20902BD558E5}">
      <dgm:prSet/>
      <dgm:spPr/>
      <dgm:t>
        <a:bodyPr/>
        <a:lstStyle/>
        <a:p>
          <a:r>
            <a:rPr lang="en-US" dirty="0"/>
            <a:t>and uses the current time to clock them in or out.</a:t>
          </a:r>
        </a:p>
      </dgm:t>
    </dgm:pt>
    <dgm:pt modelId="{8B86E64E-183A-4C18-BEA8-7551BCBCCAD9}" type="parTrans" cxnId="{B7A7DE82-251F-4F91-91A9-01A0374BE69C}">
      <dgm:prSet/>
      <dgm:spPr/>
      <dgm:t>
        <a:bodyPr/>
        <a:lstStyle/>
        <a:p>
          <a:endParaRPr lang="en-US"/>
        </a:p>
      </dgm:t>
    </dgm:pt>
    <dgm:pt modelId="{90291EDB-E215-4CC6-917A-BFC4C74EEBA6}" type="sibTrans" cxnId="{B7A7DE82-251F-4F91-91A9-01A0374BE69C}">
      <dgm:prSet/>
      <dgm:spPr/>
      <dgm:t>
        <a:bodyPr/>
        <a:lstStyle/>
        <a:p>
          <a:endParaRPr lang="en-US"/>
        </a:p>
      </dgm:t>
    </dgm:pt>
    <dgm:pt modelId="{D1A061D3-D33C-46DC-816F-AD93074730DB}">
      <dgm:prSet/>
      <dgm:spPr/>
      <dgm:t>
        <a:bodyPr/>
        <a:lstStyle/>
        <a:p>
          <a:r>
            <a:rPr lang="en-US" dirty="0"/>
            <a:t>Add a feature</a:t>
          </a:r>
        </a:p>
      </dgm:t>
    </dgm:pt>
    <dgm:pt modelId="{156D7EF7-2690-4FBA-B924-76544E9CC572}" type="parTrans" cxnId="{B13F5A2B-F092-40D1-A0F1-35479EB400AB}">
      <dgm:prSet/>
      <dgm:spPr/>
      <dgm:t>
        <a:bodyPr/>
        <a:lstStyle/>
        <a:p>
          <a:endParaRPr lang="en-US"/>
        </a:p>
      </dgm:t>
    </dgm:pt>
    <dgm:pt modelId="{37EE7780-1044-443A-A1B1-011A1C792644}" type="sibTrans" cxnId="{B13F5A2B-F092-40D1-A0F1-35479EB400AB}">
      <dgm:prSet/>
      <dgm:spPr/>
      <dgm:t>
        <a:bodyPr/>
        <a:lstStyle/>
        <a:p>
          <a:endParaRPr lang="en-US"/>
        </a:p>
      </dgm:t>
    </dgm:pt>
    <dgm:pt modelId="{E93F1670-F65F-4907-A36E-7277260C09EC}">
      <dgm:prSet/>
      <dgm:spPr/>
      <dgm:t>
        <a:bodyPr/>
        <a:lstStyle/>
        <a:p>
          <a:r>
            <a:rPr lang="en-US"/>
            <a:t>to display the elapsed time </a:t>
          </a:r>
        </a:p>
      </dgm:t>
    </dgm:pt>
    <dgm:pt modelId="{211C0651-D9B1-4AC0-AA5C-E077A46A6D19}" type="parTrans" cxnId="{33A71615-B7CF-4CE0-8339-4F69CEC8AD44}">
      <dgm:prSet/>
      <dgm:spPr/>
      <dgm:t>
        <a:bodyPr/>
        <a:lstStyle/>
        <a:p>
          <a:endParaRPr lang="en-US"/>
        </a:p>
      </dgm:t>
    </dgm:pt>
    <dgm:pt modelId="{80CE06E6-8F71-4A02-9650-E675176D7AA1}" type="sibTrans" cxnId="{33A71615-B7CF-4CE0-8339-4F69CEC8AD44}">
      <dgm:prSet/>
      <dgm:spPr/>
      <dgm:t>
        <a:bodyPr/>
        <a:lstStyle/>
        <a:p>
          <a:endParaRPr lang="en-US"/>
        </a:p>
      </dgm:t>
    </dgm:pt>
    <dgm:pt modelId="{E96C432B-A026-449E-976F-E1B8E3E4616E}">
      <dgm:prSet/>
      <dgm:spPr/>
      <dgm:t>
        <a:bodyPr/>
        <a:lstStyle/>
        <a:p>
          <a:r>
            <a:rPr lang="en-US"/>
            <a:t>since a</a:t>
          </a:r>
          <a:r>
            <a:rPr lang="tr-TR"/>
            <a:t> </a:t>
          </a:r>
          <a:r>
            <a:rPr lang="en-US"/>
            <a:t>process</a:t>
          </a:r>
          <a:r>
            <a:rPr lang="tr-TR"/>
            <a:t> </a:t>
          </a:r>
          <a:r>
            <a:rPr lang="en-US"/>
            <a:t>started, </a:t>
          </a:r>
        </a:p>
      </dgm:t>
    </dgm:pt>
    <dgm:pt modelId="{A7A870CB-6C3C-4938-836B-6695498E0C05}" type="parTrans" cxnId="{54D37579-3073-455A-B4DB-805E24BBF2CB}">
      <dgm:prSet/>
      <dgm:spPr/>
      <dgm:t>
        <a:bodyPr/>
        <a:lstStyle/>
        <a:p>
          <a:endParaRPr lang="en-US"/>
        </a:p>
      </dgm:t>
    </dgm:pt>
    <dgm:pt modelId="{90EEC738-9110-4D73-A49A-748FDBF204D1}" type="sibTrans" cxnId="{54D37579-3073-455A-B4DB-805E24BBF2CB}">
      <dgm:prSet/>
      <dgm:spPr/>
      <dgm:t>
        <a:bodyPr/>
        <a:lstStyle/>
        <a:p>
          <a:endParaRPr lang="en-US"/>
        </a:p>
      </dgm:t>
    </dgm:pt>
    <dgm:pt modelId="{170006BF-680E-4C73-8217-CEF875BD6B68}">
      <dgm:prSet/>
      <dgm:spPr/>
      <dgm:t>
        <a:bodyPr/>
        <a:lstStyle/>
        <a:p>
          <a:r>
            <a:rPr lang="en-US"/>
            <a:t>such as a download that uses the requests module.</a:t>
          </a:r>
        </a:p>
      </dgm:t>
    </dgm:pt>
    <dgm:pt modelId="{4EB006CB-3D3F-48FA-8DC2-40E493F50D0C}" type="parTrans" cxnId="{3D3D3DE2-27F4-47E7-A869-04CBACB7A646}">
      <dgm:prSet/>
      <dgm:spPr/>
      <dgm:t>
        <a:bodyPr/>
        <a:lstStyle/>
        <a:p>
          <a:endParaRPr lang="en-US"/>
        </a:p>
      </dgm:t>
    </dgm:pt>
    <dgm:pt modelId="{15EA07DF-F58C-4867-A484-B203965882FA}" type="sibTrans" cxnId="{3D3D3DE2-27F4-47E7-A869-04CBACB7A646}">
      <dgm:prSet/>
      <dgm:spPr/>
      <dgm:t>
        <a:bodyPr/>
        <a:lstStyle/>
        <a:p>
          <a:endParaRPr lang="en-US"/>
        </a:p>
      </dgm:t>
    </dgm:pt>
    <dgm:pt modelId="{1D154C2A-EBB4-4634-AD4F-C6F1E6FF4C27}">
      <dgm:prSet/>
      <dgm:spPr/>
      <dgm:t>
        <a:bodyPr/>
        <a:lstStyle/>
        <a:p>
          <a:r>
            <a:rPr lang="en-US"/>
            <a:t>Intermittently check</a:t>
          </a:r>
        </a:p>
      </dgm:t>
    </dgm:pt>
    <dgm:pt modelId="{4346ED87-59C9-4769-9F82-7B04D3ED26F5}" type="parTrans" cxnId="{AF5D2C10-99F8-4342-BA52-A852EB14B213}">
      <dgm:prSet/>
      <dgm:spPr/>
      <dgm:t>
        <a:bodyPr/>
        <a:lstStyle/>
        <a:p>
          <a:endParaRPr lang="en-US"/>
        </a:p>
      </dgm:t>
    </dgm:pt>
    <dgm:pt modelId="{1ECD5A24-78EF-4438-9218-BBD122CDED9D}" type="sibTrans" cxnId="{AF5D2C10-99F8-4342-BA52-A852EB14B213}">
      <dgm:prSet/>
      <dgm:spPr/>
      <dgm:t>
        <a:bodyPr/>
        <a:lstStyle/>
        <a:p>
          <a:endParaRPr lang="en-US"/>
        </a:p>
      </dgm:t>
    </dgm:pt>
    <dgm:pt modelId="{712A91A7-9CF0-4803-AFCC-47442351DFA7}">
      <dgm:prSet/>
      <dgm:spPr/>
      <dgm:t>
        <a:bodyPr/>
        <a:lstStyle/>
        <a:p>
          <a:r>
            <a:rPr lang="en-US" dirty="0"/>
            <a:t>how long a program</a:t>
          </a:r>
        </a:p>
      </dgm:t>
    </dgm:pt>
    <dgm:pt modelId="{E9EE0CEA-2424-426E-8375-7CC35ECCDCC0}" type="parTrans" cxnId="{27B90E79-149F-417C-BD98-C4FC25F81AC5}">
      <dgm:prSet/>
      <dgm:spPr/>
      <dgm:t>
        <a:bodyPr/>
        <a:lstStyle/>
        <a:p>
          <a:endParaRPr lang="en-US"/>
        </a:p>
      </dgm:t>
    </dgm:pt>
    <dgm:pt modelId="{BE2081A1-DC77-4DA9-8FF2-F7ACBC9F76D3}" type="sibTrans" cxnId="{27B90E79-149F-417C-BD98-C4FC25F81AC5}">
      <dgm:prSet/>
      <dgm:spPr/>
      <dgm:t>
        <a:bodyPr/>
        <a:lstStyle/>
        <a:p>
          <a:endParaRPr lang="en-US"/>
        </a:p>
      </dgm:t>
    </dgm:pt>
    <dgm:pt modelId="{5459A8C7-CCE2-4579-AF64-5486021854B9}">
      <dgm:prSet/>
      <dgm:spPr/>
      <dgm:t>
        <a:bodyPr/>
        <a:lstStyle/>
        <a:p>
          <a:r>
            <a:rPr lang="en-US" dirty="0"/>
            <a:t>offer</a:t>
          </a:r>
        </a:p>
      </dgm:t>
    </dgm:pt>
    <dgm:pt modelId="{61D0CED5-2E89-4433-8303-9AE5AF8F068F}" type="parTrans" cxnId="{D9482561-1725-4A40-B983-D2D366E5180C}">
      <dgm:prSet/>
      <dgm:spPr/>
      <dgm:t>
        <a:bodyPr/>
        <a:lstStyle/>
        <a:p>
          <a:endParaRPr lang="en-US"/>
        </a:p>
      </dgm:t>
    </dgm:pt>
    <dgm:pt modelId="{C869AFAE-25C4-4845-933D-F6A833EAC03D}" type="sibTrans" cxnId="{D9482561-1725-4A40-B983-D2D366E5180C}">
      <dgm:prSet/>
      <dgm:spPr/>
      <dgm:t>
        <a:bodyPr/>
        <a:lstStyle/>
        <a:p>
          <a:endParaRPr lang="en-US"/>
        </a:p>
      </dgm:t>
    </dgm:pt>
    <dgm:pt modelId="{45213A2B-F4D6-4843-B720-ABFB4BD59856}">
      <dgm:prSet/>
      <dgm:spPr/>
      <dgm:t>
        <a:bodyPr/>
        <a:lstStyle/>
        <a:p>
          <a:r>
            <a:rPr lang="en-US" dirty="0"/>
            <a:t>to cancel tasks that are taking too long.</a:t>
          </a:r>
        </a:p>
      </dgm:t>
    </dgm:pt>
    <dgm:pt modelId="{02FCEDCF-35AE-49A6-8BFF-6EC1125DA19F}" type="parTrans" cxnId="{F633D7CF-76CD-4455-9A9C-7E896B5FED3B}">
      <dgm:prSet/>
      <dgm:spPr/>
      <dgm:t>
        <a:bodyPr/>
        <a:lstStyle/>
        <a:p>
          <a:endParaRPr lang="en-US"/>
        </a:p>
      </dgm:t>
    </dgm:pt>
    <dgm:pt modelId="{E8E81259-AC1C-495C-A994-F887C775514C}" type="sibTrans" cxnId="{F633D7CF-76CD-4455-9A9C-7E896B5FED3B}">
      <dgm:prSet/>
      <dgm:spPr/>
      <dgm:t>
        <a:bodyPr/>
        <a:lstStyle/>
        <a:p>
          <a:endParaRPr lang="en-US"/>
        </a:p>
      </dgm:t>
    </dgm:pt>
    <dgm:pt modelId="{F125E2C9-59E6-4CCA-92F8-923042F22DE8}">
      <dgm:prSet/>
      <dgm:spPr/>
      <dgm:t>
        <a:bodyPr/>
        <a:lstStyle/>
        <a:p>
          <a:r>
            <a:rPr lang="en-US" dirty="0"/>
            <a:t>a simple</a:t>
          </a:r>
        </a:p>
      </dgm:t>
    </dgm:pt>
    <dgm:pt modelId="{0F31D430-E6DF-482C-A127-F0A01B23785C}" type="parTrans" cxnId="{17C9667A-C967-4BA8-905C-9C48F8A12D47}">
      <dgm:prSet/>
      <dgm:spPr/>
      <dgm:t>
        <a:bodyPr/>
        <a:lstStyle/>
        <a:p>
          <a:endParaRPr lang="en-US"/>
        </a:p>
      </dgm:t>
    </dgm:pt>
    <dgm:pt modelId="{DF607CF1-979A-4CAA-8049-FFD477991DF8}" type="sibTrans" cxnId="{17C9667A-C967-4BA8-905C-9C48F8A12D47}">
      <dgm:prSet/>
      <dgm:spPr/>
      <dgm:t>
        <a:bodyPr/>
        <a:lstStyle/>
        <a:p>
          <a:endParaRPr lang="en-US"/>
        </a:p>
      </dgm:t>
    </dgm:pt>
    <dgm:pt modelId="{CEEBB917-1F5C-4649-9EF6-D14F4875005F}">
      <dgm:prSet/>
      <dgm:spPr/>
      <dgm:t>
        <a:bodyPr/>
        <a:lstStyle/>
        <a:p>
          <a:r>
            <a:rPr lang="tr-TR" dirty="0" err="1"/>
            <a:t>features</a:t>
          </a:r>
          <a:endParaRPr lang="en-US" dirty="0"/>
        </a:p>
      </dgm:t>
    </dgm:pt>
    <dgm:pt modelId="{A31E53B7-A27B-45CC-A507-2BF6EF769923}" type="parTrans" cxnId="{E1CEB59B-DCEB-481D-AB57-AF575BB2292F}">
      <dgm:prSet/>
      <dgm:spPr/>
      <dgm:t>
        <a:bodyPr/>
        <a:lstStyle/>
        <a:p>
          <a:endParaRPr lang="en-US"/>
        </a:p>
      </dgm:t>
    </dgm:pt>
    <dgm:pt modelId="{7BDE1708-13A1-454D-977D-3D2CD4DAE81C}" type="sibTrans" cxnId="{E1CEB59B-DCEB-481D-AB57-AF575BB2292F}">
      <dgm:prSet/>
      <dgm:spPr/>
      <dgm:t>
        <a:bodyPr/>
        <a:lstStyle/>
        <a:p>
          <a:endParaRPr lang="en-US"/>
        </a:p>
      </dgm:t>
    </dgm:pt>
    <dgm:pt modelId="{A9693278-C0BC-4FF6-9AE8-60B63CD47A08}">
      <dgm:prSet/>
      <dgm:spPr/>
      <dgm:t>
        <a:bodyPr/>
        <a:lstStyle/>
        <a:p>
          <a:r>
            <a:rPr lang="en-US"/>
            <a:t>the </a:t>
          </a:r>
          <a:r>
            <a:rPr lang="en-US" dirty="0"/>
            <a:t>user a chance </a:t>
          </a:r>
        </a:p>
      </dgm:t>
    </dgm:pt>
    <dgm:pt modelId="{820E782E-E49A-4CCE-A25F-6D3E4760A3F8}" type="parTrans" cxnId="{6A3D0DDA-BA56-46A9-BDE5-E5B259B5481E}">
      <dgm:prSet/>
      <dgm:spPr/>
      <dgm:t>
        <a:bodyPr/>
        <a:lstStyle/>
        <a:p>
          <a:endParaRPr lang="en-US"/>
        </a:p>
      </dgm:t>
    </dgm:pt>
    <dgm:pt modelId="{3E4ECD91-7F73-43B0-84EB-FDB2FE20A3C2}" type="sibTrans" cxnId="{6A3D0DDA-BA56-46A9-BDE5-E5B259B5481E}">
      <dgm:prSet/>
      <dgm:spPr/>
      <dgm:t>
        <a:bodyPr/>
        <a:lstStyle/>
        <a:p>
          <a:endParaRPr lang="en-US"/>
        </a:p>
      </dgm:t>
    </dgm:pt>
    <dgm:pt modelId="{9B1CCA18-36F7-4338-983C-2EF87990495D}">
      <dgm:prSet/>
      <dgm:spPr/>
      <dgm:t>
        <a:bodyPr/>
        <a:lstStyle/>
        <a:p>
          <a:r>
            <a:rPr lang="en-US"/>
            <a:t>has </a:t>
          </a:r>
          <a:r>
            <a:rPr lang="en-US" dirty="0"/>
            <a:t>been running</a:t>
          </a:r>
        </a:p>
      </dgm:t>
    </dgm:pt>
    <dgm:pt modelId="{8C1254F2-6913-41D4-B839-2F1073C0FC95}" type="parTrans" cxnId="{03DBCA8E-663C-4381-88D3-2F379849ADB9}">
      <dgm:prSet/>
      <dgm:spPr/>
      <dgm:t>
        <a:bodyPr/>
        <a:lstStyle/>
        <a:p>
          <a:endParaRPr lang="en-US"/>
        </a:p>
      </dgm:t>
    </dgm:pt>
    <dgm:pt modelId="{0B5005CA-817C-47BD-B2EF-162BB6FCF5F2}" type="sibTrans" cxnId="{03DBCA8E-663C-4381-88D3-2F379849ADB9}">
      <dgm:prSet/>
      <dgm:spPr/>
      <dgm:t>
        <a:bodyPr/>
        <a:lstStyle/>
        <a:p>
          <a:endParaRPr lang="en-US"/>
        </a:p>
      </dgm:t>
    </dgm:pt>
    <dgm:pt modelId="{CFABE2DA-FD4C-47CC-8417-ACD6FE19E468}">
      <dgm:prSet/>
      <dgm:spPr/>
      <dgm:t>
        <a:bodyPr/>
        <a:lstStyle/>
        <a:p>
          <a:r>
            <a:rPr lang="en-US"/>
            <a:t>timesheet app</a:t>
          </a:r>
        </a:p>
      </dgm:t>
    </dgm:pt>
    <dgm:pt modelId="{7FEABDA6-4B9B-4B48-A303-5EC0B19FCA1E}" type="parTrans" cxnId="{F4C2BFFD-9F44-48F8-BBC0-AAADFC8D7AA4}">
      <dgm:prSet/>
      <dgm:spPr/>
      <dgm:t>
        <a:bodyPr/>
        <a:lstStyle/>
        <a:p>
          <a:endParaRPr lang="en-US"/>
        </a:p>
      </dgm:t>
    </dgm:pt>
    <dgm:pt modelId="{3A7E5847-536D-47A1-9528-E920D525D38D}" type="sibTrans" cxnId="{F4C2BFFD-9F44-48F8-BBC0-AAADFC8D7AA4}">
      <dgm:prSet/>
      <dgm:spPr/>
      <dgm:t>
        <a:bodyPr/>
        <a:lstStyle/>
        <a:p>
          <a:endParaRPr lang="en-US"/>
        </a:p>
      </dgm:t>
    </dgm:pt>
    <dgm:pt modelId="{665147B1-A4E6-4CE9-8B82-AFDE6603A40C}" type="pres">
      <dgm:prSet presAssocID="{AAE60377-AEC7-40C9-A59A-23418D9D6729}" presName="Name0" presStyleCnt="0">
        <dgm:presLayoutVars>
          <dgm:dir/>
          <dgm:animLvl val="lvl"/>
          <dgm:resizeHandles val="exact"/>
        </dgm:presLayoutVars>
      </dgm:prSet>
      <dgm:spPr/>
    </dgm:pt>
    <dgm:pt modelId="{D58A0815-EF81-4224-A930-181A78F61D4A}" type="pres">
      <dgm:prSet presAssocID="{48997D9C-E566-47C9-9E34-9AD0FCA5FD6D}" presName="linNode" presStyleCnt="0"/>
      <dgm:spPr/>
    </dgm:pt>
    <dgm:pt modelId="{2EE4EA96-01B9-41C4-BF9F-4188E62BEF40}" type="pres">
      <dgm:prSet presAssocID="{48997D9C-E566-47C9-9E34-9AD0FCA5FD6D}" presName="parTx" presStyleLbl="revTx" presStyleIdx="0" presStyleCnt="5">
        <dgm:presLayoutVars>
          <dgm:chMax val="1"/>
          <dgm:bulletEnabled val="1"/>
        </dgm:presLayoutVars>
      </dgm:prSet>
      <dgm:spPr/>
    </dgm:pt>
    <dgm:pt modelId="{39295B7C-87E0-4F80-9E34-1F198723E2F8}" type="pres">
      <dgm:prSet presAssocID="{48997D9C-E566-47C9-9E34-9AD0FCA5FD6D}" presName="bracket" presStyleLbl="parChTrans1D1" presStyleIdx="0" presStyleCnt="5"/>
      <dgm:spPr/>
    </dgm:pt>
    <dgm:pt modelId="{4F4A9461-C9E8-49B1-B592-309E15942955}" type="pres">
      <dgm:prSet presAssocID="{48997D9C-E566-47C9-9E34-9AD0FCA5FD6D}" presName="spH" presStyleCnt="0"/>
      <dgm:spPr/>
    </dgm:pt>
    <dgm:pt modelId="{14BFFBEA-F425-442F-804B-C08F32D6790E}" type="pres">
      <dgm:prSet presAssocID="{48997D9C-E566-47C9-9E34-9AD0FCA5FD6D}" presName="desTx" presStyleLbl="node1" presStyleIdx="0" presStyleCnt="5">
        <dgm:presLayoutVars>
          <dgm:bulletEnabled val="1"/>
        </dgm:presLayoutVars>
      </dgm:prSet>
      <dgm:spPr/>
    </dgm:pt>
    <dgm:pt modelId="{055C6943-00CB-4E9B-AEBC-C2407AC7248D}" type="pres">
      <dgm:prSet presAssocID="{C77230D8-A30D-4B0C-BC1C-E1799494C7A2}" presName="spV" presStyleCnt="0"/>
      <dgm:spPr/>
    </dgm:pt>
    <dgm:pt modelId="{E1854A31-FD0C-446A-9C87-CEEFC26F00D4}" type="pres">
      <dgm:prSet presAssocID="{CEEBB917-1F5C-4649-9EF6-D14F4875005F}" presName="linNode" presStyleCnt="0"/>
      <dgm:spPr/>
    </dgm:pt>
    <dgm:pt modelId="{D51A6322-B823-42FD-A75F-F948C90FFEDA}" type="pres">
      <dgm:prSet presAssocID="{CEEBB917-1F5C-4649-9EF6-D14F4875005F}" presName="parTx" presStyleLbl="revTx" presStyleIdx="1" presStyleCnt="5">
        <dgm:presLayoutVars>
          <dgm:chMax val="1"/>
          <dgm:bulletEnabled val="1"/>
        </dgm:presLayoutVars>
      </dgm:prSet>
      <dgm:spPr/>
    </dgm:pt>
    <dgm:pt modelId="{D48E5830-36BF-462E-80C0-23C43CBDE029}" type="pres">
      <dgm:prSet presAssocID="{CEEBB917-1F5C-4649-9EF6-D14F4875005F}" presName="bracket" presStyleLbl="parChTrans1D1" presStyleIdx="1" presStyleCnt="5"/>
      <dgm:spPr/>
    </dgm:pt>
    <dgm:pt modelId="{956539EE-B15A-46EA-BC82-1BF4814E7DED}" type="pres">
      <dgm:prSet presAssocID="{CEEBB917-1F5C-4649-9EF6-D14F4875005F}" presName="spH" presStyleCnt="0"/>
      <dgm:spPr/>
    </dgm:pt>
    <dgm:pt modelId="{A39A7387-BA05-4CD8-A3AD-C518BE2FA54F}" type="pres">
      <dgm:prSet presAssocID="{CEEBB917-1F5C-4649-9EF6-D14F4875005F}" presName="desTx" presStyleLbl="node1" presStyleIdx="1" presStyleCnt="5">
        <dgm:presLayoutVars>
          <dgm:bulletEnabled val="1"/>
        </dgm:presLayoutVars>
      </dgm:prSet>
      <dgm:spPr/>
    </dgm:pt>
    <dgm:pt modelId="{11E7ACE3-D265-4292-BE6E-56895992FB82}" type="pres">
      <dgm:prSet presAssocID="{7BDE1708-13A1-454D-977D-3D2CD4DAE81C}" presName="spV" presStyleCnt="0"/>
      <dgm:spPr/>
    </dgm:pt>
    <dgm:pt modelId="{26A98673-D17D-4CFC-8C27-08388296BAAF}" type="pres">
      <dgm:prSet presAssocID="{D1A061D3-D33C-46DC-816F-AD93074730DB}" presName="linNode" presStyleCnt="0"/>
      <dgm:spPr/>
    </dgm:pt>
    <dgm:pt modelId="{9EDB5D18-5EB6-4458-86E6-AE7CFB1DB293}" type="pres">
      <dgm:prSet presAssocID="{D1A061D3-D33C-46DC-816F-AD93074730DB}" presName="parTx" presStyleLbl="revTx" presStyleIdx="2" presStyleCnt="5">
        <dgm:presLayoutVars>
          <dgm:chMax val="1"/>
          <dgm:bulletEnabled val="1"/>
        </dgm:presLayoutVars>
      </dgm:prSet>
      <dgm:spPr/>
    </dgm:pt>
    <dgm:pt modelId="{B3F6F49D-BAA7-4861-8EB9-87C7D140C084}" type="pres">
      <dgm:prSet presAssocID="{D1A061D3-D33C-46DC-816F-AD93074730DB}" presName="bracket" presStyleLbl="parChTrans1D1" presStyleIdx="2" presStyleCnt="5"/>
      <dgm:spPr/>
    </dgm:pt>
    <dgm:pt modelId="{0F4A9F07-9EED-4E92-B8C2-CC4A3C6AF2F8}" type="pres">
      <dgm:prSet presAssocID="{D1A061D3-D33C-46DC-816F-AD93074730DB}" presName="spH" presStyleCnt="0"/>
      <dgm:spPr/>
    </dgm:pt>
    <dgm:pt modelId="{C344F3CC-94E8-4FA9-8491-AD0F853F607C}" type="pres">
      <dgm:prSet presAssocID="{D1A061D3-D33C-46DC-816F-AD93074730DB}" presName="desTx" presStyleLbl="node1" presStyleIdx="2" presStyleCnt="5">
        <dgm:presLayoutVars>
          <dgm:bulletEnabled val="1"/>
        </dgm:presLayoutVars>
      </dgm:prSet>
      <dgm:spPr/>
    </dgm:pt>
    <dgm:pt modelId="{E46CA4A0-2CED-42C8-B595-23FD4CF0318A}" type="pres">
      <dgm:prSet presAssocID="{37EE7780-1044-443A-A1B1-011A1C792644}" presName="spV" presStyleCnt="0"/>
      <dgm:spPr/>
    </dgm:pt>
    <dgm:pt modelId="{4FC1577D-F8B2-481D-8074-E3304E885DC1}" type="pres">
      <dgm:prSet presAssocID="{1D154C2A-EBB4-4634-AD4F-C6F1E6FF4C27}" presName="linNode" presStyleCnt="0"/>
      <dgm:spPr/>
    </dgm:pt>
    <dgm:pt modelId="{0C721B1E-D7BB-4784-B23C-FBF0D97E878F}" type="pres">
      <dgm:prSet presAssocID="{1D154C2A-EBB4-4634-AD4F-C6F1E6FF4C27}" presName="parTx" presStyleLbl="revTx" presStyleIdx="3" presStyleCnt="5">
        <dgm:presLayoutVars>
          <dgm:chMax val="1"/>
          <dgm:bulletEnabled val="1"/>
        </dgm:presLayoutVars>
      </dgm:prSet>
      <dgm:spPr/>
    </dgm:pt>
    <dgm:pt modelId="{853DC94C-CD19-42F2-A198-506DE1F27A00}" type="pres">
      <dgm:prSet presAssocID="{1D154C2A-EBB4-4634-AD4F-C6F1E6FF4C27}" presName="bracket" presStyleLbl="parChTrans1D1" presStyleIdx="3" presStyleCnt="5"/>
      <dgm:spPr/>
    </dgm:pt>
    <dgm:pt modelId="{47B37841-82E7-466F-9E45-22C238BD3A12}" type="pres">
      <dgm:prSet presAssocID="{1D154C2A-EBB4-4634-AD4F-C6F1E6FF4C27}" presName="spH" presStyleCnt="0"/>
      <dgm:spPr/>
    </dgm:pt>
    <dgm:pt modelId="{20720396-0850-4332-90A3-1351A2AD2A0F}" type="pres">
      <dgm:prSet presAssocID="{1D154C2A-EBB4-4634-AD4F-C6F1E6FF4C27}" presName="desTx" presStyleLbl="node1" presStyleIdx="3" presStyleCnt="5">
        <dgm:presLayoutVars>
          <dgm:bulletEnabled val="1"/>
        </dgm:presLayoutVars>
      </dgm:prSet>
      <dgm:spPr/>
    </dgm:pt>
    <dgm:pt modelId="{7097213A-289E-493D-B347-C27073A3AE4C}" type="pres">
      <dgm:prSet presAssocID="{1ECD5A24-78EF-4438-9218-BBD122CDED9D}" presName="spV" presStyleCnt="0"/>
      <dgm:spPr/>
    </dgm:pt>
    <dgm:pt modelId="{182BEB45-1580-4BD5-B50B-7F5BB5139ACD}" type="pres">
      <dgm:prSet presAssocID="{5459A8C7-CCE2-4579-AF64-5486021854B9}" presName="linNode" presStyleCnt="0"/>
      <dgm:spPr/>
    </dgm:pt>
    <dgm:pt modelId="{4CCC47C9-0AA2-4114-8645-B032153CCB9D}" type="pres">
      <dgm:prSet presAssocID="{5459A8C7-CCE2-4579-AF64-5486021854B9}" presName="parTx" presStyleLbl="revTx" presStyleIdx="4" presStyleCnt="5">
        <dgm:presLayoutVars>
          <dgm:chMax val="1"/>
          <dgm:bulletEnabled val="1"/>
        </dgm:presLayoutVars>
      </dgm:prSet>
      <dgm:spPr/>
    </dgm:pt>
    <dgm:pt modelId="{A4311B7E-2AE6-43F3-861B-4C288D896CD9}" type="pres">
      <dgm:prSet presAssocID="{5459A8C7-CCE2-4579-AF64-5486021854B9}" presName="bracket" presStyleLbl="parChTrans1D1" presStyleIdx="4" presStyleCnt="5"/>
      <dgm:spPr/>
    </dgm:pt>
    <dgm:pt modelId="{041017A1-F409-4FC8-8896-271D875BBE31}" type="pres">
      <dgm:prSet presAssocID="{5459A8C7-CCE2-4579-AF64-5486021854B9}" presName="spH" presStyleCnt="0"/>
      <dgm:spPr/>
    </dgm:pt>
    <dgm:pt modelId="{AAC6374A-9B7F-40F0-9D09-10793F66A1C9}" type="pres">
      <dgm:prSet presAssocID="{5459A8C7-CCE2-4579-AF64-5486021854B9}" presName="desTx" presStyleLbl="node1" presStyleIdx="4" presStyleCnt="5">
        <dgm:presLayoutVars>
          <dgm:bulletEnabled val="1"/>
        </dgm:presLayoutVars>
      </dgm:prSet>
      <dgm:spPr/>
    </dgm:pt>
  </dgm:ptLst>
  <dgm:cxnLst>
    <dgm:cxn modelId="{6ED7B101-79B5-4F58-8CD9-ED56CDB7C878}" type="presOf" srcId="{5459A8C7-CCE2-4579-AF64-5486021854B9}" destId="{4CCC47C9-0AA2-4114-8645-B032153CCB9D}" srcOrd="0" destOrd="0" presId="urn:diagrams.loki3.com/BracketList"/>
    <dgm:cxn modelId="{3529B306-E46B-4E46-A13F-3A963087E4EE}" type="presOf" srcId="{BF2EFCD9-9113-4529-940A-77C6D1F8F883}" destId="{A39A7387-BA05-4CD8-A3AD-C518BE2FA54F}" srcOrd="0" destOrd="0" presId="urn:diagrams.loki3.com/BracketList"/>
    <dgm:cxn modelId="{AF5D2C10-99F8-4342-BA52-A852EB14B213}" srcId="{AAE60377-AEC7-40C9-A59A-23418D9D6729}" destId="{1D154C2A-EBB4-4634-AD4F-C6F1E6FF4C27}" srcOrd="3" destOrd="0" parTransId="{4346ED87-59C9-4769-9F82-7B04D3ED26F5}" sibTransId="{1ECD5A24-78EF-4438-9218-BBD122CDED9D}"/>
    <dgm:cxn modelId="{33A71615-B7CF-4CE0-8339-4F69CEC8AD44}" srcId="{D1A061D3-D33C-46DC-816F-AD93074730DB}" destId="{E93F1670-F65F-4907-A36E-7277260C09EC}" srcOrd="0" destOrd="0" parTransId="{211C0651-D9B1-4AC0-AA5C-E077A46A6D19}" sibTransId="{80CE06E6-8F71-4A02-9650-E675176D7AA1}"/>
    <dgm:cxn modelId="{C1442217-3353-4A8A-8033-3653A86EB599}" type="presOf" srcId="{E96C432B-A026-449E-976F-E1B8E3E4616E}" destId="{C344F3CC-94E8-4FA9-8491-AD0F853F607C}" srcOrd="0" destOrd="1" presId="urn:diagrams.loki3.com/BracketList"/>
    <dgm:cxn modelId="{4A7BD817-6000-4E27-8EF6-BC6879803487}" type="presOf" srcId="{48997D9C-E566-47C9-9E34-9AD0FCA5FD6D}" destId="{2EE4EA96-01B9-41C4-BF9F-4188E62BEF40}" srcOrd="0" destOrd="0" presId="urn:diagrams.loki3.com/BracketList"/>
    <dgm:cxn modelId="{B13F5A2B-F092-40D1-A0F1-35479EB400AB}" srcId="{AAE60377-AEC7-40C9-A59A-23418D9D6729}" destId="{D1A061D3-D33C-46DC-816F-AD93074730DB}" srcOrd="2" destOrd="0" parTransId="{156D7EF7-2690-4FBA-B924-76544E9CC572}" sibTransId="{37EE7780-1044-443A-A1B1-011A1C792644}"/>
    <dgm:cxn modelId="{ACCC1733-781D-4790-BEE5-A3550DF37DE3}" type="presOf" srcId="{9B1CCA18-36F7-4338-983C-2EF87990495D}" destId="{20720396-0850-4332-90A3-1351A2AD2A0F}" srcOrd="0" destOrd="1" presId="urn:diagrams.loki3.com/BracketList"/>
    <dgm:cxn modelId="{D9482561-1725-4A40-B983-D2D366E5180C}" srcId="{AAE60377-AEC7-40C9-A59A-23418D9D6729}" destId="{5459A8C7-CCE2-4579-AF64-5486021854B9}" srcOrd="4" destOrd="0" parTransId="{61D0CED5-2E89-4433-8303-9AE5AF8F068F}" sibTransId="{C869AFAE-25C4-4845-933D-F6A833EAC03D}"/>
    <dgm:cxn modelId="{86EA9A44-7059-457B-9330-084F167B0DC9}" type="presOf" srcId="{170006BF-680E-4C73-8217-CEF875BD6B68}" destId="{C344F3CC-94E8-4FA9-8491-AD0F853F607C}" srcOrd="0" destOrd="2" presId="urn:diagrams.loki3.com/BracketList"/>
    <dgm:cxn modelId="{C12F186E-4304-46FA-A1F3-3BB794BDE62B}" type="presOf" srcId="{712A91A7-9CF0-4803-AFCC-47442351DFA7}" destId="{20720396-0850-4332-90A3-1351A2AD2A0F}" srcOrd="0" destOrd="0" presId="urn:diagrams.loki3.com/BracketList"/>
    <dgm:cxn modelId="{5104866E-80FB-41A4-9F2A-1DED03B2B767}" type="presOf" srcId="{CFABE2DA-FD4C-47CC-8417-ACD6FE19E468}" destId="{14BFFBEA-F425-442F-804B-C08F32D6790E}" srcOrd="0" destOrd="1" presId="urn:diagrams.loki3.com/BracketList"/>
    <dgm:cxn modelId="{90F1DB6E-0EFD-4CA3-BB38-E3F69D3EBB1F}" type="presOf" srcId="{E93F1670-F65F-4907-A36E-7277260C09EC}" destId="{C344F3CC-94E8-4FA9-8491-AD0F853F607C}" srcOrd="0" destOrd="0" presId="urn:diagrams.loki3.com/BracketList"/>
    <dgm:cxn modelId="{C74A0D54-877F-4E2A-814A-F12E9CC54109}" type="presOf" srcId="{F125E2C9-59E6-4CCA-92F8-923042F22DE8}" destId="{14BFFBEA-F425-442F-804B-C08F32D6790E}" srcOrd="0" destOrd="0" presId="urn:diagrams.loki3.com/BracketList"/>
    <dgm:cxn modelId="{CA806454-CAFB-457F-AD69-BFB95E798940}" type="presOf" srcId="{D1A061D3-D33C-46DC-816F-AD93074730DB}" destId="{9EDB5D18-5EB6-4458-86E6-AE7CFB1DB293}" srcOrd="0" destOrd="0" presId="urn:diagrams.loki3.com/BracketList"/>
    <dgm:cxn modelId="{81186C76-B163-4133-92C4-9F05840B26FB}" type="presOf" srcId="{A9693278-C0BC-4FF6-9AE8-60B63CD47A08}" destId="{AAC6374A-9B7F-40F0-9D09-10793F66A1C9}" srcOrd="0" destOrd="0" presId="urn:diagrams.loki3.com/BracketList"/>
    <dgm:cxn modelId="{27B90E79-149F-417C-BD98-C4FC25F81AC5}" srcId="{1D154C2A-EBB4-4634-AD4F-C6F1E6FF4C27}" destId="{712A91A7-9CF0-4803-AFCC-47442351DFA7}" srcOrd="0" destOrd="0" parTransId="{E9EE0CEA-2424-426E-8375-7CC35ECCDCC0}" sibTransId="{BE2081A1-DC77-4DA9-8FF2-F7ACBC9F76D3}"/>
    <dgm:cxn modelId="{54D37579-3073-455A-B4DB-805E24BBF2CB}" srcId="{D1A061D3-D33C-46DC-816F-AD93074730DB}" destId="{E96C432B-A026-449E-976F-E1B8E3E4616E}" srcOrd="1" destOrd="0" parTransId="{A7A870CB-6C3C-4938-836B-6695498E0C05}" sibTransId="{90EEC738-9110-4D73-A49A-748FDBF204D1}"/>
    <dgm:cxn modelId="{17C9667A-C967-4BA8-905C-9C48F8A12D47}" srcId="{48997D9C-E566-47C9-9E34-9AD0FCA5FD6D}" destId="{F125E2C9-59E6-4CCA-92F8-923042F22DE8}" srcOrd="0" destOrd="0" parTransId="{0F31D430-E6DF-482C-A127-F0A01B23785C}" sibTransId="{DF607CF1-979A-4CAA-8049-FFD477991DF8}"/>
    <dgm:cxn modelId="{B7A7DE82-251F-4F91-91A9-01A0374BE69C}" srcId="{CEEBB917-1F5C-4649-9EF6-D14F4875005F}" destId="{71745A6E-CE57-4413-BE3F-20902BD558E5}" srcOrd="1" destOrd="0" parTransId="{8B86E64E-183A-4C18-BEA8-7551BCBCCAD9}" sibTransId="{90291EDB-E215-4CC6-917A-BFC4C74EEBA6}"/>
    <dgm:cxn modelId="{03DBCA8E-663C-4381-88D3-2F379849ADB9}" srcId="{1D154C2A-EBB4-4634-AD4F-C6F1E6FF4C27}" destId="{9B1CCA18-36F7-4338-983C-2EF87990495D}" srcOrd="1" destOrd="0" parTransId="{8C1254F2-6913-41D4-B839-2F1073C0FC95}" sibTransId="{0B5005CA-817C-47BD-B2EF-162BB6FCF5F2}"/>
    <dgm:cxn modelId="{E1CEB59B-DCEB-481D-AB57-AF575BB2292F}" srcId="{AAE60377-AEC7-40C9-A59A-23418D9D6729}" destId="{CEEBB917-1F5C-4649-9EF6-D14F4875005F}" srcOrd="1" destOrd="0" parTransId="{A31E53B7-A27B-45CC-A507-2BF6EF769923}" sibTransId="{7BDE1708-13A1-454D-977D-3D2CD4DAE81C}"/>
    <dgm:cxn modelId="{7407F39B-7CA3-4838-AAE0-75C61D49142C}" type="presOf" srcId="{45213A2B-F4D6-4843-B720-ABFB4BD59856}" destId="{AAC6374A-9B7F-40F0-9D09-10793F66A1C9}" srcOrd="0" destOrd="1" presId="urn:diagrams.loki3.com/BracketList"/>
    <dgm:cxn modelId="{5FC94EA2-2EE8-410F-B5E6-C0DB8042D65D}" type="presOf" srcId="{CEEBB917-1F5C-4649-9EF6-D14F4875005F}" destId="{D51A6322-B823-42FD-A75F-F948C90FFEDA}" srcOrd="0" destOrd="0" presId="urn:diagrams.loki3.com/BracketList"/>
    <dgm:cxn modelId="{4477BEAD-65A9-48E4-ACFB-C2CBAD95385B}" srcId="{CEEBB917-1F5C-4649-9EF6-D14F4875005F}" destId="{BF2EFCD9-9113-4529-940A-77C6D1F8F883}" srcOrd="0" destOrd="0" parTransId="{7387931B-3D70-484B-AF2A-112CA0A2022E}" sibTransId="{7143289C-156C-4215-B364-BAD9173C8E97}"/>
    <dgm:cxn modelId="{CE5C89C3-DA2B-42D3-9B71-B175C9F0B3D0}" type="presOf" srcId="{1D154C2A-EBB4-4634-AD4F-C6F1E6FF4C27}" destId="{0C721B1E-D7BB-4784-B23C-FBF0D97E878F}" srcOrd="0" destOrd="0" presId="urn:diagrams.loki3.com/BracketList"/>
    <dgm:cxn modelId="{76A9EDC3-36D8-4E60-9533-C92DFF5361F6}" type="presOf" srcId="{AAE60377-AEC7-40C9-A59A-23418D9D6729}" destId="{665147B1-A4E6-4CE9-8B82-AFDE6603A40C}" srcOrd="0" destOrd="0" presId="urn:diagrams.loki3.com/BracketList"/>
    <dgm:cxn modelId="{F633D7CF-76CD-4455-9A9C-7E896B5FED3B}" srcId="{5459A8C7-CCE2-4579-AF64-5486021854B9}" destId="{45213A2B-F4D6-4843-B720-ABFB4BD59856}" srcOrd="1" destOrd="0" parTransId="{02FCEDCF-35AE-49A6-8BFF-6EC1125DA19F}" sibTransId="{E8E81259-AC1C-495C-A994-F887C775514C}"/>
    <dgm:cxn modelId="{10D88ED0-82E4-4E76-A6FB-EEE7D9F60056}" srcId="{AAE60377-AEC7-40C9-A59A-23418D9D6729}" destId="{48997D9C-E566-47C9-9E34-9AD0FCA5FD6D}" srcOrd="0" destOrd="0" parTransId="{C97C942D-BB43-445E-B62E-EC0D8C84A920}" sibTransId="{C77230D8-A30D-4B0C-BC1C-E1799494C7A2}"/>
    <dgm:cxn modelId="{6A3D0DDA-BA56-46A9-BDE5-E5B259B5481E}" srcId="{5459A8C7-CCE2-4579-AF64-5486021854B9}" destId="{A9693278-C0BC-4FF6-9AE8-60B63CD47A08}" srcOrd="0" destOrd="0" parTransId="{820E782E-E49A-4CCE-A25F-6D3E4760A3F8}" sibTransId="{3E4ECD91-7F73-43B0-84EB-FDB2FE20A3C2}"/>
    <dgm:cxn modelId="{3D3D3DE2-27F4-47E7-A869-04CBACB7A646}" srcId="{D1A061D3-D33C-46DC-816F-AD93074730DB}" destId="{170006BF-680E-4C73-8217-CEF875BD6B68}" srcOrd="2" destOrd="0" parTransId="{4EB006CB-3D3F-48FA-8DC2-40E493F50D0C}" sibTransId="{15EA07DF-F58C-4867-A484-B203965882FA}"/>
    <dgm:cxn modelId="{7D147DF1-5007-4840-B67D-737A00F9B792}" type="presOf" srcId="{71745A6E-CE57-4413-BE3F-20902BD558E5}" destId="{A39A7387-BA05-4CD8-A3AD-C518BE2FA54F}" srcOrd="0" destOrd="1" presId="urn:diagrams.loki3.com/BracketList"/>
    <dgm:cxn modelId="{F4C2BFFD-9F44-48F8-BBC0-AAADFC8D7AA4}" srcId="{48997D9C-E566-47C9-9E34-9AD0FCA5FD6D}" destId="{CFABE2DA-FD4C-47CC-8417-ACD6FE19E468}" srcOrd="1" destOrd="0" parTransId="{7FEABDA6-4B9B-4B48-A303-5EC0B19FCA1E}" sibTransId="{3A7E5847-536D-47A1-9528-E920D525D38D}"/>
    <dgm:cxn modelId="{94F23227-9520-4040-A946-3242D79F2AD3}" type="presParOf" srcId="{665147B1-A4E6-4CE9-8B82-AFDE6603A40C}" destId="{D58A0815-EF81-4224-A930-181A78F61D4A}" srcOrd="0" destOrd="0" presId="urn:diagrams.loki3.com/BracketList"/>
    <dgm:cxn modelId="{805A3C7C-BD6D-4F60-B7B6-22F11BD4EC95}" type="presParOf" srcId="{D58A0815-EF81-4224-A930-181A78F61D4A}" destId="{2EE4EA96-01B9-41C4-BF9F-4188E62BEF40}" srcOrd="0" destOrd="0" presId="urn:diagrams.loki3.com/BracketList"/>
    <dgm:cxn modelId="{5DBBAA42-A28B-4ECD-B923-42253CC7877C}" type="presParOf" srcId="{D58A0815-EF81-4224-A930-181A78F61D4A}" destId="{39295B7C-87E0-4F80-9E34-1F198723E2F8}" srcOrd="1" destOrd="0" presId="urn:diagrams.loki3.com/BracketList"/>
    <dgm:cxn modelId="{7A334A4F-77FA-4794-84F6-2A5022CA725F}" type="presParOf" srcId="{D58A0815-EF81-4224-A930-181A78F61D4A}" destId="{4F4A9461-C9E8-49B1-B592-309E15942955}" srcOrd="2" destOrd="0" presId="urn:diagrams.loki3.com/BracketList"/>
    <dgm:cxn modelId="{6D4A4499-1820-4675-838E-7D7DB25F3985}" type="presParOf" srcId="{D58A0815-EF81-4224-A930-181A78F61D4A}" destId="{14BFFBEA-F425-442F-804B-C08F32D6790E}" srcOrd="3" destOrd="0" presId="urn:diagrams.loki3.com/BracketList"/>
    <dgm:cxn modelId="{630B2C5B-092E-4B32-8C2D-011B382925DC}" type="presParOf" srcId="{665147B1-A4E6-4CE9-8B82-AFDE6603A40C}" destId="{055C6943-00CB-4E9B-AEBC-C2407AC7248D}" srcOrd="1" destOrd="0" presId="urn:diagrams.loki3.com/BracketList"/>
    <dgm:cxn modelId="{A9356C60-BD9A-432C-8535-9977A1215229}" type="presParOf" srcId="{665147B1-A4E6-4CE9-8B82-AFDE6603A40C}" destId="{E1854A31-FD0C-446A-9C87-CEEFC26F00D4}" srcOrd="2" destOrd="0" presId="urn:diagrams.loki3.com/BracketList"/>
    <dgm:cxn modelId="{4FB02A60-5B60-4FDB-9E02-5184FA1032A5}" type="presParOf" srcId="{E1854A31-FD0C-446A-9C87-CEEFC26F00D4}" destId="{D51A6322-B823-42FD-A75F-F948C90FFEDA}" srcOrd="0" destOrd="0" presId="urn:diagrams.loki3.com/BracketList"/>
    <dgm:cxn modelId="{120D5CE2-927C-4985-B0CC-F45F5DADF7B7}" type="presParOf" srcId="{E1854A31-FD0C-446A-9C87-CEEFC26F00D4}" destId="{D48E5830-36BF-462E-80C0-23C43CBDE029}" srcOrd="1" destOrd="0" presId="urn:diagrams.loki3.com/BracketList"/>
    <dgm:cxn modelId="{2FC09C3C-8A49-4078-8518-68C99A73445E}" type="presParOf" srcId="{E1854A31-FD0C-446A-9C87-CEEFC26F00D4}" destId="{956539EE-B15A-46EA-BC82-1BF4814E7DED}" srcOrd="2" destOrd="0" presId="urn:diagrams.loki3.com/BracketList"/>
    <dgm:cxn modelId="{323D0DF5-31CE-401C-8BF0-08230F5FFC7C}" type="presParOf" srcId="{E1854A31-FD0C-446A-9C87-CEEFC26F00D4}" destId="{A39A7387-BA05-4CD8-A3AD-C518BE2FA54F}" srcOrd="3" destOrd="0" presId="urn:diagrams.loki3.com/BracketList"/>
    <dgm:cxn modelId="{33596D0B-394F-4AE8-BFFE-AD0D091652C7}" type="presParOf" srcId="{665147B1-A4E6-4CE9-8B82-AFDE6603A40C}" destId="{11E7ACE3-D265-4292-BE6E-56895992FB82}" srcOrd="3" destOrd="0" presId="urn:diagrams.loki3.com/BracketList"/>
    <dgm:cxn modelId="{6DF3998B-3D39-4B9E-87B4-F3533175996F}" type="presParOf" srcId="{665147B1-A4E6-4CE9-8B82-AFDE6603A40C}" destId="{26A98673-D17D-4CFC-8C27-08388296BAAF}" srcOrd="4" destOrd="0" presId="urn:diagrams.loki3.com/BracketList"/>
    <dgm:cxn modelId="{7FE6E5B0-7F8F-48D8-9105-3AF4CFF3B93D}" type="presParOf" srcId="{26A98673-D17D-4CFC-8C27-08388296BAAF}" destId="{9EDB5D18-5EB6-4458-86E6-AE7CFB1DB293}" srcOrd="0" destOrd="0" presId="urn:diagrams.loki3.com/BracketList"/>
    <dgm:cxn modelId="{DF32AB2E-7145-411D-906F-45BE26156712}" type="presParOf" srcId="{26A98673-D17D-4CFC-8C27-08388296BAAF}" destId="{B3F6F49D-BAA7-4861-8EB9-87C7D140C084}" srcOrd="1" destOrd="0" presId="urn:diagrams.loki3.com/BracketList"/>
    <dgm:cxn modelId="{5BCD10D9-9391-4B8D-8DEA-C17AA3BF7F67}" type="presParOf" srcId="{26A98673-D17D-4CFC-8C27-08388296BAAF}" destId="{0F4A9F07-9EED-4E92-B8C2-CC4A3C6AF2F8}" srcOrd="2" destOrd="0" presId="urn:diagrams.loki3.com/BracketList"/>
    <dgm:cxn modelId="{2F6A80CA-0ED3-4269-907B-090F05A76965}" type="presParOf" srcId="{26A98673-D17D-4CFC-8C27-08388296BAAF}" destId="{C344F3CC-94E8-4FA9-8491-AD0F853F607C}" srcOrd="3" destOrd="0" presId="urn:diagrams.loki3.com/BracketList"/>
    <dgm:cxn modelId="{05A2E1FF-5DBB-496D-8EAA-AB160A4EE375}" type="presParOf" srcId="{665147B1-A4E6-4CE9-8B82-AFDE6603A40C}" destId="{E46CA4A0-2CED-42C8-B595-23FD4CF0318A}" srcOrd="5" destOrd="0" presId="urn:diagrams.loki3.com/BracketList"/>
    <dgm:cxn modelId="{D6A31807-8968-493C-832B-C2D92B749B1D}" type="presParOf" srcId="{665147B1-A4E6-4CE9-8B82-AFDE6603A40C}" destId="{4FC1577D-F8B2-481D-8074-E3304E885DC1}" srcOrd="6" destOrd="0" presId="urn:diagrams.loki3.com/BracketList"/>
    <dgm:cxn modelId="{D8B94D60-4E17-4D1E-925F-4666F553EA7F}" type="presParOf" srcId="{4FC1577D-F8B2-481D-8074-E3304E885DC1}" destId="{0C721B1E-D7BB-4784-B23C-FBF0D97E878F}" srcOrd="0" destOrd="0" presId="urn:diagrams.loki3.com/BracketList"/>
    <dgm:cxn modelId="{170B8DB8-82EA-4D88-9459-00572DF3A826}" type="presParOf" srcId="{4FC1577D-F8B2-481D-8074-E3304E885DC1}" destId="{853DC94C-CD19-42F2-A198-506DE1F27A00}" srcOrd="1" destOrd="0" presId="urn:diagrams.loki3.com/BracketList"/>
    <dgm:cxn modelId="{2E037FA8-A871-4D6B-9BF6-C574F2E98EE8}" type="presParOf" srcId="{4FC1577D-F8B2-481D-8074-E3304E885DC1}" destId="{47B37841-82E7-466F-9E45-22C238BD3A12}" srcOrd="2" destOrd="0" presId="urn:diagrams.loki3.com/BracketList"/>
    <dgm:cxn modelId="{81411C77-81FE-4E0D-A9B0-001FDDA6437D}" type="presParOf" srcId="{4FC1577D-F8B2-481D-8074-E3304E885DC1}" destId="{20720396-0850-4332-90A3-1351A2AD2A0F}" srcOrd="3" destOrd="0" presId="urn:diagrams.loki3.com/BracketList"/>
    <dgm:cxn modelId="{F1CF2319-7501-4716-BB11-D75FBEEBD374}" type="presParOf" srcId="{665147B1-A4E6-4CE9-8B82-AFDE6603A40C}" destId="{7097213A-289E-493D-B347-C27073A3AE4C}" srcOrd="7" destOrd="0" presId="urn:diagrams.loki3.com/BracketList"/>
    <dgm:cxn modelId="{A8DD4FB9-040C-41C0-AB7E-AA29A438B2CF}" type="presParOf" srcId="{665147B1-A4E6-4CE9-8B82-AFDE6603A40C}" destId="{182BEB45-1580-4BD5-B50B-7F5BB5139ACD}" srcOrd="8" destOrd="0" presId="urn:diagrams.loki3.com/BracketList"/>
    <dgm:cxn modelId="{EC7570EB-2D12-483F-9675-000FCFED7526}" type="presParOf" srcId="{182BEB45-1580-4BD5-B50B-7F5BB5139ACD}" destId="{4CCC47C9-0AA2-4114-8645-B032153CCB9D}" srcOrd="0" destOrd="0" presId="urn:diagrams.loki3.com/BracketList"/>
    <dgm:cxn modelId="{EAF7F308-09A2-4E23-87F2-61DB94425084}" type="presParOf" srcId="{182BEB45-1580-4BD5-B50B-7F5BB5139ACD}" destId="{A4311B7E-2AE6-43F3-861B-4C288D896CD9}" srcOrd="1" destOrd="0" presId="urn:diagrams.loki3.com/BracketList"/>
    <dgm:cxn modelId="{A6BDFF01-F652-4006-8895-666001C1061B}" type="presParOf" srcId="{182BEB45-1580-4BD5-B50B-7F5BB5139ACD}" destId="{041017A1-F409-4FC8-8896-271D875BBE31}" srcOrd="2" destOrd="0" presId="urn:diagrams.loki3.com/BracketList"/>
    <dgm:cxn modelId="{8CA4ABA5-7BBD-4C76-BDB7-D47F6ADF496B}" type="presParOf" srcId="{182BEB45-1580-4BD5-B50B-7F5BB5139ACD}" destId="{AAC6374A-9B7F-40F0-9D09-10793F66A1C9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357F963-BEB9-40E3-8C6B-4633B57B985B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CEF9FDC-30A0-4E55-9057-52777457FFFA}">
      <dgm:prSet/>
      <dgm:spPr/>
      <dgm:t>
        <a:bodyPr/>
        <a:lstStyle/>
        <a:p>
          <a:r>
            <a:rPr lang="en-US" dirty="0"/>
            <a:t>use the </a:t>
          </a:r>
          <a:r>
            <a:rPr lang="en-US" b="1" dirty="0"/>
            <a:t>datetime</a:t>
          </a:r>
          <a:r>
            <a:rPr lang="en-US" dirty="0"/>
            <a:t> module </a:t>
          </a:r>
        </a:p>
      </dgm:t>
    </dgm:pt>
    <dgm:pt modelId="{7FE0D960-F315-42B8-9657-0622BED76650}" type="parTrans" cxnId="{4A7DCA25-FE77-48CF-BEF3-6EFFE4909B52}">
      <dgm:prSet/>
      <dgm:spPr/>
      <dgm:t>
        <a:bodyPr/>
        <a:lstStyle/>
        <a:p>
          <a:endParaRPr lang="en-US"/>
        </a:p>
      </dgm:t>
    </dgm:pt>
    <dgm:pt modelId="{9D690E5A-07CF-42DA-9F83-816025D62C81}" type="sibTrans" cxnId="{4A7DCA25-FE77-48CF-BEF3-6EFFE4909B52}">
      <dgm:prSet/>
      <dgm:spPr/>
      <dgm:t>
        <a:bodyPr/>
        <a:lstStyle/>
        <a:p>
          <a:endParaRPr lang="en-US"/>
        </a:p>
      </dgm:t>
    </dgm:pt>
    <dgm:pt modelId="{44A5D1E3-0342-443B-A068-C727B932EF82}">
      <dgm:prSet/>
      <dgm:spPr/>
      <dgm:t>
        <a:bodyPr/>
        <a:lstStyle/>
        <a:p>
          <a:r>
            <a:rPr lang="en-US" dirty="0"/>
            <a:t>to display a date in a more convenient format</a:t>
          </a:r>
        </a:p>
      </dgm:t>
    </dgm:pt>
    <dgm:pt modelId="{5FD82575-67F6-4F09-8BA6-B3428E360111}" type="parTrans" cxnId="{75F90279-A526-4D40-A35B-18006C9621B8}">
      <dgm:prSet/>
      <dgm:spPr/>
      <dgm:t>
        <a:bodyPr/>
        <a:lstStyle/>
        <a:p>
          <a:endParaRPr lang="en-US"/>
        </a:p>
      </dgm:t>
    </dgm:pt>
    <dgm:pt modelId="{950C447D-2713-4D50-9807-62F812BA202D}" type="sibTrans" cxnId="{75F90279-A526-4D40-A35B-18006C9621B8}">
      <dgm:prSet/>
      <dgm:spPr/>
      <dgm:t>
        <a:bodyPr/>
        <a:lstStyle/>
        <a:p>
          <a:endParaRPr lang="en-US"/>
        </a:p>
      </dgm:t>
    </dgm:pt>
    <dgm:pt modelId="{E4F4EFEC-AB80-4F45-B61B-5E95EB4283AC}">
      <dgm:prSet/>
      <dgm:spPr/>
      <dgm:t>
        <a:bodyPr/>
        <a:lstStyle/>
        <a:p>
          <a:r>
            <a:rPr lang="en-US"/>
            <a:t>do arithmetic</a:t>
          </a:r>
          <a:r>
            <a:rPr lang="tr-TR"/>
            <a:t> </a:t>
          </a:r>
          <a:r>
            <a:rPr lang="en-US"/>
            <a:t>with dates</a:t>
          </a:r>
        </a:p>
      </dgm:t>
    </dgm:pt>
    <dgm:pt modelId="{E36537C4-89F3-4973-A30C-FE6BD76115F3}" type="parTrans" cxnId="{E05C1CF0-B0E4-4562-BBE6-884624EDB2BB}">
      <dgm:prSet/>
      <dgm:spPr/>
      <dgm:t>
        <a:bodyPr/>
        <a:lstStyle/>
        <a:p>
          <a:endParaRPr lang="en-US"/>
        </a:p>
      </dgm:t>
    </dgm:pt>
    <dgm:pt modelId="{1449E3E8-D133-4E95-AA40-7341198D680B}" type="sibTrans" cxnId="{E05C1CF0-B0E4-4562-BBE6-884624EDB2BB}">
      <dgm:prSet/>
      <dgm:spPr/>
      <dgm:t>
        <a:bodyPr/>
        <a:lstStyle/>
        <a:p>
          <a:endParaRPr lang="en-US"/>
        </a:p>
      </dgm:t>
    </dgm:pt>
    <dgm:pt modelId="{C166EAFF-5EF5-476D-9272-D34DE82A9765}" type="pres">
      <dgm:prSet presAssocID="{7357F963-BEB9-40E3-8C6B-4633B57B985B}" presName="Name0" presStyleCnt="0">
        <dgm:presLayoutVars>
          <dgm:dir/>
          <dgm:animLvl val="lvl"/>
          <dgm:resizeHandles val="exact"/>
        </dgm:presLayoutVars>
      </dgm:prSet>
      <dgm:spPr/>
    </dgm:pt>
    <dgm:pt modelId="{52A0BB7A-28AA-407C-861C-FC627168CC60}" type="pres">
      <dgm:prSet presAssocID="{1CEF9FDC-30A0-4E55-9057-52777457FFFA}" presName="composite" presStyleCnt="0"/>
      <dgm:spPr/>
    </dgm:pt>
    <dgm:pt modelId="{65EEECF5-DAF8-4179-A79D-E41924FAA4F4}" type="pres">
      <dgm:prSet presAssocID="{1CEF9FDC-30A0-4E55-9057-52777457FFF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9B8EBEA3-0A29-40A6-9E67-8C8BF0E9D269}" type="pres">
      <dgm:prSet presAssocID="{1CEF9FDC-30A0-4E55-9057-52777457FFF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4A7DCA25-FE77-48CF-BEF3-6EFFE4909B52}" srcId="{7357F963-BEB9-40E3-8C6B-4633B57B985B}" destId="{1CEF9FDC-30A0-4E55-9057-52777457FFFA}" srcOrd="0" destOrd="0" parTransId="{7FE0D960-F315-42B8-9657-0622BED76650}" sibTransId="{9D690E5A-07CF-42DA-9F83-816025D62C81}"/>
    <dgm:cxn modelId="{13124868-B625-4AA8-A781-4A6DC3152684}" type="presOf" srcId="{E4F4EFEC-AB80-4F45-B61B-5E95EB4283AC}" destId="{9B8EBEA3-0A29-40A6-9E67-8C8BF0E9D269}" srcOrd="0" destOrd="1" presId="urn:microsoft.com/office/officeart/2005/8/layout/hList1"/>
    <dgm:cxn modelId="{5AE7F94A-7026-4DD4-9D85-DDA0AC598446}" type="presOf" srcId="{1CEF9FDC-30A0-4E55-9057-52777457FFFA}" destId="{65EEECF5-DAF8-4179-A79D-E41924FAA4F4}" srcOrd="0" destOrd="0" presId="urn:microsoft.com/office/officeart/2005/8/layout/hList1"/>
    <dgm:cxn modelId="{75F90279-A526-4D40-A35B-18006C9621B8}" srcId="{1CEF9FDC-30A0-4E55-9057-52777457FFFA}" destId="{44A5D1E3-0342-443B-A068-C727B932EF82}" srcOrd="0" destOrd="0" parTransId="{5FD82575-67F6-4F09-8BA6-B3428E360111}" sibTransId="{950C447D-2713-4D50-9807-62F812BA202D}"/>
    <dgm:cxn modelId="{ECF1B2AC-D63D-44FA-B44A-4F4B4C8881F0}" type="presOf" srcId="{44A5D1E3-0342-443B-A068-C727B932EF82}" destId="{9B8EBEA3-0A29-40A6-9E67-8C8BF0E9D269}" srcOrd="0" destOrd="0" presId="urn:microsoft.com/office/officeart/2005/8/layout/hList1"/>
    <dgm:cxn modelId="{7124AFD1-220B-43C3-879C-A3C2B1458F0C}" type="presOf" srcId="{7357F963-BEB9-40E3-8C6B-4633B57B985B}" destId="{C166EAFF-5EF5-476D-9272-D34DE82A9765}" srcOrd="0" destOrd="0" presId="urn:microsoft.com/office/officeart/2005/8/layout/hList1"/>
    <dgm:cxn modelId="{E05C1CF0-B0E4-4562-BBE6-884624EDB2BB}" srcId="{1CEF9FDC-30A0-4E55-9057-52777457FFFA}" destId="{E4F4EFEC-AB80-4F45-B61B-5E95EB4283AC}" srcOrd="1" destOrd="0" parTransId="{E36537C4-89F3-4973-A30C-FE6BD76115F3}" sibTransId="{1449E3E8-D133-4E95-AA40-7341198D680B}"/>
    <dgm:cxn modelId="{B7EECF39-B1E6-44AB-A29A-099CB5048CC8}" type="presParOf" srcId="{C166EAFF-5EF5-476D-9272-D34DE82A9765}" destId="{52A0BB7A-28AA-407C-861C-FC627168CC60}" srcOrd="0" destOrd="0" presId="urn:microsoft.com/office/officeart/2005/8/layout/hList1"/>
    <dgm:cxn modelId="{1A7E1491-962F-4DBE-8EAF-1C41A158B2D2}" type="presParOf" srcId="{52A0BB7A-28AA-407C-861C-FC627168CC60}" destId="{65EEECF5-DAF8-4179-A79D-E41924FAA4F4}" srcOrd="0" destOrd="0" presId="urn:microsoft.com/office/officeart/2005/8/layout/hList1"/>
    <dgm:cxn modelId="{B9FF4FE0-901F-4C80-A1CC-3A1CB20E6E84}" type="presParOf" srcId="{52A0BB7A-28AA-407C-861C-FC627168CC60}" destId="{9B8EBEA3-0A29-40A6-9E67-8C8BF0E9D26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357F963-BEB9-40E3-8C6B-4633B57B985B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EF473E0-9628-4E14-B0A8-5E4A04AD5B21}">
      <dgm:prSet/>
      <dgm:spPr/>
      <dgm:t>
        <a:bodyPr/>
        <a:lstStyle/>
        <a:p>
          <a:r>
            <a:rPr lang="tr-TR"/>
            <a:t>Examples</a:t>
          </a:r>
          <a:endParaRPr lang="en-US"/>
        </a:p>
      </dgm:t>
    </dgm:pt>
    <dgm:pt modelId="{E2B8FC70-175C-4B1D-A8A4-ECA9F0ABD410}" type="parTrans" cxnId="{686331EA-519B-40D1-B606-54AC659D9D34}">
      <dgm:prSet/>
      <dgm:spPr/>
      <dgm:t>
        <a:bodyPr/>
        <a:lstStyle/>
        <a:p>
          <a:endParaRPr lang="en-US"/>
        </a:p>
      </dgm:t>
    </dgm:pt>
    <dgm:pt modelId="{72BF6F60-0974-44DB-A73D-C6FE1518D681}" type="sibTrans" cxnId="{686331EA-519B-40D1-B606-54AC659D9D34}">
      <dgm:prSet/>
      <dgm:spPr/>
      <dgm:t>
        <a:bodyPr/>
        <a:lstStyle/>
        <a:p>
          <a:endParaRPr lang="en-US"/>
        </a:p>
      </dgm:t>
    </dgm:pt>
    <dgm:pt modelId="{CDC11083-D8D5-437F-A056-BDD351E56B76}">
      <dgm:prSet/>
      <dgm:spPr/>
      <dgm:t>
        <a:bodyPr/>
        <a:lstStyle/>
        <a:p>
          <a:r>
            <a:rPr lang="en-US"/>
            <a:t>figuring out what date was 205 days ago </a:t>
          </a:r>
        </a:p>
      </dgm:t>
    </dgm:pt>
    <dgm:pt modelId="{79CD11E0-CD54-4673-981C-2E575F6B788F}" type="parTrans" cxnId="{787787E0-7E20-4CA5-B0DC-46FBB9367EA3}">
      <dgm:prSet/>
      <dgm:spPr/>
      <dgm:t>
        <a:bodyPr/>
        <a:lstStyle/>
        <a:p>
          <a:endParaRPr lang="en-US"/>
        </a:p>
      </dgm:t>
    </dgm:pt>
    <dgm:pt modelId="{C33E97AC-ED95-40FF-AD56-1267C43E88D6}" type="sibTrans" cxnId="{787787E0-7E20-4CA5-B0DC-46FBB9367EA3}">
      <dgm:prSet/>
      <dgm:spPr/>
      <dgm:t>
        <a:bodyPr/>
        <a:lstStyle/>
        <a:p>
          <a:endParaRPr lang="en-US"/>
        </a:p>
      </dgm:t>
    </dgm:pt>
    <dgm:pt modelId="{7228E274-B0A9-44B6-AFA9-967082BC37E4}">
      <dgm:prSet/>
      <dgm:spPr/>
      <dgm:t>
        <a:bodyPr/>
        <a:lstStyle/>
        <a:p>
          <a:r>
            <a:rPr lang="en-US"/>
            <a:t>or</a:t>
          </a:r>
          <a:r>
            <a:rPr lang="tr-TR"/>
            <a:t> </a:t>
          </a:r>
          <a:r>
            <a:rPr lang="en-US"/>
            <a:t>what date is 123 days from now</a:t>
          </a:r>
        </a:p>
      </dgm:t>
    </dgm:pt>
    <dgm:pt modelId="{70954C1D-3577-467F-9922-C7D8CAA5BA5B}" type="parTrans" cxnId="{691AD5A4-47BA-49BE-A08F-2F8FC3E3F476}">
      <dgm:prSet/>
      <dgm:spPr/>
      <dgm:t>
        <a:bodyPr/>
        <a:lstStyle/>
        <a:p>
          <a:endParaRPr lang="en-US"/>
        </a:p>
      </dgm:t>
    </dgm:pt>
    <dgm:pt modelId="{C03502DA-1DAF-48DF-B157-D53C3F936190}" type="sibTrans" cxnId="{691AD5A4-47BA-49BE-A08F-2F8FC3E3F476}">
      <dgm:prSet/>
      <dgm:spPr/>
      <dgm:t>
        <a:bodyPr/>
        <a:lstStyle/>
        <a:p>
          <a:endParaRPr lang="en-US"/>
        </a:p>
      </dgm:t>
    </dgm:pt>
    <dgm:pt modelId="{B3CD534F-43D5-4DF4-B287-86D6CED87D5D}">
      <dgm:prSet/>
      <dgm:spPr/>
      <dgm:t>
        <a:bodyPr/>
        <a:lstStyle/>
        <a:p>
          <a:r>
            <a:rPr lang="en-US" dirty="0"/>
            <a:t>The datetime module</a:t>
          </a:r>
        </a:p>
      </dgm:t>
    </dgm:pt>
    <dgm:pt modelId="{D985D260-308D-438B-8766-0340BEAF89C0}" type="parTrans" cxnId="{6F1E572C-DDBD-4232-8019-F50EC520F2E6}">
      <dgm:prSet/>
      <dgm:spPr/>
      <dgm:t>
        <a:bodyPr/>
        <a:lstStyle/>
        <a:p>
          <a:endParaRPr lang="en-US"/>
        </a:p>
      </dgm:t>
    </dgm:pt>
    <dgm:pt modelId="{DBC86C69-B466-4463-A276-5E070F145E41}" type="sibTrans" cxnId="{6F1E572C-DDBD-4232-8019-F50EC520F2E6}">
      <dgm:prSet/>
      <dgm:spPr/>
      <dgm:t>
        <a:bodyPr/>
        <a:lstStyle/>
        <a:p>
          <a:endParaRPr lang="en-US"/>
        </a:p>
      </dgm:t>
    </dgm:pt>
    <dgm:pt modelId="{E0B3A83B-0774-4DF0-8709-67B1958A3DBB}">
      <dgm:prSet/>
      <dgm:spPr/>
      <dgm:t>
        <a:bodyPr/>
        <a:lstStyle/>
        <a:p>
          <a:r>
            <a:rPr lang="en-US"/>
            <a:t>datetime values</a:t>
          </a:r>
        </a:p>
      </dgm:t>
    </dgm:pt>
    <dgm:pt modelId="{5B5BB8F3-6362-4FA4-BDDB-6791782C82B4}" type="parTrans" cxnId="{48D8C618-AAFF-477B-A96F-D5531144F88B}">
      <dgm:prSet/>
      <dgm:spPr/>
      <dgm:t>
        <a:bodyPr/>
        <a:lstStyle/>
        <a:p>
          <a:endParaRPr lang="en-US"/>
        </a:p>
      </dgm:t>
    </dgm:pt>
    <dgm:pt modelId="{7E8396EA-79FA-4449-B8F7-DDB7C8324755}" type="sibTrans" cxnId="{48D8C618-AAFF-477B-A96F-D5531144F88B}">
      <dgm:prSet/>
      <dgm:spPr/>
      <dgm:t>
        <a:bodyPr/>
        <a:lstStyle/>
        <a:p>
          <a:endParaRPr lang="en-US"/>
        </a:p>
      </dgm:t>
    </dgm:pt>
    <dgm:pt modelId="{7F026822-6BFE-451F-A35C-6D1D61C113BF}">
      <dgm:prSet/>
      <dgm:spPr/>
      <dgm:t>
        <a:bodyPr/>
        <a:lstStyle/>
        <a:p>
          <a:r>
            <a:rPr lang="en-US" dirty="0"/>
            <a:t>represent</a:t>
          </a:r>
        </a:p>
      </dgm:t>
    </dgm:pt>
    <dgm:pt modelId="{335B851F-BA53-4609-B54A-C960A1A82440}" type="parTrans" cxnId="{100D3779-8B93-4E2B-8A61-AD8A0AED5C50}">
      <dgm:prSet/>
      <dgm:spPr/>
      <dgm:t>
        <a:bodyPr/>
        <a:lstStyle/>
        <a:p>
          <a:endParaRPr lang="en-US"/>
        </a:p>
      </dgm:t>
    </dgm:pt>
    <dgm:pt modelId="{B586DE8A-CC10-438A-8644-4618902E2957}" type="sibTrans" cxnId="{100D3779-8B93-4E2B-8A61-AD8A0AED5C50}">
      <dgm:prSet/>
      <dgm:spPr/>
      <dgm:t>
        <a:bodyPr/>
        <a:lstStyle/>
        <a:p>
          <a:endParaRPr lang="en-US"/>
        </a:p>
      </dgm:t>
    </dgm:pt>
    <dgm:pt modelId="{B6E5C317-EF68-46EB-87CC-7AE29356C0CD}">
      <dgm:prSet/>
      <dgm:spPr/>
      <dgm:t>
        <a:bodyPr/>
        <a:lstStyle/>
        <a:p>
          <a:r>
            <a:rPr lang="en-US"/>
            <a:t>a </a:t>
          </a:r>
          <a:r>
            <a:rPr lang="en-US" dirty="0"/>
            <a:t>specific moment in time.</a:t>
          </a:r>
        </a:p>
      </dgm:t>
    </dgm:pt>
    <dgm:pt modelId="{921F20F6-23B7-4446-B765-2ABB4848F8C0}" type="parTrans" cxnId="{146D4C65-B2BE-4426-9CC7-7AB70080E176}">
      <dgm:prSet/>
      <dgm:spPr/>
      <dgm:t>
        <a:bodyPr/>
        <a:lstStyle/>
        <a:p>
          <a:endParaRPr lang="en-US"/>
        </a:p>
      </dgm:t>
    </dgm:pt>
    <dgm:pt modelId="{36C21DA2-B720-4B7F-BBAD-35B583FF3616}" type="sibTrans" cxnId="{146D4C65-B2BE-4426-9CC7-7AB70080E176}">
      <dgm:prSet/>
      <dgm:spPr/>
      <dgm:t>
        <a:bodyPr/>
        <a:lstStyle/>
        <a:p>
          <a:endParaRPr lang="en-US"/>
        </a:p>
      </dgm:t>
    </dgm:pt>
    <dgm:pt modelId="{F10D9895-255C-4BB8-B036-C22A621325D1}">
      <dgm:prSet/>
      <dgm:spPr/>
      <dgm:t>
        <a:bodyPr/>
        <a:lstStyle/>
        <a:p>
          <a:r>
            <a:rPr lang="en-US" dirty="0"/>
            <a:t>Has</a:t>
          </a:r>
          <a:r>
            <a:rPr lang="tr-TR" dirty="0"/>
            <a:t> </a:t>
          </a:r>
          <a:r>
            <a:rPr lang="en-US" dirty="0"/>
            <a:t>its own datetime</a:t>
          </a:r>
        </a:p>
      </dgm:t>
    </dgm:pt>
    <dgm:pt modelId="{751A21EA-31BC-41C1-B494-CFD476A22BC4}" type="parTrans" cxnId="{044D2A79-59F0-48F8-81BF-77ECC1A819AA}">
      <dgm:prSet/>
      <dgm:spPr/>
      <dgm:t>
        <a:bodyPr/>
        <a:lstStyle/>
        <a:p>
          <a:endParaRPr lang="en-US"/>
        </a:p>
      </dgm:t>
    </dgm:pt>
    <dgm:pt modelId="{1D5110A8-69EB-4E1B-A82D-50392BBB739A}" type="sibTrans" cxnId="{044D2A79-59F0-48F8-81BF-77ECC1A819AA}">
      <dgm:prSet/>
      <dgm:spPr/>
      <dgm:t>
        <a:bodyPr/>
        <a:lstStyle/>
        <a:p>
          <a:endParaRPr lang="en-US"/>
        </a:p>
      </dgm:t>
    </dgm:pt>
    <dgm:pt modelId="{57E3E7DA-548A-4EDB-8773-6AE6551AF4DB}">
      <dgm:prSet/>
      <dgm:spPr/>
      <dgm:t>
        <a:bodyPr/>
        <a:lstStyle/>
        <a:p>
          <a:r>
            <a:rPr lang="en-US"/>
            <a:t>data </a:t>
          </a:r>
          <a:r>
            <a:rPr lang="en-US" dirty="0"/>
            <a:t>type.</a:t>
          </a:r>
        </a:p>
      </dgm:t>
    </dgm:pt>
    <dgm:pt modelId="{9A864C38-33AF-4195-8FC4-F27957A70434}" type="parTrans" cxnId="{D141B14D-F12A-4C75-BC69-6831ACCA3DE4}">
      <dgm:prSet/>
      <dgm:spPr/>
      <dgm:t>
        <a:bodyPr/>
        <a:lstStyle/>
        <a:p>
          <a:endParaRPr lang="en-US"/>
        </a:p>
      </dgm:t>
    </dgm:pt>
    <dgm:pt modelId="{A1F37E4D-6E3D-4073-A413-9A0BFB6BF04A}" type="sibTrans" cxnId="{D141B14D-F12A-4C75-BC69-6831ACCA3DE4}">
      <dgm:prSet/>
      <dgm:spPr/>
      <dgm:t>
        <a:bodyPr/>
        <a:lstStyle/>
        <a:p>
          <a:endParaRPr lang="en-US"/>
        </a:p>
      </dgm:t>
    </dgm:pt>
    <dgm:pt modelId="{965C3939-6B79-44C8-9A31-3D0BB7DFF84B}" type="pres">
      <dgm:prSet presAssocID="{7357F963-BEB9-40E3-8C6B-4633B57B985B}" presName="Name0" presStyleCnt="0">
        <dgm:presLayoutVars>
          <dgm:dir/>
          <dgm:animLvl val="lvl"/>
          <dgm:resizeHandles val="exact"/>
        </dgm:presLayoutVars>
      </dgm:prSet>
      <dgm:spPr/>
    </dgm:pt>
    <dgm:pt modelId="{FC4A67D1-3AF1-4EFA-926E-0C079BD75026}" type="pres">
      <dgm:prSet presAssocID="{BEF473E0-9628-4E14-B0A8-5E4A04AD5B21}" presName="composite" presStyleCnt="0"/>
      <dgm:spPr/>
    </dgm:pt>
    <dgm:pt modelId="{8A6990AE-D186-4A8E-BBD0-097257EF1EA6}" type="pres">
      <dgm:prSet presAssocID="{BEF473E0-9628-4E14-B0A8-5E4A04AD5B2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50B3FC0-E024-4D39-815D-B6B713E7D67F}" type="pres">
      <dgm:prSet presAssocID="{BEF473E0-9628-4E14-B0A8-5E4A04AD5B21}" presName="desTx" presStyleLbl="alignAccFollowNode1" presStyleIdx="0" presStyleCnt="3">
        <dgm:presLayoutVars>
          <dgm:bulletEnabled val="1"/>
        </dgm:presLayoutVars>
      </dgm:prSet>
      <dgm:spPr/>
    </dgm:pt>
    <dgm:pt modelId="{53F3A9B0-B734-4FD6-ADEE-3D928F75260D}" type="pres">
      <dgm:prSet presAssocID="{72BF6F60-0974-44DB-A73D-C6FE1518D681}" presName="space" presStyleCnt="0"/>
      <dgm:spPr/>
    </dgm:pt>
    <dgm:pt modelId="{1CCB79FA-A64F-491C-949B-315504EC4C11}" type="pres">
      <dgm:prSet presAssocID="{B3CD534F-43D5-4DF4-B287-86D6CED87D5D}" presName="composite" presStyleCnt="0"/>
      <dgm:spPr/>
    </dgm:pt>
    <dgm:pt modelId="{47398D1A-CEDC-48E0-9EFD-76B056B55972}" type="pres">
      <dgm:prSet presAssocID="{B3CD534F-43D5-4DF4-B287-86D6CED87D5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E41D48B-2D04-46D9-8A64-C92013F47965}" type="pres">
      <dgm:prSet presAssocID="{B3CD534F-43D5-4DF4-B287-86D6CED87D5D}" presName="desTx" presStyleLbl="alignAccFollowNode1" presStyleIdx="1" presStyleCnt="3">
        <dgm:presLayoutVars>
          <dgm:bulletEnabled val="1"/>
        </dgm:presLayoutVars>
      </dgm:prSet>
      <dgm:spPr/>
    </dgm:pt>
    <dgm:pt modelId="{F3232730-76F8-4E6B-BB20-C69A301CE92B}" type="pres">
      <dgm:prSet presAssocID="{DBC86C69-B466-4463-A276-5E070F145E41}" presName="space" presStyleCnt="0"/>
      <dgm:spPr/>
    </dgm:pt>
    <dgm:pt modelId="{21E000D1-4C53-4A08-8F14-45806034BB64}" type="pres">
      <dgm:prSet presAssocID="{E0B3A83B-0774-4DF0-8709-67B1958A3DBB}" presName="composite" presStyleCnt="0"/>
      <dgm:spPr/>
    </dgm:pt>
    <dgm:pt modelId="{344471D3-DC00-4F4C-B83B-67E0B738633B}" type="pres">
      <dgm:prSet presAssocID="{E0B3A83B-0774-4DF0-8709-67B1958A3DB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5CFB94F-4738-47F3-A2A1-E2DC9064B276}" type="pres">
      <dgm:prSet presAssocID="{E0B3A83B-0774-4DF0-8709-67B1958A3DB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8D8C618-AAFF-477B-A96F-D5531144F88B}" srcId="{7357F963-BEB9-40E3-8C6B-4633B57B985B}" destId="{E0B3A83B-0774-4DF0-8709-67B1958A3DBB}" srcOrd="2" destOrd="0" parTransId="{5B5BB8F3-6362-4FA4-BDDB-6791782C82B4}" sibTransId="{7E8396EA-79FA-4449-B8F7-DDB7C8324755}"/>
    <dgm:cxn modelId="{6F1E572C-DDBD-4232-8019-F50EC520F2E6}" srcId="{7357F963-BEB9-40E3-8C6B-4633B57B985B}" destId="{B3CD534F-43D5-4DF4-B287-86D6CED87D5D}" srcOrd="1" destOrd="0" parTransId="{D985D260-308D-438B-8766-0340BEAF89C0}" sibTransId="{DBC86C69-B466-4463-A276-5E070F145E41}"/>
    <dgm:cxn modelId="{BEF82538-DD02-4569-818F-DF8E3D2420AB}" type="presOf" srcId="{BEF473E0-9628-4E14-B0A8-5E4A04AD5B21}" destId="{8A6990AE-D186-4A8E-BBD0-097257EF1EA6}" srcOrd="0" destOrd="0" presId="urn:microsoft.com/office/officeart/2005/8/layout/hList1"/>
    <dgm:cxn modelId="{1AABAA3A-64F7-42A6-B150-83B28F1E6E67}" type="presOf" srcId="{7228E274-B0A9-44B6-AFA9-967082BC37E4}" destId="{650B3FC0-E024-4D39-815D-B6B713E7D67F}" srcOrd="0" destOrd="1" presId="urn:microsoft.com/office/officeart/2005/8/layout/hList1"/>
    <dgm:cxn modelId="{146D4C65-B2BE-4426-9CC7-7AB70080E176}" srcId="{E0B3A83B-0774-4DF0-8709-67B1958A3DBB}" destId="{B6E5C317-EF68-46EB-87CC-7AE29356C0CD}" srcOrd="1" destOrd="0" parTransId="{921F20F6-23B7-4446-B765-2ABB4848F8C0}" sibTransId="{36C21DA2-B720-4B7F-BBAD-35B583FF3616}"/>
    <dgm:cxn modelId="{5C290046-8450-4D85-8863-6AE4C10B6006}" type="presOf" srcId="{E0B3A83B-0774-4DF0-8709-67B1958A3DBB}" destId="{344471D3-DC00-4F4C-B83B-67E0B738633B}" srcOrd="0" destOrd="0" presId="urn:microsoft.com/office/officeart/2005/8/layout/hList1"/>
    <dgm:cxn modelId="{803D4068-4692-4158-961A-C3F8DA391250}" type="presOf" srcId="{CDC11083-D8D5-437F-A056-BDD351E56B76}" destId="{650B3FC0-E024-4D39-815D-B6B713E7D67F}" srcOrd="0" destOrd="0" presId="urn:microsoft.com/office/officeart/2005/8/layout/hList1"/>
    <dgm:cxn modelId="{D141B14D-F12A-4C75-BC69-6831ACCA3DE4}" srcId="{B3CD534F-43D5-4DF4-B287-86D6CED87D5D}" destId="{57E3E7DA-548A-4EDB-8773-6AE6551AF4DB}" srcOrd="1" destOrd="0" parTransId="{9A864C38-33AF-4195-8FC4-F27957A70434}" sibTransId="{A1F37E4D-6E3D-4073-A413-9A0BFB6BF04A}"/>
    <dgm:cxn modelId="{0A8A6E70-9608-46C5-803B-57170A93F31B}" type="presOf" srcId="{7357F963-BEB9-40E3-8C6B-4633B57B985B}" destId="{965C3939-6B79-44C8-9A31-3D0BB7DFF84B}" srcOrd="0" destOrd="0" presId="urn:microsoft.com/office/officeart/2005/8/layout/hList1"/>
    <dgm:cxn modelId="{044D2A79-59F0-48F8-81BF-77ECC1A819AA}" srcId="{B3CD534F-43D5-4DF4-B287-86D6CED87D5D}" destId="{F10D9895-255C-4BB8-B036-C22A621325D1}" srcOrd="0" destOrd="0" parTransId="{751A21EA-31BC-41C1-B494-CFD476A22BC4}" sibTransId="{1D5110A8-69EB-4E1B-A82D-50392BBB739A}"/>
    <dgm:cxn modelId="{100D3779-8B93-4E2B-8A61-AD8A0AED5C50}" srcId="{E0B3A83B-0774-4DF0-8709-67B1958A3DBB}" destId="{7F026822-6BFE-451F-A35C-6D1D61C113BF}" srcOrd="0" destOrd="0" parTransId="{335B851F-BA53-4609-B54A-C960A1A82440}" sibTransId="{B586DE8A-CC10-438A-8644-4618902E2957}"/>
    <dgm:cxn modelId="{691AD5A4-47BA-49BE-A08F-2F8FC3E3F476}" srcId="{BEF473E0-9628-4E14-B0A8-5E4A04AD5B21}" destId="{7228E274-B0A9-44B6-AFA9-967082BC37E4}" srcOrd="1" destOrd="0" parTransId="{70954C1D-3577-467F-9922-C7D8CAA5BA5B}" sibTransId="{C03502DA-1DAF-48DF-B157-D53C3F936190}"/>
    <dgm:cxn modelId="{D9A1FDB9-0E95-4383-9D17-42015FE85078}" type="presOf" srcId="{F10D9895-255C-4BB8-B036-C22A621325D1}" destId="{1E41D48B-2D04-46D9-8A64-C92013F47965}" srcOrd="0" destOrd="0" presId="urn:microsoft.com/office/officeart/2005/8/layout/hList1"/>
    <dgm:cxn modelId="{8C0E66DA-3B82-4432-B45B-2ED0BA6F546C}" type="presOf" srcId="{7F026822-6BFE-451F-A35C-6D1D61C113BF}" destId="{95CFB94F-4738-47F3-A2A1-E2DC9064B276}" srcOrd="0" destOrd="0" presId="urn:microsoft.com/office/officeart/2005/8/layout/hList1"/>
    <dgm:cxn modelId="{1857F1DE-DF79-4AE9-80A2-53440486EBED}" type="presOf" srcId="{B3CD534F-43D5-4DF4-B287-86D6CED87D5D}" destId="{47398D1A-CEDC-48E0-9EFD-76B056B55972}" srcOrd="0" destOrd="0" presId="urn:microsoft.com/office/officeart/2005/8/layout/hList1"/>
    <dgm:cxn modelId="{787787E0-7E20-4CA5-B0DC-46FBB9367EA3}" srcId="{BEF473E0-9628-4E14-B0A8-5E4A04AD5B21}" destId="{CDC11083-D8D5-437F-A056-BDD351E56B76}" srcOrd="0" destOrd="0" parTransId="{79CD11E0-CD54-4673-981C-2E575F6B788F}" sibTransId="{C33E97AC-ED95-40FF-AD56-1267C43E88D6}"/>
    <dgm:cxn modelId="{CE6E24E2-7A3D-4E5C-A229-EFC7B186F028}" type="presOf" srcId="{57E3E7DA-548A-4EDB-8773-6AE6551AF4DB}" destId="{1E41D48B-2D04-46D9-8A64-C92013F47965}" srcOrd="0" destOrd="1" presId="urn:microsoft.com/office/officeart/2005/8/layout/hList1"/>
    <dgm:cxn modelId="{686331EA-519B-40D1-B606-54AC659D9D34}" srcId="{7357F963-BEB9-40E3-8C6B-4633B57B985B}" destId="{BEF473E0-9628-4E14-B0A8-5E4A04AD5B21}" srcOrd="0" destOrd="0" parTransId="{E2B8FC70-175C-4B1D-A8A4-ECA9F0ABD410}" sibTransId="{72BF6F60-0974-44DB-A73D-C6FE1518D681}"/>
    <dgm:cxn modelId="{7DDFEBF2-84DA-4FC7-867B-A91762897055}" type="presOf" srcId="{B6E5C317-EF68-46EB-87CC-7AE29356C0CD}" destId="{95CFB94F-4738-47F3-A2A1-E2DC9064B276}" srcOrd="0" destOrd="1" presId="urn:microsoft.com/office/officeart/2005/8/layout/hList1"/>
    <dgm:cxn modelId="{FE91E25D-A04F-4C99-9F9C-BE8C9EE495E7}" type="presParOf" srcId="{965C3939-6B79-44C8-9A31-3D0BB7DFF84B}" destId="{FC4A67D1-3AF1-4EFA-926E-0C079BD75026}" srcOrd="0" destOrd="0" presId="urn:microsoft.com/office/officeart/2005/8/layout/hList1"/>
    <dgm:cxn modelId="{0BA74E6B-6689-4CB8-A13F-0A6666226225}" type="presParOf" srcId="{FC4A67D1-3AF1-4EFA-926E-0C079BD75026}" destId="{8A6990AE-D186-4A8E-BBD0-097257EF1EA6}" srcOrd="0" destOrd="0" presId="urn:microsoft.com/office/officeart/2005/8/layout/hList1"/>
    <dgm:cxn modelId="{72FA2D51-B527-402F-83BB-6129F05393E6}" type="presParOf" srcId="{FC4A67D1-3AF1-4EFA-926E-0C079BD75026}" destId="{650B3FC0-E024-4D39-815D-B6B713E7D67F}" srcOrd="1" destOrd="0" presId="urn:microsoft.com/office/officeart/2005/8/layout/hList1"/>
    <dgm:cxn modelId="{BBE8D7D7-C20F-47A4-B507-FB27346FFD77}" type="presParOf" srcId="{965C3939-6B79-44C8-9A31-3D0BB7DFF84B}" destId="{53F3A9B0-B734-4FD6-ADEE-3D928F75260D}" srcOrd="1" destOrd="0" presId="urn:microsoft.com/office/officeart/2005/8/layout/hList1"/>
    <dgm:cxn modelId="{2DE6F353-2406-4516-84DB-1E8B92739949}" type="presParOf" srcId="{965C3939-6B79-44C8-9A31-3D0BB7DFF84B}" destId="{1CCB79FA-A64F-491C-949B-315504EC4C11}" srcOrd="2" destOrd="0" presId="urn:microsoft.com/office/officeart/2005/8/layout/hList1"/>
    <dgm:cxn modelId="{34D1F43B-DD58-4637-98A5-A76E49094898}" type="presParOf" srcId="{1CCB79FA-A64F-491C-949B-315504EC4C11}" destId="{47398D1A-CEDC-48E0-9EFD-76B056B55972}" srcOrd="0" destOrd="0" presId="urn:microsoft.com/office/officeart/2005/8/layout/hList1"/>
    <dgm:cxn modelId="{C4F89592-D5CB-46F8-9176-1DF8AE4943F9}" type="presParOf" srcId="{1CCB79FA-A64F-491C-949B-315504EC4C11}" destId="{1E41D48B-2D04-46D9-8A64-C92013F47965}" srcOrd="1" destOrd="0" presId="urn:microsoft.com/office/officeart/2005/8/layout/hList1"/>
    <dgm:cxn modelId="{BB2B9712-F845-40E6-A44A-5B24F1ADD7A0}" type="presParOf" srcId="{965C3939-6B79-44C8-9A31-3D0BB7DFF84B}" destId="{F3232730-76F8-4E6B-BB20-C69A301CE92B}" srcOrd="3" destOrd="0" presId="urn:microsoft.com/office/officeart/2005/8/layout/hList1"/>
    <dgm:cxn modelId="{3279B9CE-2C37-4724-9489-2806C180194D}" type="presParOf" srcId="{965C3939-6B79-44C8-9A31-3D0BB7DFF84B}" destId="{21E000D1-4C53-4A08-8F14-45806034BB64}" srcOrd="4" destOrd="0" presId="urn:microsoft.com/office/officeart/2005/8/layout/hList1"/>
    <dgm:cxn modelId="{68BADB24-2BD6-4535-9B1F-BD2C536A82C0}" type="presParOf" srcId="{21E000D1-4C53-4A08-8F14-45806034BB64}" destId="{344471D3-DC00-4F4C-B83B-67E0B738633B}" srcOrd="0" destOrd="0" presId="urn:microsoft.com/office/officeart/2005/8/layout/hList1"/>
    <dgm:cxn modelId="{E3280A0D-3ED6-4FD5-A181-B707DEF6B0CE}" type="presParOf" srcId="{21E000D1-4C53-4A08-8F14-45806034BB64}" destId="{95CFB94F-4738-47F3-A2A1-E2DC9064B27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A165CE6-AB6D-40BF-9D9A-D7995EE3A9FF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36C608A-22CB-45A9-AC70-F8C40571159D}">
      <dgm:prSet/>
      <dgm:spPr/>
      <dgm:t>
        <a:bodyPr/>
        <a:lstStyle/>
        <a:p>
          <a:r>
            <a:rPr lang="tr-TR" dirty="0" err="1"/>
            <a:t>Function</a:t>
          </a:r>
          <a:r>
            <a:rPr lang="tr-TR" dirty="0"/>
            <a:t> </a:t>
          </a:r>
          <a:r>
            <a:rPr lang="tr-TR" dirty="0" err="1"/>
            <a:t>converts</a:t>
          </a:r>
          <a:endParaRPr lang="en-US" dirty="0"/>
        </a:p>
      </dgm:t>
    </dgm:pt>
    <dgm:pt modelId="{452FB8D5-03B9-4930-ABAC-E61A2E2226AB}" type="parTrans" cxnId="{DB176F23-435B-446C-8ACB-212B42F927BC}">
      <dgm:prSet/>
      <dgm:spPr/>
      <dgm:t>
        <a:bodyPr/>
        <a:lstStyle/>
        <a:p>
          <a:endParaRPr lang="en-US"/>
        </a:p>
      </dgm:t>
    </dgm:pt>
    <dgm:pt modelId="{81D41C8C-C972-404C-97E5-08DF6899FFD1}" type="sibTrans" cxnId="{DB176F23-435B-446C-8ACB-212B42F927BC}">
      <dgm:prSet/>
      <dgm:spPr/>
      <dgm:t>
        <a:bodyPr/>
        <a:lstStyle/>
        <a:p>
          <a:endParaRPr lang="en-US"/>
        </a:p>
      </dgm:t>
    </dgm:pt>
    <dgm:pt modelId="{4EBD376C-D0CC-4725-9EC3-C521DC0F550A}">
      <dgm:prSet/>
      <dgm:spPr/>
      <dgm:t>
        <a:bodyPr/>
        <a:lstStyle/>
        <a:p>
          <a:r>
            <a:rPr lang="tr-TR" dirty="0" err="1"/>
            <a:t>Convert</a:t>
          </a:r>
          <a:endParaRPr lang="en-US" dirty="0"/>
        </a:p>
      </dgm:t>
    </dgm:pt>
    <dgm:pt modelId="{C94651C4-3553-4F2F-BBE1-1081D2AC068F}" type="parTrans" cxnId="{29BC68D3-AB06-42C8-A839-AEEBAF697F15}">
      <dgm:prSet/>
      <dgm:spPr/>
      <dgm:t>
        <a:bodyPr/>
        <a:lstStyle/>
        <a:p>
          <a:endParaRPr lang="en-US"/>
        </a:p>
      </dgm:t>
    </dgm:pt>
    <dgm:pt modelId="{437ED302-CAE3-400F-A0FA-A9EA4AA7AAAA}" type="sibTrans" cxnId="{29BC68D3-AB06-42C8-A839-AEEBAF697F15}">
      <dgm:prSet/>
      <dgm:spPr/>
      <dgm:t>
        <a:bodyPr/>
        <a:lstStyle/>
        <a:p>
          <a:endParaRPr lang="en-US"/>
        </a:p>
      </dgm:t>
    </dgm:pt>
    <dgm:pt modelId="{5B121105-35F6-4ED5-BD6F-CC2630A8B35C}">
      <dgm:prSet/>
      <dgm:spPr/>
      <dgm:t>
        <a:bodyPr/>
        <a:lstStyle/>
        <a:p>
          <a:r>
            <a:rPr lang="en-US" dirty="0"/>
            <a:t>will be converted</a:t>
          </a:r>
        </a:p>
      </dgm:t>
    </dgm:pt>
    <dgm:pt modelId="{DD4F9084-8F93-47FE-9CCE-B47A0E3ED666}" type="parTrans" cxnId="{CBECB4E0-EF03-4947-A7A2-B4A15D80AE97}">
      <dgm:prSet/>
      <dgm:spPr/>
      <dgm:t>
        <a:bodyPr/>
        <a:lstStyle/>
        <a:p>
          <a:endParaRPr lang="en-US"/>
        </a:p>
      </dgm:t>
    </dgm:pt>
    <dgm:pt modelId="{0669D33F-E8D3-40D1-AA3B-D9D27B3F6862}" type="sibTrans" cxnId="{CBECB4E0-EF03-4947-A7A2-B4A15D80AE97}">
      <dgm:prSet/>
      <dgm:spPr/>
      <dgm:t>
        <a:bodyPr/>
        <a:lstStyle/>
        <a:p>
          <a:endParaRPr lang="en-US"/>
        </a:p>
      </dgm:t>
    </dgm:pt>
    <dgm:pt modelId="{41026D45-70EF-4E4E-A683-E9DF5E4E9F6C}">
      <dgm:prSet/>
      <dgm:spPr/>
      <dgm:t>
        <a:bodyPr/>
        <a:lstStyle/>
        <a:p>
          <a:r>
            <a:rPr lang="en-US" dirty="0"/>
            <a:t>for the local time zone.</a:t>
          </a:r>
        </a:p>
      </dgm:t>
    </dgm:pt>
    <dgm:pt modelId="{CB9906DF-61E6-4FE9-AD45-0120E95D13F5}" type="parTrans" cxnId="{922DD3B4-37A9-481D-BA8F-37B855168DE0}">
      <dgm:prSet/>
      <dgm:spPr/>
      <dgm:t>
        <a:bodyPr/>
        <a:lstStyle/>
        <a:p>
          <a:endParaRPr lang="en-US"/>
        </a:p>
      </dgm:t>
    </dgm:pt>
    <dgm:pt modelId="{A43DF344-8317-4835-9E0A-0C37BF5B9DD7}" type="sibTrans" cxnId="{922DD3B4-37A9-481D-BA8F-37B855168DE0}">
      <dgm:prSet/>
      <dgm:spPr/>
      <dgm:t>
        <a:bodyPr/>
        <a:lstStyle/>
        <a:p>
          <a:endParaRPr lang="en-US"/>
        </a:p>
      </dgm:t>
    </dgm:pt>
    <dgm:pt modelId="{D75651FE-D739-47BA-BE12-8F6178E1CC49}">
      <dgm:prSet/>
      <dgm:spPr/>
      <dgm:t>
        <a:bodyPr/>
        <a:lstStyle/>
        <a:p>
          <a:r>
            <a:rPr lang="tr-TR" dirty="0"/>
            <a:t>t</a:t>
          </a:r>
          <a:r>
            <a:rPr lang="en-US" dirty="0"/>
            <a:t>he date and time of the datetime</a:t>
          </a:r>
          <a:r>
            <a:rPr lang="tr-TR" dirty="0"/>
            <a:t> </a:t>
          </a:r>
          <a:r>
            <a:rPr lang="en-US" dirty="0"/>
            <a:t>object</a:t>
          </a:r>
        </a:p>
      </dgm:t>
    </dgm:pt>
    <dgm:pt modelId="{7AF473E5-A77F-4C3D-9A26-7FE00A97D3DA}" type="parTrans" cxnId="{45195B95-CDD2-4CBA-BB90-6B1F757C3C74}">
      <dgm:prSet/>
      <dgm:spPr/>
      <dgm:t>
        <a:bodyPr/>
        <a:lstStyle/>
        <a:p>
          <a:endParaRPr lang="en-US"/>
        </a:p>
      </dgm:t>
    </dgm:pt>
    <dgm:pt modelId="{01697B91-EF4B-4631-95B5-043ED5A3D582}" type="sibTrans" cxnId="{45195B95-CDD2-4CBA-BB90-6B1F757C3C74}">
      <dgm:prSet/>
      <dgm:spPr/>
      <dgm:t>
        <a:bodyPr/>
        <a:lstStyle/>
        <a:p>
          <a:endParaRPr lang="en-US"/>
        </a:p>
      </dgm:t>
    </dgm:pt>
    <dgm:pt modelId="{E967CE49-9F25-4024-9A91-EE15416DDE40}">
      <dgm:prSet/>
      <dgm:spPr/>
      <dgm:t>
        <a:bodyPr/>
        <a:lstStyle/>
        <a:p>
          <a:r>
            <a:rPr lang="en-US" dirty="0"/>
            <a:t>to a datetime object </a:t>
          </a:r>
        </a:p>
      </dgm:t>
    </dgm:pt>
    <dgm:pt modelId="{621A0CC8-3AD4-402C-ABF4-7E49DDB7432A}" type="parTrans" cxnId="{DD3D8C90-A7F3-41C2-B384-CC3D8775FA76}">
      <dgm:prSet/>
      <dgm:spPr/>
      <dgm:t>
        <a:bodyPr/>
        <a:lstStyle/>
        <a:p>
          <a:endParaRPr lang="en-US"/>
        </a:p>
      </dgm:t>
    </dgm:pt>
    <dgm:pt modelId="{AF826F95-3C23-4890-BEC0-6B2C278F14BA}" type="sibTrans" cxnId="{DD3D8C90-A7F3-41C2-B384-CC3D8775FA76}">
      <dgm:prSet/>
      <dgm:spPr/>
      <dgm:t>
        <a:bodyPr/>
        <a:lstStyle/>
        <a:p>
          <a:endParaRPr lang="en-US"/>
        </a:p>
      </dgm:t>
    </dgm:pt>
    <dgm:pt modelId="{AAB3A443-BF5D-4971-BFD3-398FC762A7E5}">
      <dgm:prSet/>
      <dgm:spPr/>
      <dgm:t>
        <a:bodyPr/>
        <a:lstStyle/>
        <a:p>
          <a:r>
            <a:rPr lang="tr-TR"/>
            <a:t>From </a:t>
          </a:r>
          <a:r>
            <a:rPr lang="en-US" dirty="0"/>
            <a:t>Unix epoch timestamp </a:t>
          </a:r>
        </a:p>
      </dgm:t>
    </dgm:pt>
    <dgm:pt modelId="{1AC61F2A-EA0D-4E8C-9AF6-455A911DCFE1}" type="parTrans" cxnId="{4EFC3534-5D81-4C83-B0CF-F2D8F52DB146}">
      <dgm:prSet/>
      <dgm:spPr/>
      <dgm:t>
        <a:bodyPr/>
        <a:lstStyle/>
        <a:p>
          <a:endParaRPr lang="en-US"/>
        </a:p>
      </dgm:t>
    </dgm:pt>
    <dgm:pt modelId="{1569CE51-7921-42FB-B8E2-0909A2F0B95E}" type="sibTrans" cxnId="{4EFC3534-5D81-4C83-B0CF-F2D8F52DB146}">
      <dgm:prSet/>
      <dgm:spPr/>
      <dgm:t>
        <a:bodyPr/>
        <a:lstStyle/>
        <a:p>
          <a:endParaRPr lang="en-US"/>
        </a:p>
      </dgm:t>
    </dgm:pt>
    <dgm:pt modelId="{093710E3-383E-4D91-A19A-BD5BD0999844}" type="pres">
      <dgm:prSet presAssocID="{DA165CE6-AB6D-40BF-9D9A-D7995EE3A9FF}" presName="Name0" presStyleCnt="0">
        <dgm:presLayoutVars>
          <dgm:dir/>
          <dgm:animLvl val="lvl"/>
          <dgm:resizeHandles val="exact"/>
        </dgm:presLayoutVars>
      </dgm:prSet>
      <dgm:spPr/>
    </dgm:pt>
    <dgm:pt modelId="{A8462FBD-024B-42C4-BB6B-A733007B3CCC}" type="pres">
      <dgm:prSet presAssocID="{836C608A-22CB-45A9-AC70-F8C40571159D}" presName="composite" presStyleCnt="0"/>
      <dgm:spPr/>
    </dgm:pt>
    <dgm:pt modelId="{3164AD85-B2F9-4652-90F2-5209D2F12267}" type="pres">
      <dgm:prSet presAssocID="{836C608A-22CB-45A9-AC70-F8C40571159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D0328DF-084B-4F23-A17A-7F0DC4117120}" type="pres">
      <dgm:prSet presAssocID="{836C608A-22CB-45A9-AC70-F8C40571159D}" presName="desTx" presStyleLbl="alignAccFollowNode1" presStyleIdx="0" presStyleCnt="2">
        <dgm:presLayoutVars>
          <dgm:bulletEnabled val="1"/>
        </dgm:presLayoutVars>
      </dgm:prSet>
      <dgm:spPr/>
    </dgm:pt>
    <dgm:pt modelId="{13E2546B-E8B1-4226-9762-91A991832B2C}" type="pres">
      <dgm:prSet presAssocID="{81D41C8C-C972-404C-97E5-08DF6899FFD1}" presName="space" presStyleCnt="0"/>
      <dgm:spPr/>
    </dgm:pt>
    <dgm:pt modelId="{0F8A9356-486C-440E-8D6E-D18B9519FFA3}" type="pres">
      <dgm:prSet presAssocID="{4EBD376C-D0CC-4725-9EC3-C521DC0F550A}" presName="composite" presStyleCnt="0"/>
      <dgm:spPr/>
    </dgm:pt>
    <dgm:pt modelId="{D16BBB0A-F462-4D7E-9320-BBA1DBDA8C2E}" type="pres">
      <dgm:prSet presAssocID="{4EBD376C-D0CC-4725-9EC3-C521DC0F550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88777D3-7F03-4645-A4E9-BE97B8EE23D1}" type="pres">
      <dgm:prSet presAssocID="{4EBD376C-D0CC-4725-9EC3-C521DC0F550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B64160F-3B24-47BF-92D0-3096A5464DC4}" type="presOf" srcId="{41026D45-70EF-4E4E-A683-E9DF5E4E9F6C}" destId="{088777D3-7F03-4645-A4E9-BE97B8EE23D1}" srcOrd="0" destOrd="2" presId="urn:microsoft.com/office/officeart/2005/8/layout/hList1"/>
    <dgm:cxn modelId="{DB176F23-435B-446C-8ACB-212B42F927BC}" srcId="{DA165CE6-AB6D-40BF-9D9A-D7995EE3A9FF}" destId="{836C608A-22CB-45A9-AC70-F8C40571159D}" srcOrd="0" destOrd="0" parTransId="{452FB8D5-03B9-4930-ABAC-E61A2E2226AB}" sibTransId="{81D41C8C-C972-404C-97E5-08DF6899FFD1}"/>
    <dgm:cxn modelId="{9AA2AC27-B87F-41F0-92F2-9C9DCFFA2FC9}" type="presOf" srcId="{5B121105-35F6-4ED5-BD6F-CC2630A8B35C}" destId="{088777D3-7F03-4645-A4E9-BE97B8EE23D1}" srcOrd="0" destOrd="1" presId="urn:microsoft.com/office/officeart/2005/8/layout/hList1"/>
    <dgm:cxn modelId="{4EFC3534-5D81-4C83-B0CF-F2D8F52DB146}" srcId="{836C608A-22CB-45A9-AC70-F8C40571159D}" destId="{AAB3A443-BF5D-4971-BFD3-398FC762A7E5}" srcOrd="0" destOrd="0" parTransId="{1AC61F2A-EA0D-4E8C-9AF6-455A911DCFE1}" sibTransId="{1569CE51-7921-42FB-B8E2-0909A2F0B95E}"/>
    <dgm:cxn modelId="{217C403C-D0DF-4F4F-A1B7-F069A8A04E8F}" type="presOf" srcId="{4EBD376C-D0CC-4725-9EC3-C521DC0F550A}" destId="{D16BBB0A-F462-4D7E-9320-BBA1DBDA8C2E}" srcOrd="0" destOrd="0" presId="urn:microsoft.com/office/officeart/2005/8/layout/hList1"/>
    <dgm:cxn modelId="{EAEABA85-502C-4263-940F-DCB81D368845}" type="presOf" srcId="{AAB3A443-BF5D-4971-BFD3-398FC762A7E5}" destId="{AD0328DF-084B-4F23-A17A-7F0DC4117120}" srcOrd="0" destOrd="0" presId="urn:microsoft.com/office/officeart/2005/8/layout/hList1"/>
    <dgm:cxn modelId="{DD3D8C90-A7F3-41C2-B384-CC3D8775FA76}" srcId="{836C608A-22CB-45A9-AC70-F8C40571159D}" destId="{E967CE49-9F25-4024-9A91-EE15416DDE40}" srcOrd="1" destOrd="0" parTransId="{621A0CC8-3AD4-402C-ABF4-7E49DDB7432A}" sibTransId="{AF826F95-3C23-4890-BEC0-6B2C278F14BA}"/>
    <dgm:cxn modelId="{45195B95-CDD2-4CBA-BB90-6B1F757C3C74}" srcId="{4EBD376C-D0CC-4725-9EC3-C521DC0F550A}" destId="{D75651FE-D739-47BA-BE12-8F6178E1CC49}" srcOrd="0" destOrd="0" parTransId="{7AF473E5-A77F-4C3D-9A26-7FE00A97D3DA}" sibTransId="{01697B91-EF4B-4631-95B5-043ED5A3D582}"/>
    <dgm:cxn modelId="{B67E0E9B-4069-4F4F-967A-75D9791C7B0D}" type="presOf" srcId="{D75651FE-D739-47BA-BE12-8F6178E1CC49}" destId="{088777D3-7F03-4645-A4E9-BE97B8EE23D1}" srcOrd="0" destOrd="0" presId="urn:microsoft.com/office/officeart/2005/8/layout/hList1"/>
    <dgm:cxn modelId="{CE8916B0-19BD-4C7B-8838-676E155A3FA4}" type="presOf" srcId="{836C608A-22CB-45A9-AC70-F8C40571159D}" destId="{3164AD85-B2F9-4652-90F2-5209D2F12267}" srcOrd="0" destOrd="0" presId="urn:microsoft.com/office/officeart/2005/8/layout/hList1"/>
    <dgm:cxn modelId="{922DD3B4-37A9-481D-BA8F-37B855168DE0}" srcId="{4EBD376C-D0CC-4725-9EC3-C521DC0F550A}" destId="{41026D45-70EF-4E4E-A683-E9DF5E4E9F6C}" srcOrd="2" destOrd="0" parTransId="{CB9906DF-61E6-4FE9-AD45-0120E95D13F5}" sibTransId="{A43DF344-8317-4835-9E0A-0C37BF5B9DD7}"/>
    <dgm:cxn modelId="{AAA91BD3-4DE8-4971-BFA3-54A9E2FDD42E}" type="presOf" srcId="{DA165CE6-AB6D-40BF-9D9A-D7995EE3A9FF}" destId="{093710E3-383E-4D91-A19A-BD5BD0999844}" srcOrd="0" destOrd="0" presId="urn:microsoft.com/office/officeart/2005/8/layout/hList1"/>
    <dgm:cxn modelId="{29BC68D3-AB06-42C8-A839-AEEBAF697F15}" srcId="{DA165CE6-AB6D-40BF-9D9A-D7995EE3A9FF}" destId="{4EBD376C-D0CC-4725-9EC3-C521DC0F550A}" srcOrd="1" destOrd="0" parTransId="{C94651C4-3553-4F2F-BBE1-1081D2AC068F}" sibTransId="{437ED302-CAE3-400F-A0FA-A9EA4AA7AAAA}"/>
    <dgm:cxn modelId="{CE9500DC-86FF-4CC6-BA61-4F75A348255C}" type="presOf" srcId="{E967CE49-9F25-4024-9A91-EE15416DDE40}" destId="{AD0328DF-084B-4F23-A17A-7F0DC4117120}" srcOrd="0" destOrd="1" presId="urn:microsoft.com/office/officeart/2005/8/layout/hList1"/>
    <dgm:cxn modelId="{CBECB4E0-EF03-4947-A7A2-B4A15D80AE97}" srcId="{4EBD376C-D0CC-4725-9EC3-C521DC0F550A}" destId="{5B121105-35F6-4ED5-BD6F-CC2630A8B35C}" srcOrd="1" destOrd="0" parTransId="{DD4F9084-8F93-47FE-9CCE-B47A0E3ED666}" sibTransId="{0669D33F-E8D3-40D1-AA3B-D9D27B3F6862}"/>
    <dgm:cxn modelId="{3E2827FA-C1B9-484D-BE2C-AF13C9391CC8}" type="presParOf" srcId="{093710E3-383E-4D91-A19A-BD5BD0999844}" destId="{A8462FBD-024B-42C4-BB6B-A733007B3CCC}" srcOrd="0" destOrd="0" presId="urn:microsoft.com/office/officeart/2005/8/layout/hList1"/>
    <dgm:cxn modelId="{210F59FE-6CE4-49F7-85C1-7E4B4EDD230E}" type="presParOf" srcId="{A8462FBD-024B-42C4-BB6B-A733007B3CCC}" destId="{3164AD85-B2F9-4652-90F2-5209D2F12267}" srcOrd="0" destOrd="0" presId="urn:microsoft.com/office/officeart/2005/8/layout/hList1"/>
    <dgm:cxn modelId="{A28778EF-2813-4222-9A0A-674AE90084D9}" type="presParOf" srcId="{A8462FBD-024B-42C4-BB6B-A733007B3CCC}" destId="{AD0328DF-084B-4F23-A17A-7F0DC4117120}" srcOrd="1" destOrd="0" presId="urn:microsoft.com/office/officeart/2005/8/layout/hList1"/>
    <dgm:cxn modelId="{B0597CE7-F7F9-44F7-9A47-979D32A7D55E}" type="presParOf" srcId="{093710E3-383E-4D91-A19A-BD5BD0999844}" destId="{13E2546B-E8B1-4226-9762-91A991832B2C}" srcOrd="1" destOrd="0" presId="urn:microsoft.com/office/officeart/2005/8/layout/hList1"/>
    <dgm:cxn modelId="{43C55A79-D30B-4AE4-B560-8661BD342FA6}" type="presParOf" srcId="{093710E3-383E-4D91-A19A-BD5BD0999844}" destId="{0F8A9356-486C-440E-8D6E-D18B9519FFA3}" srcOrd="2" destOrd="0" presId="urn:microsoft.com/office/officeart/2005/8/layout/hList1"/>
    <dgm:cxn modelId="{D75D3BD8-2056-4215-8FD9-1F774998C907}" type="presParOf" srcId="{0F8A9356-486C-440E-8D6E-D18B9519FFA3}" destId="{D16BBB0A-F462-4D7E-9320-BBA1DBDA8C2E}" srcOrd="0" destOrd="0" presId="urn:microsoft.com/office/officeart/2005/8/layout/hList1"/>
    <dgm:cxn modelId="{971706F3-0FC4-47C4-A196-BF89CFC80B50}" type="presParOf" srcId="{0F8A9356-486C-440E-8D6E-D18B9519FFA3}" destId="{088777D3-7F03-4645-A4E9-BE97B8EE23D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9C9F2D2-2E38-43B3-B87B-F17CBDF90DFF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8B7F8A9-6EE5-4A06-8055-1B13E0738EAE}">
      <dgm:prSet/>
      <dgm:spPr/>
      <dgm:t>
        <a:bodyPr/>
        <a:lstStyle/>
        <a:p>
          <a:r>
            <a:rPr lang="en-US"/>
            <a:t>datetime objects</a:t>
          </a:r>
        </a:p>
      </dgm:t>
    </dgm:pt>
    <dgm:pt modelId="{854F59B5-5AD4-4AFB-8319-A16EE6EC9D4B}" type="parTrans" cxnId="{7E362D48-6238-4BF4-AC2B-2C8FD37359AA}">
      <dgm:prSet/>
      <dgm:spPr/>
      <dgm:t>
        <a:bodyPr/>
        <a:lstStyle/>
        <a:p>
          <a:endParaRPr lang="en-US"/>
        </a:p>
      </dgm:t>
    </dgm:pt>
    <dgm:pt modelId="{C51DAA26-FAA0-4296-A8A0-E7F171B08AA8}" type="sibTrans" cxnId="{7E362D48-6238-4BF4-AC2B-2C8FD37359AA}">
      <dgm:prSet/>
      <dgm:spPr/>
      <dgm:t>
        <a:bodyPr/>
        <a:lstStyle/>
        <a:p>
          <a:endParaRPr lang="en-US"/>
        </a:p>
      </dgm:t>
    </dgm:pt>
    <dgm:pt modelId="{C8A13448-D018-4EA1-B997-5A96ADC9076D}">
      <dgm:prSet/>
      <dgm:spPr/>
      <dgm:t>
        <a:bodyPr/>
        <a:lstStyle/>
        <a:p>
          <a:r>
            <a:rPr lang="en-US" dirty="0"/>
            <a:t>can be compared</a:t>
          </a:r>
        </a:p>
      </dgm:t>
    </dgm:pt>
    <dgm:pt modelId="{8967B28A-A1D4-4B85-BB05-5C62BCCC1AEA}" type="parTrans" cxnId="{09CD19A7-0BF9-43B2-976B-F29B3D71B16D}">
      <dgm:prSet/>
      <dgm:spPr/>
      <dgm:t>
        <a:bodyPr/>
        <a:lstStyle/>
        <a:p>
          <a:endParaRPr lang="en-US"/>
        </a:p>
      </dgm:t>
    </dgm:pt>
    <dgm:pt modelId="{07485A1B-AE17-49F2-8AA7-8F2B604FB3AB}" type="sibTrans" cxnId="{09CD19A7-0BF9-43B2-976B-F29B3D71B16D}">
      <dgm:prSet/>
      <dgm:spPr/>
      <dgm:t>
        <a:bodyPr/>
        <a:lstStyle/>
        <a:p>
          <a:endParaRPr lang="en-US"/>
        </a:p>
      </dgm:t>
    </dgm:pt>
    <dgm:pt modelId="{BD0D20E4-3B5C-4E45-B6E2-3AEE270C48F4}">
      <dgm:prSet/>
      <dgm:spPr/>
      <dgm:t>
        <a:bodyPr/>
        <a:lstStyle/>
        <a:p>
          <a:r>
            <a:rPr lang="en-US" dirty="0"/>
            <a:t>us</a:t>
          </a:r>
          <a:r>
            <a:rPr lang="tr-TR" dirty="0"/>
            <a:t>e</a:t>
          </a:r>
          <a:r>
            <a:rPr lang="en-US" dirty="0"/>
            <a:t> comparison</a:t>
          </a:r>
          <a:r>
            <a:rPr lang="tr-TR" dirty="0"/>
            <a:t> </a:t>
          </a:r>
          <a:r>
            <a:rPr lang="en-US" dirty="0"/>
            <a:t>operators</a:t>
          </a:r>
        </a:p>
      </dgm:t>
    </dgm:pt>
    <dgm:pt modelId="{F50B299F-8DD7-4AD0-81FB-04F835FC6697}" type="parTrans" cxnId="{1CCBAD44-16B5-4566-AE15-4E89F9F17827}">
      <dgm:prSet/>
      <dgm:spPr/>
      <dgm:t>
        <a:bodyPr/>
        <a:lstStyle/>
        <a:p>
          <a:endParaRPr lang="en-US"/>
        </a:p>
      </dgm:t>
    </dgm:pt>
    <dgm:pt modelId="{E2AAAE13-DD35-4C77-871A-85F18771126B}" type="sibTrans" cxnId="{1CCBAD44-16B5-4566-AE15-4E89F9F17827}">
      <dgm:prSet/>
      <dgm:spPr/>
      <dgm:t>
        <a:bodyPr/>
        <a:lstStyle/>
        <a:p>
          <a:endParaRPr lang="en-US"/>
        </a:p>
      </dgm:t>
    </dgm:pt>
    <dgm:pt modelId="{A8C4263E-7524-4CCD-BA80-B9D22735B50C}">
      <dgm:prSet/>
      <dgm:spPr/>
      <dgm:t>
        <a:bodyPr/>
        <a:lstStyle/>
        <a:p>
          <a:r>
            <a:rPr lang="en-US" dirty="0"/>
            <a:t>to find out which one</a:t>
          </a:r>
        </a:p>
      </dgm:t>
    </dgm:pt>
    <dgm:pt modelId="{0D799069-BFFC-4684-A0D0-88AE039618BE}" type="parTrans" cxnId="{C56AA1C6-AA6C-48E6-8F18-B4EFF47BE055}">
      <dgm:prSet/>
      <dgm:spPr/>
      <dgm:t>
        <a:bodyPr/>
        <a:lstStyle/>
        <a:p>
          <a:endParaRPr lang="en-US"/>
        </a:p>
      </dgm:t>
    </dgm:pt>
    <dgm:pt modelId="{70362CF1-FE1A-45E2-94C9-8BD4FF61A8B7}" type="sibTrans" cxnId="{C56AA1C6-AA6C-48E6-8F18-B4EFF47BE055}">
      <dgm:prSet/>
      <dgm:spPr/>
      <dgm:t>
        <a:bodyPr/>
        <a:lstStyle/>
        <a:p>
          <a:endParaRPr lang="en-US"/>
        </a:p>
      </dgm:t>
    </dgm:pt>
    <dgm:pt modelId="{4BFFD955-33FB-499A-A758-4AF55BDC44D2}">
      <dgm:prSet/>
      <dgm:spPr/>
      <dgm:t>
        <a:bodyPr/>
        <a:lstStyle/>
        <a:p>
          <a:r>
            <a:rPr lang="en-US"/>
            <a:t>The later datetime</a:t>
          </a:r>
          <a:r>
            <a:rPr lang="tr-TR"/>
            <a:t> </a:t>
          </a:r>
          <a:r>
            <a:rPr lang="en-US"/>
            <a:t>object</a:t>
          </a:r>
        </a:p>
      </dgm:t>
    </dgm:pt>
    <dgm:pt modelId="{E9CC57AE-852E-4EF2-BA27-C7E50C3A76B7}" type="parTrans" cxnId="{F5856ACE-E012-45FE-8423-B07772982727}">
      <dgm:prSet/>
      <dgm:spPr/>
      <dgm:t>
        <a:bodyPr/>
        <a:lstStyle/>
        <a:p>
          <a:endParaRPr lang="en-US"/>
        </a:p>
      </dgm:t>
    </dgm:pt>
    <dgm:pt modelId="{0EA1280A-06AD-45F7-BF37-1107ACA0B02D}" type="sibTrans" cxnId="{F5856ACE-E012-45FE-8423-B07772982727}">
      <dgm:prSet/>
      <dgm:spPr/>
      <dgm:t>
        <a:bodyPr/>
        <a:lstStyle/>
        <a:p>
          <a:endParaRPr lang="en-US"/>
        </a:p>
      </dgm:t>
    </dgm:pt>
    <dgm:pt modelId="{75D56B34-3D2F-4EF5-B439-8DFA98E443DC}">
      <dgm:prSet/>
      <dgm:spPr/>
      <dgm:t>
        <a:bodyPr/>
        <a:lstStyle/>
        <a:p>
          <a:r>
            <a:rPr lang="en-US"/>
            <a:t>is the “greater” value.</a:t>
          </a:r>
        </a:p>
      </dgm:t>
    </dgm:pt>
    <dgm:pt modelId="{1BC0C649-E35D-4A50-A88A-C972BABC759C}" type="parTrans" cxnId="{AEABA426-A135-4338-908A-C54A6E8E4E2B}">
      <dgm:prSet/>
      <dgm:spPr/>
      <dgm:t>
        <a:bodyPr/>
        <a:lstStyle/>
        <a:p>
          <a:endParaRPr lang="en-US"/>
        </a:p>
      </dgm:t>
    </dgm:pt>
    <dgm:pt modelId="{C2C59023-D6B8-4AA3-ABF8-63557A6ABB3E}" type="sibTrans" cxnId="{AEABA426-A135-4338-908A-C54A6E8E4E2B}">
      <dgm:prSet/>
      <dgm:spPr/>
      <dgm:t>
        <a:bodyPr/>
        <a:lstStyle/>
        <a:p>
          <a:endParaRPr lang="en-US"/>
        </a:p>
      </dgm:t>
    </dgm:pt>
    <dgm:pt modelId="{8626F2C7-9731-430B-A431-C888DF72B1BC}">
      <dgm:prSet/>
      <dgm:spPr/>
      <dgm:t>
        <a:bodyPr/>
        <a:lstStyle/>
        <a:p>
          <a:r>
            <a:rPr lang="en-US"/>
            <a:t>with each other </a:t>
          </a:r>
        </a:p>
      </dgm:t>
    </dgm:pt>
    <dgm:pt modelId="{08883B54-1604-4D80-9D36-644750154BB7}" type="parTrans" cxnId="{574F23F9-D81D-4CAE-B8DE-54E9C5968768}">
      <dgm:prSet/>
      <dgm:spPr/>
      <dgm:t>
        <a:bodyPr/>
        <a:lstStyle/>
        <a:p>
          <a:endParaRPr lang="en-US"/>
        </a:p>
      </dgm:t>
    </dgm:pt>
    <dgm:pt modelId="{9D681D53-6D3C-4663-B057-096ED9BA3579}" type="sibTrans" cxnId="{574F23F9-D81D-4CAE-B8DE-54E9C5968768}">
      <dgm:prSet/>
      <dgm:spPr/>
      <dgm:t>
        <a:bodyPr/>
        <a:lstStyle/>
        <a:p>
          <a:endParaRPr lang="en-US"/>
        </a:p>
      </dgm:t>
    </dgm:pt>
    <dgm:pt modelId="{15286436-4925-4507-93DF-31D8F4D5665B}">
      <dgm:prSet/>
      <dgm:spPr/>
      <dgm:t>
        <a:bodyPr/>
        <a:lstStyle/>
        <a:p>
          <a:r>
            <a:rPr lang="en-US" dirty="0"/>
            <a:t>precedes the other</a:t>
          </a:r>
        </a:p>
      </dgm:t>
    </dgm:pt>
    <dgm:pt modelId="{88CE247F-F1D0-430B-852E-FC9C49F04AFF}" type="parTrans" cxnId="{43DA2AC2-FD49-4792-B4A9-FAF4389B7758}">
      <dgm:prSet/>
      <dgm:spPr/>
      <dgm:t>
        <a:bodyPr/>
        <a:lstStyle/>
        <a:p>
          <a:endParaRPr lang="en-US"/>
        </a:p>
      </dgm:t>
    </dgm:pt>
    <dgm:pt modelId="{BB6C9930-D076-4F19-A856-5CD181B1F20D}" type="sibTrans" cxnId="{43DA2AC2-FD49-4792-B4A9-FAF4389B7758}">
      <dgm:prSet/>
      <dgm:spPr/>
      <dgm:t>
        <a:bodyPr/>
        <a:lstStyle/>
        <a:p>
          <a:endParaRPr lang="en-US"/>
        </a:p>
      </dgm:t>
    </dgm:pt>
    <dgm:pt modelId="{DF76C89C-2DEC-4060-A537-9AE79B1AA142}" type="pres">
      <dgm:prSet presAssocID="{59C9F2D2-2E38-43B3-B87B-F17CBDF90DFF}" presName="Name0" presStyleCnt="0">
        <dgm:presLayoutVars>
          <dgm:dir/>
          <dgm:animLvl val="lvl"/>
          <dgm:resizeHandles val="exact"/>
        </dgm:presLayoutVars>
      </dgm:prSet>
      <dgm:spPr/>
    </dgm:pt>
    <dgm:pt modelId="{FAC3ACB1-A9B9-4F2A-A086-25F119A4816B}" type="pres">
      <dgm:prSet presAssocID="{78B7F8A9-6EE5-4A06-8055-1B13E0738EAE}" presName="composite" presStyleCnt="0"/>
      <dgm:spPr/>
    </dgm:pt>
    <dgm:pt modelId="{D771EF02-74AE-4EF8-98CF-75569F11102B}" type="pres">
      <dgm:prSet presAssocID="{78B7F8A9-6EE5-4A06-8055-1B13E0738EA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3F8CA6B-1D3D-4775-BFA1-FD04A244E3AF}" type="pres">
      <dgm:prSet presAssocID="{78B7F8A9-6EE5-4A06-8055-1B13E0738EAE}" presName="desTx" presStyleLbl="alignAccFollowNode1" presStyleIdx="0" presStyleCnt="3">
        <dgm:presLayoutVars>
          <dgm:bulletEnabled val="1"/>
        </dgm:presLayoutVars>
      </dgm:prSet>
      <dgm:spPr/>
    </dgm:pt>
    <dgm:pt modelId="{D48BCCE9-8546-4A63-90A8-77A7675D5BDC}" type="pres">
      <dgm:prSet presAssocID="{C51DAA26-FAA0-4296-A8A0-E7F171B08AA8}" presName="space" presStyleCnt="0"/>
      <dgm:spPr/>
    </dgm:pt>
    <dgm:pt modelId="{AB2889ED-3C0A-4CDD-9F24-7380CEB070FB}" type="pres">
      <dgm:prSet presAssocID="{BD0D20E4-3B5C-4E45-B6E2-3AEE270C48F4}" presName="composite" presStyleCnt="0"/>
      <dgm:spPr/>
    </dgm:pt>
    <dgm:pt modelId="{A95FBF6B-CF7D-4B7C-8E6F-0E4EFB4E894C}" type="pres">
      <dgm:prSet presAssocID="{BD0D20E4-3B5C-4E45-B6E2-3AEE270C48F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C7EB1D5-06A5-4C18-9A3E-2434C2856648}" type="pres">
      <dgm:prSet presAssocID="{BD0D20E4-3B5C-4E45-B6E2-3AEE270C48F4}" presName="desTx" presStyleLbl="alignAccFollowNode1" presStyleIdx="1" presStyleCnt="3">
        <dgm:presLayoutVars>
          <dgm:bulletEnabled val="1"/>
        </dgm:presLayoutVars>
      </dgm:prSet>
      <dgm:spPr/>
    </dgm:pt>
    <dgm:pt modelId="{11D01FD1-BDD5-470D-A9FE-16953D393D21}" type="pres">
      <dgm:prSet presAssocID="{E2AAAE13-DD35-4C77-871A-85F18771126B}" presName="space" presStyleCnt="0"/>
      <dgm:spPr/>
    </dgm:pt>
    <dgm:pt modelId="{E0814108-7DD1-415A-A462-DDC8135A599A}" type="pres">
      <dgm:prSet presAssocID="{4BFFD955-33FB-499A-A758-4AF55BDC44D2}" presName="composite" presStyleCnt="0"/>
      <dgm:spPr/>
    </dgm:pt>
    <dgm:pt modelId="{7F79C9F7-F3F1-452F-990A-C19003E3FCC0}" type="pres">
      <dgm:prSet presAssocID="{4BFFD955-33FB-499A-A758-4AF55BDC44D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7021C9F-BEEE-4179-9C2D-01915F44DF9E}" type="pres">
      <dgm:prSet presAssocID="{4BFFD955-33FB-499A-A758-4AF55BDC44D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B39DF12-24B6-4516-B6AE-B17540F52EB6}" type="presOf" srcId="{15286436-4925-4507-93DF-31D8F4D5665B}" destId="{3C7EB1D5-06A5-4C18-9A3E-2434C2856648}" srcOrd="0" destOrd="1" presId="urn:microsoft.com/office/officeart/2005/8/layout/hList1"/>
    <dgm:cxn modelId="{AEABA426-A135-4338-908A-C54A6E8E4E2B}" srcId="{4BFFD955-33FB-499A-A758-4AF55BDC44D2}" destId="{75D56B34-3D2F-4EF5-B439-8DFA98E443DC}" srcOrd="0" destOrd="0" parTransId="{1BC0C649-E35D-4A50-A88A-C972BABC759C}" sibTransId="{C2C59023-D6B8-4AA3-ABF8-63557A6ABB3E}"/>
    <dgm:cxn modelId="{1CCBAD44-16B5-4566-AE15-4E89F9F17827}" srcId="{59C9F2D2-2E38-43B3-B87B-F17CBDF90DFF}" destId="{BD0D20E4-3B5C-4E45-B6E2-3AEE270C48F4}" srcOrd="1" destOrd="0" parTransId="{F50B299F-8DD7-4AD0-81FB-04F835FC6697}" sibTransId="{E2AAAE13-DD35-4C77-871A-85F18771126B}"/>
    <dgm:cxn modelId="{56EE4A65-0FBF-4A21-A59E-CA4A6AADEFA1}" type="presOf" srcId="{C8A13448-D018-4EA1-B997-5A96ADC9076D}" destId="{53F8CA6B-1D3D-4775-BFA1-FD04A244E3AF}" srcOrd="0" destOrd="0" presId="urn:microsoft.com/office/officeart/2005/8/layout/hList1"/>
    <dgm:cxn modelId="{7E362D48-6238-4BF4-AC2B-2C8FD37359AA}" srcId="{59C9F2D2-2E38-43B3-B87B-F17CBDF90DFF}" destId="{78B7F8A9-6EE5-4A06-8055-1B13E0738EAE}" srcOrd="0" destOrd="0" parTransId="{854F59B5-5AD4-4AFB-8319-A16EE6EC9D4B}" sibTransId="{C51DAA26-FAA0-4296-A8A0-E7F171B08AA8}"/>
    <dgm:cxn modelId="{790BC64E-865E-437B-8746-EACEBB0EB403}" type="presOf" srcId="{A8C4263E-7524-4CCD-BA80-B9D22735B50C}" destId="{3C7EB1D5-06A5-4C18-9A3E-2434C2856648}" srcOrd="0" destOrd="0" presId="urn:microsoft.com/office/officeart/2005/8/layout/hList1"/>
    <dgm:cxn modelId="{09CD19A7-0BF9-43B2-976B-F29B3D71B16D}" srcId="{78B7F8A9-6EE5-4A06-8055-1B13E0738EAE}" destId="{C8A13448-D018-4EA1-B997-5A96ADC9076D}" srcOrd="0" destOrd="0" parTransId="{8967B28A-A1D4-4B85-BB05-5C62BCCC1AEA}" sibTransId="{07485A1B-AE17-49F2-8AA7-8F2B604FB3AB}"/>
    <dgm:cxn modelId="{1F8A7EB9-4C77-43D8-8FCB-048D9F1DBCAE}" type="presOf" srcId="{BD0D20E4-3B5C-4E45-B6E2-3AEE270C48F4}" destId="{A95FBF6B-CF7D-4B7C-8E6F-0E4EFB4E894C}" srcOrd="0" destOrd="0" presId="urn:microsoft.com/office/officeart/2005/8/layout/hList1"/>
    <dgm:cxn modelId="{43DA2AC2-FD49-4792-B4A9-FAF4389B7758}" srcId="{BD0D20E4-3B5C-4E45-B6E2-3AEE270C48F4}" destId="{15286436-4925-4507-93DF-31D8F4D5665B}" srcOrd="1" destOrd="0" parTransId="{88CE247F-F1D0-430B-852E-FC9C49F04AFF}" sibTransId="{BB6C9930-D076-4F19-A856-5CD181B1F20D}"/>
    <dgm:cxn modelId="{C56AA1C6-AA6C-48E6-8F18-B4EFF47BE055}" srcId="{BD0D20E4-3B5C-4E45-B6E2-3AEE270C48F4}" destId="{A8C4263E-7524-4CCD-BA80-B9D22735B50C}" srcOrd="0" destOrd="0" parTransId="{0D799069-BFFC-4684-A0D0-88AE039618BE}" sibTransId="{70362CF1-FE1A-45E2-94C9-8BD4FF61A8B7}"/>
    <dgm:cxn modelId="{B78169C8-E1BB-47B1-8409-53459BD6E1B5}" type="presOf" srcId="{75D56B34-3D2F-4EF5-B439-8DFA98E443DC}" destId="{47021C9F-BEEE-4179-9C2D-01915F44DF9E}" srcOrd="0" destOrd="0" presId="urn:microsoft.com/office/officeart/2005/8/layout/hList1"/>
    <dgm:cxn modelId="{F5856ACE-E012-45FE-8423-B07772982727}" srcId="{59C9F2D2-2E38-43B3-B87B-F17CBDF90DFF}" destId="{4BFFD955-33FB-499A-A758-4AF55BDC44D2}" srcOrd="2" destOrd="0" parTransId="{E9CC57AE-852E-4EF2-BA27-C7E50C3A76B7}" sibTransId="{0EA1280A-06AD-45F7-BF37-1107ACA0B02D}"/>
    <dgm:cxn modelId="{61D615D4-DB59-458C-A783-609D7AA1A988}" type="presOf" srcId="{78B7F8A9-6EE5-4A06-8055-1B13E0738EAE}" destId="{D771EF02-74AE-4EF8-98CF-75569F11102B}" srcOrd="0" destOrd="0" presId="urn:microsoft.com/office/officeart/2005/8/layout/hList1"/>
    <dgm:cxn modelId="{E9E1FEE2-E041-4BC3-B209-44F78363DE19}" type="presOf" srcId="{8626F2C7-9731-430B-A431-C888DF72B1BC}" destId="{53F8CA6B-1D3D-4775-BFA1-FD04A244E3AF}" srcOrd="0" destOrd="1" presId="urn:microsoft.com/office/officeart/2005/8/layout/hList1"/>
    <dgm:cxn modelId="{0E0C14F0-36A3-492A-82C9-A93A090D871E}" type="presOf" srcId="{4BFFD955-33FB-499A-A758-4AF55BDC44D2}" destId="{7F79C9F7-F3F1-452F-990A-C19003E3FCC0}" srcOrd="0" destOrd="0" presId="urn:microsoft.com/office/officeart/2005/8/layout/hList1"/>
    <dgm:cxn modelId="{C98FB6F6-49EA-47DD-98C7-E3024B23AEAF}" type="presOf" srcId="{59C9F2D2-2E38-43B3-B87B-F17CBDF90DFF}" destId="{DF76C89C-2DEC-4060-A537-9AE79B1AA142}" srcOrd="0" destOrd="0" presId="urn:microsoft.com/office/officeart/2005/8/layout/hList1"/>
    <dgm:cxn modelId="{574F23F9-D81D-4CAE-B8DE-54E9C5968768}" srcId="{78B7F8A9-6EE5-4A06-8055-1B13E0738EAE}" destId="{8626F2C7-9731-430B-A431-C888DF72B1BC}" srcOrd="1" destOrd="0" parTransId="{08883B54-1604-4D80-9D36-644750154BB7}" sibTransId="{9D681D53-6D3C-4663-B057-096ED9BA3579}"/>
    <dgm:cxn modelId="{0FB450DB-FF04-48C6-B56D-6DA6F0173E9B}" type="presParOf" srcId="{DF76C89C-2DEC-4060-A537-9AE79B1AA142}" destId="{FAC3ACB1-A9B9-4F2A-A086-25F119A4816B}" srcOrd="0" destOrd="0" presId="urn:microsoft.com/office/officeart/2005/8/layout/hList1"/>
    <dgm:cxn modelId="{FBB9E227-FCA7-45E6-8F93-D93A8210A18E}" type="presParOf" srcId="{FAC3ACB1-A9B9-4F2A-A086-25F119A4816B}" destId="{D771EF02-74AE-4EF8-98CF-75569F11102B}" srcOrd="0" destOrd="0" presId="urn:microsoft.com/office/officeart/2005/8/layout/hList1"/>
    <dgm:cxn modelId="{44F63FE9-7F70-4A93-9592-A6C7E00AE580}" type="presParOf" srcId="{FAC3ACB1-A9B9-4F2A-A086-25F119A4816B}" destId="{53F8CA6B-1D3D-4775-BFA1-FD04A244E3AF}" srcOrd="1" destOrd="0" presId="urn:microsoft.com/office/officeart/2005/8/layout/hList1"/>
    <dgm:cxn modelId="{16138FA4-6BEA-4C08-9643-6002DB0EEEB7}" type="presParOf" srcId="{DF76C89C-2DEC-4060-A537-9AE79B1AA142}" destId="{D48BCCE9-8546-4A63-90A8-77A7675D5BDC}" srcOrd="1" destOrd="0" presId="urn:microsoft.com/office/officeart/2005/8/layout/hList1"/>
    <dgm:cxn modelId="{5D06207F-042F-4101-BAEB-22279D29AD34}" type="presParOf" srcId="{DF76C89C-2DEC-4060-A537-9AE79B1AA142}" destId="{AB2889ED-3C0A-4CDD-9F24-7380CEB070FB}" srcOrd="2" destOrd="0" presId="urn:microsoft.com/office/officeart/2005/8/layout/hList1"/>
    <dgm:cxn modelId="{75481EB2-CA16-457A-AE8E-FD6719FA0216}" type="presParOf" srcId="{AB2889ED-3C0A-4CDD-9F24-7380CEB070FB}" destId="{A95FBF6B-CF7D-4B7C-8E6F-0E4EFB4E894C}" srcOrd="0" destOrd="0" presId="urn:microsoft.com/office/officeart/2005/8/layout/hList1"/>
    <dgm:cxn modelId="{3B3BE8B7-B6E7-418C-9559-0E6C3B3F1ED5}" type="presParOf" srcId="{AB2889ED-3C0A-4CDD-9F24-7380CEB070FB}" destId="{3C7EB1D5-06A5-4C18-9A3E-2434C2856648}" srcOrd="1" destOrd="0" presId="urn:microsoft.com/office/officeart/2005/8/layout/hList1"/>
    <dgm:cxn modelId="{0A2B357B-2B0C-491A-AA6A-6FFA1380E9E6}" type="presParOf" srcId="{DF76C89C-2DEC-4060-A537-9AE79B1AA142}" destId="{11D01FD1-BDD5-470D-A9FE-16953D393D21}" srcOrd="3" destOrd="0" presId="urn:microsoft.com/office/officeart/2005/8/layout/hList1"/>
    <dgm:cxn modelId="{8E137FBB-9DF8-424E-8162-49FA44A860BF}" type="presParOf" srcId="{DF76C89C-2DEC-4060-A537-9AE79B1AA142}" destId="{E0814108-7DD1-415A-A462-DDC8135A599A}" srcOrd="4" destOrd="0" presId="urn:microsoft.com/office/officeart/2005/8/layout/hList1"/>
    <dgm:cxn modelId="{A663DFA5-8364-4B9D-AA40-46A035BE8BEB}" type="presParOf" srcId="{E0814108-7DD1-415A-A462-DDC8135A599A}" destId="{7F79C9F7-F3F1-452F-990A-C19003E3FCC0}" srcOrd="0" destOrd="0" presId="urn:microsoft.com/office/officeart/2005/8/layout/hList1"/>
    <dgm:cxn modelId="{24C4BBEB-7A25-4E23-BD3A-84853E430793}" type="presParOf" srcId="{E0814108-7DD1-415A-A462-DDC8135A599A}" destId="{47021C9F-BEEE-4179-9C2D-01915F44DF9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9EA9374-1C84-4F6D-B230-F3701475D698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E3C77ED-4A60-486F-8F52-6E812579D6F9}">
      <dgm:prSet/>
      <dgm:spPr/>
      <dgm:t>
        <a:bodyPr/>
        <a:lstStyle/>
        <a:p>
          <a:r>
            <a:rPr lang="en-US"/>
            <a:t>The datetime module</a:t>
          </a:r>
        </a:p>
      </dgm:t>
    </dgm:pt>
    <dgm:pt modelId="{8CA48037-17E2-4FC6-856B-721041649ED1}" type="parTrans" cxnId="{1A164133-B9DF-4457-9970-7FBB93FB6960}">
      <dgm:prSet/>
      <dgm:spPr/>
      <dgm:t>
        <a:bodyPr/>
        <a:lstStyle/>
        <a:p>
          <a:endParaRPr lang="en-US"/>
        </a:p>
      </dgm:t>
    </dgm:pt>
    <dgm:pt modelId="{21192D1F-3563-416A-953A-A9F436B5FFF3}" type="sibTrans" cxnId="{1A164133-B9DF-4457-9970-7FBB93FB6960}">
      <dgm:prSet/>
      <dgm:spPr/>
      <dgm:t>
        <a:bodyPr/>
        <a:lstStyle/>
        <a:p>
          <a:endParaRPr lang="en-US"/>
        </a:p>
      </dgm:t>
    </dgm:pt>
    <dgm:pt modelId="{C3A33767-6393-4E31-9203-1B3602FABAB7}">
      <dgm:prSet/>
      <dgm:spPr/>
      <dgm:t>
        <a:bodyPr/>
        <a:lstStyle/>
        <a:p>
          <a:r>
            <a:rPr lang="en-US" dirty="0"/>
            <a:t>also provides a </a:t>
          </a:r>
          <a:r>
            <a:rPr lang="en-US" dirty="0" err="1"/>
            <a:t>timedelta</a:t>
          </a:r>
          <a:r>
            <a:rPr lang="en-US" dirty="0"/>
            <a:t> data type</a:t>
          </a:r>
        </a:p>
      </dgm:t>
    </dgm:pt>
    <dgm:pt modelId="{0D3ED608-77C6-48C3-BD24-D82944F38470}" type="parTrans" cxnId="{12C798EA-4AAD-46D7-AF7F-E10E61C8DEE2}">
      <dgm:prSet/>
      <dgm:spPr/>
      <dgm:t>
        <a:bodyPr/>
        <a:lstStyle/>
        <a:p>
          <a:endParaRPr lang="en-US"/>
        </a:p>
      </dgm:t>
    </dgm:pt>
    <dgm:pt modelId="{B97914A6-6348-4331-9392-760B59DBE00D}" type="sibTrans" cxnId="{12C798EA-4AAD-46D7-AF7F-E10E61C8DEE2}">
      <dgm:prSet/>
      <dgm:spPr/>
      <dgm:t>
        <a:bodyPr/>
        <a:lstStyle/>
        <a:p>
          <a:endParaRPr lang="en-US"/>
        </a:p>
      </dgm:t>
    </dgm:pt>
    <dgm:pt modelId="{A16A4906-D933-4425-8AF8-9AEC15C27A2A}">
      <dgm:prSet/>
      <dgm:spPr/>
      <dgm:t>
        <a:bodyPr/>
        <a:lstStyle/>
        <a:p>
          <a:r>
            <a:rPr lang="tr-TR" dirty="0" err="1"/>
            <a:t>to</a:t>
          </a:r>
          <a:r>
            <a:rPr lang="tr-TR" dirty="0"/>
            <a:t> </a:t>
          </a:r>
          <a:r>
            <a:rPr lang="en-US" dirty="0"/>
            <a:t>represent a</a:t>
          </a:r>
          <a:r>
            <a:rPr lang="tr-TR" dirty="0"/>
            <a:t> </a:t>
          </a:r>
          <a:r>
            <a:rPr lang="en-US" dirty="0"/>
            <a:t>duration of time</a:t>
          </a:r>
        </a:p>
      </dgm:t>
    </dgm:pt>
    <dgm:pt modelId="{4596699D-75F2-4AF0-9721-1B77C9526360}" type="parTrans" cxnId="{0A224A13-485F-4F2F-83F1-F7181A045A9A}">
      <dgm:prSet/>
      <dgm:spPr/>
      <dgm:t>
        <a:bodyPr/>
        <a:lstStyle/>
        <a:p>
          <a:endParaRPr lang="en-US"/>
        </a:p>
      </dgm:t>
    </dgm:pt>
    <dgm:pt modelId="{29D0C7B2-36EC-44A1-8BA5-E0022DCC164F}" type="sibTrans" cxnId="{0A224A13-485F-4F2F-83F1-F7181A045A9A}">
      <dgm:prSet/>
      <dgm:spPr/>
      <dgm:t>
        <a:bodyPr/>
        <a:lstStyle/>
        <a:p>
          <a:endParaRPr lang="en-US"/>
        </a:p>
      </dgm:t>
    </dgm:pt>
    <dgm:pt modelId="{205FC7CA-2671-4782-A937-63E861A5CCEF}">
      <dgm:prSet/>
      <dgm:spPr/>
      <dgm:t>
        <a:bodyPr/>
        <a:lstStyle/>
        <a:p>
          <a:r>
            <a:rPr lang="tr-TR" dirty="0"/>
            <a:t>Object </a:t>
          </a:r>
          <a:r>
            <a:rPr lang="tr-TR" dirty="0" err="1"/>
            <a:t>creation</a:t>
          </a:r>
          <a:endParaRPr lang="en-US" dirty="0"/>
        </a:p>
      </dgm:t>
    </dgm:pt>
    <dgm:pt modelId="{73B30CA0-B49A-4C37-A2D5-9A5B138D57E6}" type="parTrans" cxnId="{0A6286AE-AE6D-4C63-A72C-A0B53184C719}">
      <dgm:prSet/>
      <dgm:spPr/>
      <dgm:t>
        <a:bodyPr/>
        <a:lstStyle/>
        <a:p>
          <a:endParaRPr lang="en-US"/>
        </a:p>
      </dgm:t>
    </dgm:pt>
    <dgm:pt modelId="{B66600D7-3428-4A4D-8F9F-7E1C60B2D1A5}" type="sibTrans" cxnId="{0A6286AE-AE6D-4C63-A72C-A0B53184C719}">
      <dgm:prSet/>
      <dgm:spPr/>
      <dgm:t>
        <a:bodyPr/>
        <a:lstStyle/>
        <a:p>
          <a:endParaRPr lang="en-US"/>
        </a:p>
      </dgm:t>
    </dgm:pt>
    <dgm:pt modelId="{B3A7B559-0D6A-48AB-823A-2DF82B73850A}">
      <dgm:prSet/>
      <dgm:spPr/>
      <dgm:t>
        <a:bodyPr/>
        <a:lstStyle/>
        <a:p>
          <a:r>
            <a:rPr lang="en-US" dirty="0"/>
            <a:t>we use the </a:t>
          </a:r>
          <a:r>
            <a:rPr lang="en-US" i="1" dirty="0" err="1"/>
            <a:t>datetime.timedelta</a:t>
          </a:r>
          <a:r>
            <a:rPr lang="en-US" i="1" dirty="0"/>
            <a:t>()</a:t>
          </a:r>
          <a:r>
            <a:rPr lang="en-US" dirty="0"/>
            <a:t> function</a:t>
          </a:r>
        </a:p>
      </dgm:t>
    </dgm:pt>
    <dgm:pt modelId="{1707EE24-00B5-48AD-B088-E882E3B06D14}" type="parTrans" cxnId="{CC2DCFA1-61A7-4B69-ABC6-6DF1DB4B3B57}">
      <dgm:prSet/>
      <dgm:spPr/>
      <dgm:t>
        <a:bodyPr/>
        <a:lstStyle/>
        <a:p>
          <a:endParaRPr lang="en-US"/>
        </a:p>
      </dgm:t>
    </dgm:pt>
    <dgm:pt modelId="{36CBAD5B-3B3D-4BD6-A2EA-F80FA4487371}" type="sibTrans" cxnId="{CC2DCFA1-61A7-4B69-ABC6-6DF1DB4B3B57}">
      <dgm:prSet/>
      <dgm:spPr/>
      <dgm:t>
        <a:bodyPr/>
        <a:lstStyle/>
        <a:p>
          <a:endParaRPr lang="en-US"/>
        </a:p>
      </dgm:t>
    </dgm:pt>
    <dgm:pt modelId="{D6984714-E755-427B-95E9-9394C464A32E}">
      <dgm:prSet/>
      <dgm:spPr/>
      <dgm:t>
        <a:bodyPr/>
        <a:lstStyle/>
        <a:p>
          <a:r>
            <a:rPr lang="en-US"/>
            <a:t>function takes keyword arguments</a:t>
          </a:r>
        </a:p>
      </dgm:t>
    </dgm:pt>
    <dgm:pt modelId="{E06847DE-55B7-4E6B-8235-9EF54E025B10}" type="parTrans" cxnId="{ABCA4969-AF3D-4BA1-A2DE-401351AB6F89}">
      <dgm:prSet/>
      <dgm:spPr/>
      <dgm:t>
        <a:bodyPr/>
        <a:lstStyle/>
        <a:p>
          <a:endParaRPr lang="en-US"/>
        </a:p>
      </dgm:t>
    </dgm:pt>
    <dgm:pt modelId="{439F8D86-46D9-4917-B260-151EDEA574EA}" type="sibTrans" cxnId="{ABCA4969-AF3D-4BA1-A2DE-401351AB6F89}">
      <dgm:prSet/>
      <dgm:spPr/>
      <dgm:t>
        <a:bodyPr/>
        <a:lstStyle/>
        <a:p>
          <a:endParaRPr lang="en-US"/>
        </a:p>
      </dgm:t>
    </dgm:pt>
    <dgm:pt modelId="{71FD798D-D8FB-4138-84E5-3148EEAEE3C7}">
      <dgm:prSet/>
      <dgm:spPr/>
      <dgm:t>
        <a:bodyPr/>
        <a:lstStyle/>
        <a:p>
          <a:r>
            <a:rPr lang="en-US"/>
            <a:t>Weeks</a:t>
          </a:r>
        </a:p>
      </dgm:t>
    </dgm:pt>
    <dgm:pt modelId="{1FC6E6C6-8060-484D-9485-C7BA5BEB0048}" type="parTrans" cxnId="{718F40A1-56FD-476A-8270-B86C4C9F6B35}">
      <dgm:prSet/>
      <dgm:spPr/>
      <dgm:t>
        <a:bodyPr/>
        <a:lstStyle/>
        <a:p>
          <a:endParaRPr lang="en-US"/>
        </a:p>
      </dgm:t>
    </dgm:pt>
    <dgm:pt modelId="{771839BB-B4F5-4C18-9B30-3329E2E9DE10}" type="sibTrans" cxnId="{718F40A1-56FD-476A-8270-B86C4C9F6B35}">
      <dgm:prSet/>
      <dgm:spPr/>
      <dgm:t>
        <a:bodyPr/>
        <a:lstStyle/>
        <a:p>
          <a:endParaRPr lang="en-US"/>
        </a:p>
      </dgm:t>
    </dgm:pt>
    <dgm:pt modelId="{E685C076-F4D6-4683-B9F2-DBB6915F03D3}">
      <dgm:prSet/>
      <dgm:spPr/>
      <dgm:t>
        <a:bodyPr/>
        <a:lstStyle/>
        <a:p>
          <a:r>
            <a:rPr lang="en-US"/>
            <a:t>Days</a:t>
          </a:r>
        </a:p>
      </dgm:t>
    </dgm:pt>
    <dgm:pt modelId="{88DEE785-21AE-44F8-B555-18455004729E}" type="parTrans" cxnId="{66A4CC16-09F3-450A-BF2F-F2B3E0169109}">
      <dgm:prSet/>
      <dgm:spPr/>
      <dgm:t>
        <a:bodyPr/>
        <a:lstStyle/>
        <a:p>
          <a:endParaRPr lang="en-US"/>
        </a:p>
      </dgm:t>
    </dgm:pt>
    <dgm:pt modelId="{AE321CB2-282D-40FE-AC51-9BA4E4E8E5EB}" type="sibTrans" cxnId="{66A4CC16-09F3-450A-BF2F-F2B3E0169109}">
      <dgm:prSet/>
      <dgm:spPr/>
      <dgm:t>
        <a:bodyPr/>
        <a:lstStyle/>
        <a:p>
          <a:endParaRPr lang="en-US"/>
        </a:p>
      </dgm:t>
    </dgm:pt>
    <dgm:pt modelId="{8D7F424E-1630-430B-998F-9210C9227983}">
      <dgm:prSet/>
      <dgm:spPr/>
      <dgm:t>
        <a:bodyPr/>
        <a:lstStyle/>
        <a:p>
          <a:r>
            <a:rPr lang="en-US"/>
            <a:t>Hours</a:t>
          </a:r>
        </a:p>
      </dgm:t>
    </dgm:pt>
    <dgm:pt modelId="{3D4774B2-494C-4E50-BB9F-95EC0C2F766D}" type="parTrans" cxnId="{EC0FA891-1740-4943-93F0-0D4D61FA7B9A}">
      <dgm:prSet/>
      <dgm:spPr/>
      <dgm:t>
        <a:bodyPr/>
        <a:lstStyle/>
        <a:p>
          <a:endParaRPr lang="en-US"/>
        </a:p>
      </dgm:t>
    </dgm:pt>
    <dgm:pt modelId="{CF615DF2-CD03-45AA-BB73-69CE7632E4C0}" type="sibTrans" cxnId="{EC0FA891-1740-4943-93F0-0D4D61FA7B9A}">
      <dgm:prSet/>
      <dgm:spPr/>
      <dgm:t>
        <a:bodyPr/>
        <a:lstStyle/>
        <a:p>
          <a:endParaRPr lang="en-US"/>
        </a:p>
      </dgm:t>
    </dgm:pt>
    <dgm:pt modelId="{8F857B10-70AD-4BB3-8160-27DBAC0BEB7E}">
      <dgm:prSet/>
      <dgm:spPr/>
      <dgm:t>
        <a:bodyPr/>
        <a:lstStyle/>
        <a:p>
          <a:r>
            <a:rPr lang="en-US"/>
            <a:t>Minutes</a:t>
          </a:r>
        </a:p>
      </dgm:t>
    </dgm:pt>
    <dgm:pt modelId="{E978BF34-D324-4409-A479-6E9C8465FD45}" type="parTrans" cxnId="{ED48174C-1B98-4F49-BAFE-7A45261714B2}">
      <dgm:prSet/>
      <dgm:spPr/>
      <dgm:t>
        <a:bodyPr/>
        <a:lstStyle/>
        <a:p>
          <a:endParaRPr lang="en-US"/>
        </a:p>
      </dgm:t>
    </dgm:pt>
    <dgm:pt modelId="{B821C643-D602-4FC5-BE23-7D42E5DD9D62}" type="sibTrans" cxnId="{ED48174C-1B98-4F49-BAFE-7A45261714B2}">
      <dgm:prSet/>
      <dgm:spPr/>
      <dgm:t>
        <a:bodyPr/>
        <a:lstStyle/>
        <a:p>
          <a:endParaRPr lang="en-US"/>
        </a:p>
      </dgm:t>
    </dgm:pt>
    <dgm:pt modelId="{23879DB8-BA4A-4702-975A-FB7354154C79}">
      <dgm:prSet/>
      <dgm:spPr/>
      <dgm:t>
        <a:bodyPr/>
        <a:lstStyle/>
        <a:p>
          <a:r>
            <a:rPr lang="en-US"/>
            <a:t>Seconds</a:t>
          </a:r>
        </a:p>
      </dgm:t>
    </dgm:pt>
    <dgm:pt modelId="{2A11ED2E-634C-44F9-B08C-2D889944173D}" type="parTrans" cxnId="{E236017B-92C6-4919-872A-53454C38B409}">
      <dgm:prSet/>
      <dgm:spPr/>
      <dgm:t>
        <a:bodyPr/>
        <a:lstStyle/>
        <a:p>
          <a:endParaRPr lang="en-US"/>
        </a:p>
      </dgm:t>
    </dgm:pt>
    <dgm:pt modelId="{B7CCC12A-6179-4162-81D1-B7F74673B37E}" type="sibTrans" cxnId="{E236017B-92C6-4919-872A-53454C38B409}">
      <dgm:prSet/>
      <dgm:spPr/>
      <dgm:t>
        <a:bodyPr/>
        <a:lstStyle/>
        <a:p>
          <a:endParaRPr lang="en-US"/>
        </a:p>
      </dgm:t>
    </dgm:pt>
    <dgm:pt modelId="{A9D40AEF-DF57-4DD9-8CD6-F67F382E58B0}">
      <dgm:prSet/>
      <dgm:spPr/>
      <dgm:t>
        <a:bodyPr/>
        <a:lstStyle/>
        <a:p>
          <a:r>
            <a:rPr lang="en-US"/>
            <a:t>Milliseconds</a:t>
          </a:r>
        </a:p>
      </dgm:t>
    </dgm:pt>
    <dgm:pt modelId="{398B4E37-920A-48A6-8B4D-24F9605E5683}" type="parTrans" cxnId="{980C1F6C-6888-4CCA-9929-BA65B9C6BD4C}">
      <dgm:prSet/>
      <dgm:spPr/>
      <dgm:t>
        <a:bodyPr/>
        <a:lstStyle/>
        <a:p>
          <a:endParaRPr lang="en-US"/>
        </a:p>
      </dgm:t>
    </dgm:pt>
    <dgm:pt modelId="{9342D304-404C-487E-A44F-45BECC9D5139}" type="sibTrans" cxnId="{980C1F6C-6888-4CCA-9929-BA65B9C6BD4C}">
      <dgm:prSet/>
      <dgm:spPr/>
      <dgm:t>
        <a:bodyPr/>
        <a:lstStyle/>
        <a:p>
          <a:endParaRPr lang="en-US"/>
        </a:p>
      </dgm:t>
    </dgm:pt>
    <dgm:pt modelId="{9746F153-420B-4963-AF2E-C17C3D855852}">
      <dgm:prSet/>
      <dgm:spPr/>
      <dgm:t>
        <a:bodyPr/>
        <a:lstStyle/>
        <a:p>
          <a:r>
            <a:rPr lang="en-US"/>
            <a:t>microseconds</a:t>
          </a:r>
        </a:p>
      </dgm:t>
    </dgm:pt>
    <dgm:pt modelId="{FFFB3E4A-E9F1-40E2-845D-A7D694CF297C}" type="parTrans" cxnId="{3A6F2907-F0EA-4C3B-AAF3-522DBC02C133}">
      <dgm:prSet/>
      <dgm:spPr/>
      <dgm:t>
        <a:bodyPr/>
        <a:lstStyle/>
        <a:p>
          <a:endParaRPr lang="en-US"/>
        </a:p>
      </dgm:t>
    </dgm:pt>
    <dgm:pt modelId="{953DEA2D-516E-430B-A01E-B055CA28B3F7}" type="sibTrans" cxnId="{3A6F2907-F0EA-4C3B-AAF3-522DBC02C133}">
      <dgm:prSet/>
      <dgm:spPr/>
      <dgm:t>
        <a:bodyPr/>
        <a:lstStyle/>
        <a:p>
          <a:endParaRPr lang="en-US"/>
        </a:p>
      </dgm:t>
    </dgm:pt>
    <dgm:pt modelId="{436FC90D-FDDC-4ACD-A75C-C83E8A457417}">
      <dgm:prSet/>
      <dgm:spPr/>
      <dgm:t>
        <a:bodyPr/>
        <a:lstStyle/>
        <a:p>
          <a:r>
            <a:rPr lang="en-US"/>
            <a:t>rather </a:t>
          </a:r>
          <a:r>
            <a:rPr lang="en-US" dirty="0"/>
            <a:t>than a moment in time.</a:t>
          </a:r>
        </a:p>
      </dgm:t>
    </dgm:pt>
    <dgm:pt modelId="{0220D922-EFBF-4432-997F-6B7FEF849615}" type="parTrans" cxnId="{ED42354C-D3CE-4938-BBE8-4A0984868C66}">
      <dgm:prSet/>
      <dgm:spPr/>
      <dgm:t>
        <a:bodyPr/>
        <a:lstStyle/>
        <a:p>
          <a:endParaRPr lang="en-US"/>
        </a:p>
      </dgm:t>
    </dgm:pt>
    <dgm:pt modelId="{2B771B76-460C-4912-B494-4E01754193C7}" type="sibTrans" cxnId="{ED42354C-D3CE-4938-BBE8-4A0984868C66}">
      <dgm:prSet/>
      <dgm:spPr/>
      <dgm:t>
        <a:bodyPr/>
        <a:lstStyle/>
        <a:p>
          <a:endParaRPr lang="en-US"/>
        </a:p>
      </dgm:t>
    </dgm:pt>
    <dgm:pt modelId="{B506D366-EB6D-466B-98CD-C9C3D4026B88}">
      <dgm:prSet/>
      <dgm:spPr/>
      <dgm:t>
        <a:bodyPr/>
        <a:lstStyle/>
        <a:p>
          <a:r>
            <a:rPr lang="en-US"/>
            <a:t>to </a:t>
          </a:r>
          <a:r>
            <a:rPr lang="en-US" dirty="0"/>
            <a:t>create a </a:t>
          </a:r>
          <a:r>
            <a:rPr lang="en-US" dirty="0" err="1"/>
            <a:t>timedelta</a:t>
          </a:r>
          <a:r>
            <a:rPr lang="en-US" dirty="0"/>
            <a:t> object</a:t>
          </a:r>
        </a:p>
      </dgm:t>
    </dgm:pt>
    <dgm:pt modelId="{73BAC24D-9A05-417B-86A0-B295D669F1BE}" type="parTrans" cxnId="{B39D2190-6538-47B1-952F-0AA384F43CEB}">
      <dgm:prSet/>
      <dgm:spPr/>
      <dgm:t>
        <a:bodyPr/>
        <a:lstStyle/>
        <a:p>
          <a:endParaRPr lang="en-US"/>
        </a:p>
      </dgm:t>
    </dgm:pt>
    <dgm:pt modelId="{39AA4B54-F9CE-4FC3-BD9A-199F7B55AD15}" type="sibTrans" cxnId="{B39D2190-6538-47B1-952F-0AA384F43CEB}">
      <dgm:prSet/>
      <dgm:spPr/>
      <dgm:t>
        <a:bodyPr/>
        <a:lstStyle/>
        <a:p>
          <a:endParaRPr lang="en-US"/>
        </a:p>
      </dgm:t>
    </dgm:pt>
    <dgm:pt modelId="{D9387EFD-52C4-4E62-B955-B10AAB581E27}" type="pres">
      <dgm:prSet presAssocID="{19EA9374-1C84-4F6D-B230-F3701475D698}" presName="Name0" presStyleCnt="0">
        <dgm:presLayoutVars>
          <dgm:dir/>
          <dgm:animLvl val="lvl"/>
          <dgm:resizeHandles val="exact"/>
        </dgm:presLayoutVars>
      </dgm:prSet>
      <dgm:spPr/>
    </dgm:pt>
    <dgm:pt modelId="{BBAFCBBA-5649-4C69-9B01-91933D5203C4}" type="pres">
      <dgm:prSet presAssocID="{8E3C77ED-4A60-486F-8F52-6E812579D6F9}" presName="composite" presStyleCnt="0"/>
      <dgm:spPr/>
    </dgm:pt>
    <dgm:pt modelId="{B764D26E-D4B9-4399-9E69-6BC08EE3DC61}" type="pres">
      <dgm:prSet presAssocID="{8E3C77ED-4A60-486F-8F52-6E812579D6F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39027DD-19F0-46DD-9B4F-6BED44AA6191}" type="pres">
      <dgm:prSet presAssocID="{8E3C77ED-4A60-486F-8F52-6E812579D6F9}" presName="desTx" presStyleLbl="alignAccFollowNode1" presStyleIdx="0" presStyleCnt="3">
        <dgm:presLayoutVars>
          <dgm:bulletEnabled val="1"/>
        </dgm:presLayoutVars>
      </dgm:prSet>
      <dgm:spPr/>
    </dgm:pt>
    <dgm:pt modelId="{D886BE57-F2ED-45BC-9706-D5CEFD2AD393}" type="pres">
      <dgm:prSet presAssocID="{21192D1F-3563-416A-953A-A9F436B5FFF3}" presName="space" presStyleCnt="0"/>
      <dgm:spPr/>
    </dgm:pt>
    <dgm:pt modelId="{854DF423-37D3-49B0-87F5-749A8388742A}" type="pres">
      <dgm:prSet presAssocID="{205FC7CA-2671-4782-A937-63E861A5CCEF}" presName="composite" presStyleCnt="0"/>
      <dgm:spPr/>
    </dgm:pt>
    <dgm:pt modelId="{8C99DC8F-5360-4D46-9E1B-A744755273A8}" type="pres">
      <dgm:prSet presAssocID="{205FC7CA-2671-4782-A937-63E861A5CCE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01525D4-1B7F-4B8D-A7E4-4413998E28E4}" type="pres">
      <dgm:prSet presAssocID="{205FC7CA-2671-4782-A937-63E861A5CCEF}" presName="desTx" presStyleLbl="alignAccFollowNode1" presStyleIdx="1" presStyleCnt="3">
        <dgm:presLayoutVars>
          <dgm:bulletEnabled val="1"/>
        </dgm:presLayoutVars>
      </dgm:prSet>
      <dgm:spPr/>
    </dgm:pt>
    <dgm:pt modelId="{9505DEAD-58F1-4BAD-9784-DFF73D7A9F9A}" type="pres">
      <dgm:prSet presAssocID="{B66600D7-3428-4A4D-8F9F-7E1C60B2D1A5}" presName="space" presStyleCnt="0"/>
      <dgm:spPr/>
    </dgm:pt>
    <dgm:pt modelId="{2BE3187B-B622-4473-9C13-E2EC8FDAFEE9}" type="pres">
      <dgm:prSet presAssocID="{D6984714-E755-427B-95E9-9394C464A32E}" presName="composite" presStyleCnt="0"/>
      <dgm:spPr/>
    </dgm:pt>
    <dgm:pt modelId="{A2DEB2B4-E0BA-4FC4-A23D-0C4B8924AC24}" type="pres">
      <dgm:prSet presAssocID="{D6984714-E755-427B-95E9-9394C464A32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B10E69A-84F7-49A8-84B8-EC6DA4C3D2CA}" type="pres">
      <dgm:prSet presAssocID="{D6984714-E755-427B-95E9-9394C464A32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A6F2907-F0EA-4C3B-AAF3-522DBC02C133}" srcId="{D6984714-E755-427B-95E9-9394C464A32E}" destId="{9746F153-420B-4963-AF2E-C17C3D855852}" srcOrd="6" destOrd="0" parTransId="{FFFB3E4A-E9F1-40E2-845D-A7D694CF297C}" sibTransId="{953DEA2D-516E-430B-A01E-B055CA28B3F7}"/>
    <dgm:cxn modelId="{0A224A13-485F-4F2F-83F1-F7181A045A9A}" srcId="{8E3C77ED-4A60-486F-8F52-6E812579D6F9}" destId="{A16A4906-D933-4425-8AF8-9AEC15C27A2A}" srcOrd="1" destOrd="0" parTransId="{4596699D-75F2-4AF0-9721-1B77C9526360}" sibTransId="{29D0C7B2-36EC-44A1-8BA5-E0022DCC164F}"/>
    <dgm:cxn modelId="{66A4CC16-09F3-450A-BF2F-F2B3E0169109}" srcId="{D6984714-E755-427B-95E9-9394C464A32E}" destId="{E685C076-F4D6-4683-B9F2-DBB6915F03D3}" srcOrd="1" destOrd="0" parTransId="{88DEE785-21AE-44F8-B555-18455004729E}" sibTransId="{AE321CB2-282D-40FE-AC51-9BA4E4E8E5EB}"/>
    <dgm:cxn modelId="{09BDBA2E-84E7-4B3C-A70F-680B17CC1F5E}" type="presOf" srcId="{C3A33767-6393-4E31-9203-1B3602FABAB7}" destId="{E39027DD-19F0-46DD-9B4F-6BED44AA6191}" srcOrd="0" destOrd="0" presId="urn:microsoft.com/office/officeart/2005/8/layout/hList1"/>
    <dgm:cxn modelId="{1A164133-B9DF-4457-9970-7FBB93FB6960}" srcId="{19EA9374-1C84-4F6D-B230-F3701475D698}" destId="{8E3C77ED-4A60-486F-8F52-6E812579D6F9}" srcOrd="0" destOrd="0" parTransId="{8CA48037-17E2-4FC6-856B-721041649ED1}" sibTransId="{21192D1F-3563-416A-953A-A9F436B5FFF3}"/>
    <dgm:cxn modelId="{B06C4F34-F7BB-4D15-B066-18BA99DCC9FD}" type="presOf" srcId="{A9D40AEF-DF57-4DD9-8CD6-F67F382E58B0}" destId="{7B10E69A-84F7-49A8-84B8-EC6DA4C3D2CA}" srcOrd="0" destOrd="5" presId="urn:microsoft.com/office/officeart/2005/8/layout/hList1"/>
    <dgm:cxn modelId="{F4879F3A-67C6-4E9D-8DD0-276F8AF07FC7}" type="presOf" srcId="{205FC7CA-2671-4782-A937-63E861A5CCEF}" destId="{8C99DC8F-5360-4D46-9E1B-A744755273A8}" srcOrd="0" destOrd="0" presId="urn:microsoft.com/office/officeart/2005/8/layout/hList1"/>
    <dgm:cxn modelId="{E72BB364-42FE-476B-81E5-7911C1B5FC9A}" type="presOf" srcId="{A16A4906-D933-4425-8AF8-9AEC15C27A2A}" destId="{E39027DD-19F0-46DD-9B4F-6BED44AA6191}" srcOrd="0" destOrd="1" presId="urn:microsoft.com/office/officeart/2005/8/layout/hList1"/>
    <dgm:cxn modelId="{ABCA4969-AF3D-4BA1-A2DE-401351AB6F89}" srcId="{19EA9374-1C84-4F6D-B230-F3701475D698}" destId="{D6984714-E755-427B-95E9-9394C464A32E}" srcOrd="2" destOrd="0" parTransId="{E06847DE-55B7-4E6B-8235-9EF54E025B10}" sibTransId="{439F8D86-46D9-4917-B260-151EDEA574EA}"/>
    <dgm:cxn modelId="{FABA024A-EC8E-45AC-97EE-FDDAF173B970}" type="presOf" srcId="{71FD798D-D8FB-4138-84E5-3148EEAEE3C7}" destId="{7B10E69A-84F7-49A8-84B8-EC6DA4C3D2CA}" srcOrd="0" destOrd="0" presId="urn:microsoft.com/office/officeart/2005/8/layout/hList1"/>
    <dgm:cxn modelId="{AC7BDC6B-E5FC-439B-B27F-D537894E26BC}" type="presOf" srcId="{E685C076-F4D6-4683-B9F2-DBB6915F03D3}" destId="{7B10E69A-84F7-49A8-84B8-EC6DA4C3D2CA}" srcOrd="0" destOrd="1" presId="urn:microsoft.com/office/officeart/2005/8/layout/hList1"/>
    <dgm:cxn modelId="{ED48174C-1B98-4F49-BAFE-7A45261714B2}" srcId="{D6984714-E755-427B-95E9-9394C464A32E}" destId="{8F857B10-70AD-4BB3-8160-27DBAC0BEB7E}" srcOrd="3" destOrd="0" parTransId="{E978BF34-D324-4409-A479-6E9C8465FD45}" sibTransId="{B821C643-D602-4FC5-BE23-7D42E5DD9D62}"/>
    <dgm:cxn modelId="{980C1F6C-6888-4CCA-9929-BA65B9C6BD4C}" srcId="{D6984714-E755-427B-95E9-9394C464A32E}" destId="{A9D40AEF-DF57-4DD9-8CD6-F67F382E58B0}" srcOrd="5" destOrd="0" parTransId="{398B4E37-920A-48A6-8B4D-24F9605E5683}" sibTransId="{9342D304-404C-487E-A44F-45BECC9D5139}"/>
    <dgm:cxn modelId="{ED42354C-D3CE-4938-BBE8-4A0984868C66}" srcId="{8E3C77ED-4A60-486F-8F52-6E812579D6F9}" destId="{436FC90D-FDDC-4ACD-A75C-C83E8A457417}" srcOrd="2" destOrd="0" parTransId="{0220D922-EFBF-4432-997F-6B7FEF849615}" sibTransId="{2B771B76-460C-4912-B494-4E01754193C7}"/>
    <dgm:cxn modelId="{F3A3486F-0C13-4E6E-B7A9-1FC5AD4C6D82}" type="presOf" srcId="{8D7F424E-1630-430B-998F-9210C9227983}" destId="{7B10E69A-84F7-49A8-84B8-EC6DA4C3D2CA}" srcOrd="0" destOrd="2" presId="urn:microsoft.com/office/officeart/2005/8/layout/hList1"/>
    <dgm:cxn modelId="{C914F852-E395-4A3D-AC8C-DA65679C4B2C}" type="presOf" srcId="{B506D366-EB6D-466B-98CD-C9C3D4026B88}" destId="{501525D4-1B7F-4B8D-A7E4-4413998E28E4}" srcOrd="0" destOrd="0" presId="urn:microsoft.com/office/officeart/2005/8/layout/hList1"/>
    <dgm:cxn modelId="{4970CE55-5E45-4A97-A005-686320142943}" type="presOf" srcId="{9746F153-420B-4963-AF2E-C17C3D855852}" destId="{7B10E69A-84F7-49A8-84B8-EC6DA4C3D2CA}" srcOrd="0" destOrd="6" presId="urn:microsoft.com/office/officeart/2005/8/layout/hList1"/>
    <dgm:cxn modelId="{F1D32959-A9D6-4628-99E2-FED85EA0A219}" type="presOf" srcId="{B3A7B559-0D6A-48AB-823A-2DF82B73850A}" destId="{501525D4-1B7F-4B8D-A7E4-4413998E28E4}" srcOrd="0" destOrd="1" presId="urn:microsoft.com/office/officeart/2005/8/layout/hList1"/>
    <dgm:cxn modelId="{E236017B-92C6-4919-872A-53454C38B409}" srcId="{D6984714-E755-427B-95E9-9394C464A32E}" destId="{23879DB8-BA4A-4702-975A-FB7354154C79}" srcOrd="4" destOrd="0" parTransId="{2A11ED2E-634C-44F9-B08C-2D889944173D}" sibTransId="{B7CCC12A-6179-4162-81D1-B7F74673B37E}"/>
    <dgm:cxn modelId="{FC8C5A82-59E6-4FA5-99EF-AF1C54E3DD97}" type="presOf" srcId="{8E3C77ED-4A60-486F-8F52-6E812579D6F9}" destId="{B764D26E-D4B9-4399-9E69-6BC08EE3DC61}" srcOrd="0" destOrd="0" presId="urn:microsoft.com/office/officeart/2005/8/layout/hList1"/>
    <dgm:cxn modelId="{D41D618D-948F-4A1E-BECF-56D227DAAE82}" type="presOf" srcId="{8F857B10-70AD-4BB3-8160-27DBAC0BEB7E}" destId="{7B10E69A-84F7-49A8-84B8-EC6DA4C3D2CA}" srcOrd="0" destOrd="3" presId="urn:microsoft.com/office/officeart/2005/8/layout/hList1"/>
    <dgm:cxn modelId="{B39D2190-6538-47B1-952F-0AA384F43CEB}" srcId="{205FC7CA-2671-4782-A937-63E861A5CCEF}" destId="{B506D366-EB6D-466B-98CD-C9C3D4026B88}" srcOrd="0" destOrd="0" parTransId="{73BAC24D-9A05-417B-86A0-B295D669F1BE}" sibTransId="{39AA4B54-F9CE-4FC3-BD9A-199F7B55AD15}"/>
    <dgm:cxn modelId="{EC0FA891-1740-4943-93F0-0D4D61FA7B9A}" srcId="{D6984714-E755-427B-95E9-9394C464A32E}" destId="{8D7F424E-1630-430B-998F-9210C9227983}" srcOrd="2" destOrd="0" parTransId="{3D4774B2-494C-4E50-BB9F-95EC0C2F766D}" sibTransId="{CF615DF2-CD03-45AA-BB73-69CE7632E4C0}"/>
    <dgm:cxn modelId="{1DD5E598-D444-4E70-A1B6-585B7B0E4D72}" type="presOf" srcId="{23879DB8-BA4A-4702-975A-FB7354154C79}" destId="{7B10E69A-84F7-49A8-84B8-EC6DA4C3D2CA}" srcOrd="0" destOrd="4" presId="urn:microsoft.com/office/officeart/2005/8/layout/hList1"/>
    <dgm:cxn modelId="{718F40A1-56FD-476A-8270-B86C4C9F6B35}" srcId="{D6984714-E755-427B-95E9-9394C464A32E}" destId="{71FD798D-D8FB-4138-84E5-3148EEAEE3C7}" srcOrd="0" destOrd="0" parTransId="{1FC6E6C6-8060-484D-9485-C7BA5BEB0048}" sibTransId="{771839BB-B4F5-4C18-9B30-3329E2E9DE10}"/>
    <dgm:cxn modelId="{CC2DCFA1-61A7-4B69-ABC6-6DF1DB4B3B57}" srcId="{205FC7CA-2671-4782-A937-63E861A5CCEF}" destId="{B3A7B559-0D6A-48AB-823A-2DF82B73850A}" srcOrd="1" destOrd="0" parTransId="{1707EE24-00B5-48AD-B088-E882E3B06D14}" sibTransId="{36CBAD5B-3B3D-4BD6-A2EA-F80FA4487371}"/>
    <dgm:cxn modelId="{0A6286AE-AE6D-4C63-A72C-A0B53184C719}" srcId="{19EA9374-1C84-4F6D-B230-F3701475D698}" destId="{205FC7CA-2671-4782-A937-63E861A5CCEF}" srcOrd="1" destOrd="0" parTransId="{73B30CA0-B49A-4C37-A2D5-9A5B138D57E6}" sibTransId="{B66600D7-3428-4A4D-8F9F-7E1C60B2D1A5}"/>
    <dgm:cxn modelId="{F80FB6B1-6789-47D1-A756-A4A9A55F865E}" type="presOf" srcId="{D6984714-E755-427B-95E9-9394C464A32E}" destId="{A2DEB2B4-E0BA-4FC4-A23D-0C4B8924AC24}" srcOrd="0" destOrd="0" presId="urn:microsoft.com/office/officeart/2005/8/layout/hList1"/>
    <dgm:cxn modelId="{C88BD4BF-D325-4C10-B849-0500CEBDE831}" type="presOf" srcId="{19EA9374-1C84-4F6D-B230-F3701475D698}" destId="{D9387EFD-52C4-4E62-B955-B10AAB581E27}" srcOrd="0" destOrd="0" presId="urn:microsoft.com/office/officeart/2005/8/layout/hList1"/>
    <dgm:cxn modelId="{12C798EA-4AAD-46D7-AF7F-E10E61C8DEE2}" srcId="{8E3C77ED-4A60-486F-8F52-6E812579D6F9}" destId="{C3A33767-6393-4E31-9203-1B3602FABAB7}" srcOrd="0" destOrd="0" parTransId="{0D3ED608-77C6-48C3-BD24-D82944F38470}" sibTransId="{B97914A6-6348-4331-9392-760B59DBE00D}"/>
    <dgm:cxn modelId="{1A9207F3-8B14-42D8-AD84-19939C14CC6B}" type="presOf" srcId="{436FC90D-FDDC-4ACD-A75C-C83E8A457417}" destId="{E39027DD-19F0-46DD-9B4F-6BED44AA6191}" srcOrd="0" destOrd="2" presId="urn:microsoft.com/office/officeart/2005/8/layout/hList1"/>
    <dgm:cxn modelId="{A5B9C4C8-464A-4979-A932-1C399D355D5A}" type="presParOf" srcId="{D9387EFD-52C4-4E62-B955-B10AAB581E27}" destId="{BBAFCBBA-5649-4C69-9B01-91933D5203C4}" srcOrd="0" destOrd="0" presId="urn:microsoft.com/office/officeart/2005/8/layout/hList1"/>
    <dgm:cxn modelId="{AF73CA5E-F048-40AE-AA76-6EB926BF804B}" type="presParOf" srcId="{BBAFCBBA-5649-4C69-9B01-91933D5203C4}" destId="{B764D26E-D4B9-4399-9E69-6BC08EE3DC61}" srcOrd="0" destOrd="0" presId="urn:microsoft.com/office/officeart/2005/8/layout/hList1"/>
    <dgm:cxn modelId="{18214A15-A76E-4410-8004-BE6A77CA94EE}" type="presParOf" srcId="{BBAFCBBA-5649-4C69-9B01-91933D5203C4}" destId="{E39027DD-19F0-46DD-9B4F-6BED44AA6191}" srcOrd="1" destOrd="0" presId="urn:microsoft.com/office/officeart/2005/8/layout/hList1"/>
    <dgm:cxn modelId="{529EF467-92F5-4D82-B61E-70138C5BB164}" type="presParOf" srcId="{D9387EFD-52C4-4E62-B955-B10AAB581E27}" destId="{D886BE57-F2ED-45BC-9706-D5CEFD2AD393}" srcOrd="1" destOrd="0" presId="urn:microsoft.com/office/officeart/2005/8/layout/hList1"/>
    <dgm:cxn modelId="{B5EF8026-4552-423B-ACC3-B0C41BB7E94B}" type="presParOf" srcId="{D9387EFD-52C4-4E62-B955-B10AAB581E27}" destId="{854DF423-37D3-49B0-87F5-749A8388742A}" srcOrd="2" destOrd="0" presId="urn:microsoft.com/office/officeart/2005/8/layout/hList1"/>
    <dgm:cxn modelId="{1A2E76A8-710F-4842-9786-7696569E37A7}" type="presParOf" srcId="{854DF423-37D3-49B0-87F5-749A8388742A}" destId="{8C99DC8F-5360-4D46-9E1B-A744755273A8}" srcOrd="0" destOrd="0" presId="urn:microsoft.com/office/officeart/2005/8/layout/hList1"/>
    <dgm:cxn modelId="{41BED4DA-6BB4-448F-A18F-0AC83F50595F}" type="presParOf" srcId="{854DF423-37D3-49B0-87F5-749A8388742A}" destId="{501525D4-1B7F-4B8D-A7E4-4413998E28E4}" srcOrd="1" destOrd="0" presId="urn:microsoft.com/office/officeart/2005/8/layout/hList1"/>
    <dgm:cxn modelId="{2B8781D9-E250-44DE-B3C1-AC70E367F0C0}" type="presParOf" srcId="{D9387EFD-52C4-4E62-B955-B10AAB581E27}" destId="{9505DEAD-58F1-4BAD-9784-DFF73D7A9F9A}" srcOrd="3" destOrd="0" presId="urn:microsoft.com/office/officeart/2005/8/layout/hList1"/>
    <dgm:cxn modelId="{4C454135-401F-4BB7-B225-EC4225388355}" type="presParOf" srcId="{D9387EFD-52C4-4E62-B955-B10AAB581E27}" destId="{2BE3187B-B622-4473-9C13-E2EC8FDAFEE9}" srcOrd="4" destOrd="0" presId="urn:microsoft.com/office/officeart/2005/8/layout/hList1"/>
    <dgm:cxn modelId="{9460DF66-047C-4BD2-822C-1E79851CFB3E}" type="presParOf" srcId="{2BE3187B-B622-4473-9C13-E2EC8FDAFEE9}" destId="{A2DEB2B4-E0BA-4FC4-A23D-0C4B8924AC24}" srcOrd="0" destOrd="0" presId="urn:microsoft.com/office/officeart/2005/8/layout/hList1"/>
    <dgm:cxn modelId="{79D52AFA-AB89-4073-A9BA-16DCFDFFFDFA}" type="presParOf" srcId="{2BE3187B-B622-4473-9C13-E2EC8FDAFEE9}" destId="{7B10E69A-84F7-49A8-84B8-EC6DA4C3D2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8CD9B78-333C-4D13-9A8E-3BC30839BEDA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65A5535-83B4-4CD8-ADD1-8575E218A78F}">
      <dgm:prSet/>
      <dgm:spPr/>
      <dgm:t>
        <a:bodyPr/>
        <a:lstStyle/>
        <a:p>
          <a:r>
            <a:rPr lang="tr-TR" dirty="0" err="1"/>
            <a:t>Duration</a:t>
          </a:r>
          <a:endParaRPr lang="en-US" dirty="0"/>
        </a:p>
      </dgm:t>
    </dgm:pt>
    <dgm:pt modelId="{E7F62699-0F15-4DE5-9032-01AD73D48A5F}" type="parTrans" cxnId="{8AEDCC7E-71C7-4D59-8C7F-20AC9609250F}">
      <dgm:prSet/>
      <dgm:spPr/>
      <dgm:t>
        <a:bodyPr/>
        <a:lstStyle/>
        <a:p>
          <a:endParaRPr lang="en-US"/>
        </a:p>
      </dgm:t>
    </dgm:pt>
    <dgm:pt modelId="{87E6F319-8EDE-4E3D-AC6D-AD9A36416519}" type="sibTrans" cxnId="{8AEDCC7E-71C7-4D59-8C7F-20AC9609250F}">
      <dgm:prSet/>
      <dgm:spPr/>
      <dgm:t>
        <a:bodyPr/>
        <a:lstStyle/>
        <a:p>
          <a:endParaRPr lang="en-US"/>
        </a:p>
      </dgm:t>
    </dgm:pt>
    <dgm:pt modelId="{4166495E-94CE-499E-94AF-2903CF626003}">
      <dgm:prSet/>
      <dgm:spPr/>
      <dgm:t>
        <a:bodyPr/>
        <a:lstStyle/>
        <a:p>
          <a:r>
            <a:rPr lang="en-US" dirty="0"/>
            <a:t>represented in</a:t>
          </a:r>
        </a:p>
      </dgm:t>
    </dgm:pt>
    <dgm:pt modelId="{EADAC394-21DD-4FFA-97C2-AAF1CB87DB45}" type="parTrans" cxnId="{A9865B1F-50BC-4BA2-979A-7E7A711752FE}">
      <dgm:prSet/>
      <dgm:spPr/>
      <dgm:t>
        <a:bodyPr/>
        <a:lstStyle/>
        <a:p>
          <a:endParaRPr lang="en-US"/>
        </a:p>
      </dgm:t>
    </dgm:pt>
    <dgm:pt modelId="{A9C408A2-C026-4BBF-B54D-37E1D57AEB74}" type="sibTrans" cxnId="{A9865B1F-50BC-4BA2-979A-7E7A711752FE}">
      <dgm:prSet/>
      <dgm:spPr/>
      <dgm:t>
        <a:bodyPr/>
        <a:lstStyle/>
        <a:p>
          <a:endParaRPr lang="en-US"/>
        </a:p>
      </dgm:t>
    </dgm:pt>
    <dgm:pt modelId="{3F3CD31C-AD3B-4CC0-AC52-3AB8245A1B6B}">
      <dgm:prSet/>
      <dgm:spPr/>
      <dgm:t>
        <a:bodyPr/>
        <a:lstStyle/>
        <a:p>
          <a:r>
            <a:rPr lang="en-US" i="1" dirty="0" err="1"/>
            <a:t>total_seconds</a:t>
          </a:r>
          <a:r>
            <a:rPr lang="en-US" i="1" dirty="0"/>
            <a:t>() </a:t>
          </a:r>
          <a:r>
            <a:rPr lang="en-US" dirty="0"/>
            <a:t>method </a:t>
          </a:r>
        </a:p>
      </dgm:t>
    </dgm:pt>
    <dgm:pt modelId="{B50A0F0B-9F0E-4FD5-82F1-2F73294D5988}" type="parTrans" cxnId="{F3FD9A68-180A-46AF-9ADA-4749FB2684C1}">
      <dgm:prSet/>
      <dgm:spPr/>
      <dgm:t>
        <a:bodyPr/>
        <a:lstStyle/>
        <a:p>
          <a:endParaRPr lang="en-US"/>
        </a:p>
      </dgm:t>
    </dgm:pt>
    <dgm:pt modelId="{AB82A26B-7128-4814-B27A-EA098F5DF3D0}" type="sibTrans" cxnId="{F3FD9A68-180A-46AF-9ADA-4749FB2684C1}">
      <dgm:prSet/>
      <dgm:spPr/>
      <dgm:t>
        <a:bodyPr/>
        <a:lstStyle/>
        <a:p>
          <a:endParaRPr lang="en-US"/>
        </a:p>
      </dgm:t>
    </dgm:pt>
    <dgm:pt modelId="{9367BD83-0DE0-4AA0-8808-27DAAF0F1B6B}">
      <dgm:prSet/>
      <dgm:spPr/>
      <dgm:t>
        <a:bodyPr/>
        <a:lstStyle/>
        <a:p>
          <a:r>
            <a:rPr lang="en-US"/>
            <a:t>will return the duration</a:t>
          </a:r>
        </a:p>
      </dgm:t>
    </dgm:pt>
    <dgm:pt modelId="{2037C9C6-B32D-40E4-9AB1-A729DFCD5B10}" type="parTrans" cxnId="{BD16D759-8E3A-411B-892F-901B0F7BF338}">
      <dgm:prSet/>
      <dgm:spPr/>
      <dgm:t>
        <a:bodyPr/>
        <a:lstStyle/>
        <a:p>
          <a:endParaRPr lang="en-US"/>
        </a:p>
      </dgm:t>
    </dgm:pt>
    <dgm:pt modelId="{F9418F58-E612-44ED-9FB8-AA54C24F51CD}" type="sibTrans" cxnId="{BD16D759-8E3A-411B-892F-901B0F7BF338}">
      <dgm:prSet/>
      <dgm:spPr/>
      <dgm:t>
        <a:bodyPr/>
        <a:lstStyle/>
        <a:p>
          <a:endParaRPr lang="en-US"/>
        </a:p>
      </dgm:t>
    </dgm:pt>
    <dgm:pt modelId="{ED51103C-25E5-49A9-A709-5DD6889522E2}">
      <dgm:prSet/>
      <dgm:spPr/>
      <dgm:t>
        <a:bodyPr/>
        <a:lstStyle/>
        <a:p>
          <a:r>
            <a:rPr lang="en-US"/>
            <a:t>in number of seconds</a:t>
          </a:r>
          <a:r>
            <a:rPr lang="tr-TR"/>
            <a:t> </a:t>
          </a:r>
          <a:r>
            <a:rPr lang="en-US"/>
            <a:t>alone. </a:t>
          </a:r>
        </a:p>
      </dgm:t>
    </dgm:pt>
    <dgm:pt modelId="{37FD62FC-4257-4380-B550-212CA90A2CDE}" type="parTrans" cxnId="{0C41B665-8B11-4EA8-B11D-D2760A578CDF}">
      <dgm:prSet/>
      <dgm:spPr/>
      <dgm:t>
        <a:bodyPr/>
        <a:lstStyle/>
        <a:p>
          <a:endParaRPr lang="en-US"/>
        </a:p>
      </dgm:t>
    </dgm:pt>
    <dgm:pt modelId="{1C3C2F70-431A-4984-9F12-0DA55FE43F9C}" type="sibTrans" cxnId="{0C41B665-8B11-4EA8-B11D-D2760A578CDF}">
      <dgm:prSet/>
      <dgm:spPr/>
      <dgm:t>
        <a:bodyPr/>
        <a:lstStyle/>
        <a:p>
          <a:endParaRPr lang="en-US"/>
        </a:p>
      </dgm:t>
    </dgm:pt>
    <dgm:pt modelId="{993AA931-1B13-4438-BC2F-7CB5A17475B4}">
      <dgm:prSet/>
      <dgm:spPr/>
      <dgm:t>
        <a:bodyPr/>
        <a:lstStyle/>
        <a:p>
          <a:r>
            <a:rPr lang="tr-TR" dirty="0"/>
            <a:t>Human </a:t>
          </a:r>
          <a:r>
            <a:rPr lang="tr-TR" dirty="0" err="1"/>
            <a:t>readable</a:t>
          </a:r>
          <a:r>
            <a:rPr lang="tr-TR" dirty="0"/>
            <a:t> form</a:t>
          </a:r>
          <a:endParaRPr lang="en-US" dirty="0"/>
        </a:p>
      </dgm:t>
    </dgm:pt>
    <dgm:pt modelId="{54361C1C-3AD5-4899-9C57-55282C50A345}" type="parTrans" cxnId="{8EE51020-2017-41BB-A116-04478AF866F3}">
      <dgm:prSet/>
      <dgm:spPr/>
      <dgm:t>
        <a:bodyPr/>
        <a:lstStyle/>
        <a:p>
          <a:endParaRPr lang="en-US"/>
        </a:p>
      </dgm:t>
    </dgm:pt>
    <dgm:pt modelId="{D449A40A-A8D5-4101-93FE-BD676B0392BB}" type="sibTrans" cxnId="{8EE51020-2017-41BB-A116-04478AF866F3}">
      <dgm:prSet/>
      <dgm:spPr/>
      <dgm:t>
        <a:bodyPr/>
        <a:lstStyle/>
        <a:p>
          <a:endParaRPr lang="en-US"/>
        </a:p>
      </dgm:t>
    </dgm:pt>
    <dgm:pt modelId="{88491707-ABD9-4078-A162-83B4B9F6395A}">
      <dgm:prSet/>
      <dgm:spPr/>
      <dgm:t>
        <a:bodyPr/>
        <a:lstStyle/>
        <a:p>
          <a:r>
            <a:rPr lang="en-US" dirty="0"/>
            <a:t>will return a nicely formatted</a:t>
          </a:r>
          <a:r>
            <a:rPr lang="tr-TR" dirty="0"/>
            <a:t> </a:t>
          </a:r>
          <a:r>
            <a:rPr lang="en-US" dirty="0"/>
            <a:t>human-readable string</a:t>
          </a:r>
        </a:p>
      </dgm:t>
    </dgm:pt>
    <dgm:pt modelId="{25E04566-2A8E-413F-A2F6-D76A03D794C6}" type="parTrans" cxnId="{A30D8C96-C995-469B-8597-D41D3F63CF45}">
      <dgm:prSet/>
      <dgm:spPr/>
      <dgm:t>
        <a:bodyPr/>
        <a:lstStyle/>
        <a:p>
          <a:endParaRPr lang="en-US"/>
        </a:p>
      </dgm:t>
    </dgm:pt>
    <dgm:pt modelId="{2E397679-DEF8-42A1-8048-918085462EC6}" type="sibTrans" cxnId="{A30D8C96-C995-469B-8597-D41D3F63CF45}">
      <dgm:prSet/>
      <dgm:spPr/>
      <dgm:t>
        <a:bodyPr/>
        <a:lstStyle/>
        <a:p>
          <a:endParaRPr lang="en-US"/>
        </a:p>
      </dgm:t>
    </dgm:pt>
    <dgm:pt modelId="{EC6115F3-1B6E-4C7A-945C-8AAE3CE5E850}">
      <dgm:prSet/>
      <dgm:spPr/>
      <dgm:t>
        <a:bodyPr/>
        <a:lstStyle/>
        <a:p>
          <a:r>
            <a:rPr lang="en-US" dirty="0"/>
            <a:t>Passing a </a:t>
          </a:r>
          <a:r>
            <a:rPr lang="en-US" dirty="0" err="1"/>
            <a:t>timedelta</a:t>
          </a:r>
          <a:r>
            <a:rPr lang="en-US" dirty="0"/>
            <a:t> object to </a:t>
          </a:r>
          <a:r>
            <a:rPr lang="en-US" i="1" dirty="0"/>
            <a:t>str()</a:t>
          </a:r>
        </a:p>
      </dgm:t>
    </dgm:pt>
    <dgm:pt modelId="{92A00830-C53F-4EE3-9C7E-0C651A88128D}" type="parTrans" cxnId="{AC8F2DE0-05D6-4060-B56A-2360FFE7FBDD}">
      <dgm:prSet/>
      <dgm:spPr/>
      <dgm:t>
        <a:bodyPr/>
        <a:lstStyle/>
        <a:p>
          <a:endParaRPr lang="en-US"/>
        </a:p>
      </dgm:t>
    </dgm:pt>
    <dgm:pt modelId="{EA494A26-76DF-4D9D-8516-7976D4164AF8}" type="sibTrans" cxnId="{AC8F2DE0-05D6-4060-B56A-2360FFE7FBDD}">
      <dgm:prSet/>
      <dgm:spPr/>
      <dgm:t>
        <a:bodyPr/>
        <a:lstStyle/>
        <a:p>
          <a:endParaRPr lang="en-US"/>
        </a:p>
      </dgm:t>
    </dgm:pt>
    <dgm:pt modelId="{07D5A70F-932C-4615-8E34-8BBF00E6CCFD}">
      <dgm:prSet/>
      <dgm:spPr/>
      <dgm:t>
        <a:bodyPr/>
        <a:lstStyle/>
        <a:p>
          <a:r>
            <a:rPr lang="en-US"/>
            <a:t>representation </a:t>
          </a:r>
          <a:r>
            <a:rPr lang="en-US" dirty="0"/>
            <a:t>of the object</a:t>
          </a:r>
        </a:p>
      </dgm:t>
    </dgm:pt>
    <dgm:pt modelId="{5299E830-DBE5-4BDF-9C3F-392B1CF9F4EC}" type="parTrans" cxnId="{4C19F483-B01C-4496-B7F8-4DC57878044C}">
      <dgm:prSet/>
      <dgm:spPr/>
      <dgm:t>
        <a:bodyPr/>
        <a:lstStyle/>
        <a:p>
          <a:endParaRPr lang="en-US"/>
        </a:p>
      </dgm:t>
    </dgm:pt>
    <dgm:pt modelId="{B26740A2-664B-42D3-93E1-52783660D6B8}" type="sibTrans" cxnId="{4C19F483-B01C-4496-B7F8-4DC57878044C}">
      <dgm:prSet/>
      <dgm:spPr/>
      <dgm:t>
        <a:bodyPr/>
        <a:lstStyle/>
        <a:p>
          <a:endParaRPr lang="en-US"/>
        </a:p>
      </dgm:t>
    </dgm:pt>
    <dgm:pt modelId="{1C1F34D6-8776-410A-8ACA-BA6ECE405AD1}">
      <dgm:prSet/>
      <dgm:spPr/>
      <dgm:t>
        <a:bodyPr/>
        <a:lstStyle/>
        <a:p>
          <a:r>
            <a:rPr lang="en-US" dirty="0"/>
            <a:t>Days</a:t>
          </a:r>
        </a:p>
      </dgm:t>
    </dgm:pt>
    <dgm:pt modelId="{873DB438-DFD1-4E44-8EE8-32FE4FCD007B}" type="parTrans" cxnId="{C4C7C04A-A6C4-443A-81EE-BE0487F07775}">
      <dgm:prSet/>
      <dgm:spPr/>
      <dgm:t>
        <a:bodyPr/>
        <a:lstStyle/>
        <a:p>
          <a:endParaRPr lang="en-US"/>
        </a:p>
      </dgm:t>
    </dgm:pt>
    <dgm:pt modelId="{AFE295E0-2916-4277-8F39-9A1AA348E7CA}" type="sibTrans" cxnId="{C4C7C04A-A6C4-443A-81EE-BE0487F07775}">
      <dgm:prSet/>
      <dgm:spPr/>
      <dgm:t>
        <a:bodyPr/>
        <a:lstStyle/>
        <a:p>
          <a:endParaRPr lang="en-US"/>
        </a:p>
      </dgm:t>
    </dgm:pt>
    <dgm:pt modelId="{A9CF4753-F288-4F75-BD2B-5B33908F1E95}">
      <dgm:prSet/>
      <dgm:spPr/>
      <dgm:t>
        <a:bodyPr/>
        <a:lstStyle/>
        <a:p>
          <a:r>
            <a:rPr lang="en-US" dirty="0"/>
            <a:t>Seconds</a:t>
          </a:r>
        </a:p>
      </dgm:t>
    </dgm:pt>
    <dgm:pt modelId="{8A315C66-B91C-413C-8160-DD5C1A4D81D9}" type="parTrans" cxnId="{0C7B7322-D287-4611-885E-2AB4A868AEA1}">
      <dgm:prSet/>
      <dgm:spPr/>
      <dgm:t>
        <a:bodyPr/>
        <a:lstStyle/>
        <a:p>
          <a:endParaRPr lang="en-US"/>
        </a:p>
      </dgm:t>
    </dgm:pt>
    <dgm:pt modelId="{5610BA8A-CCEC-49D6-A5CD-C6EB54692F39}" type="sibTrans" cxnId="{0C7B7322-D287-4611-885E-2AB4A868AEA1}">
      <dgm:prSet/>
      <dgm:spPr/>
      <dgm:t>
        <a:bodyPr/>
        <a:lstStyle/>
        <a:p>
          <a:endParaRPr lang="en-US"/>
        </a:p>
      </dgm:t>
    </dgm:pt>
    <dgm:pt modelId="{B10EE4B6-432A-4BA8-A42D-72A5DA9DA022}">
      <dgm:prSet/>
      <dgm:spPr/>
      <dgm:t>
        <a:bodyPr/>
        <a:lstStyle/>
        <a:p>
          <a:r>
            <a:rPr lang="en-US" dirty="0"/>
            <a:t>Microseconds</a:t>
          </a:r>
          <a:r>
            <a:rPr lang="tr-TR" dirty="0"/>
            <a:t> </a:t>
          </a:r>
          <a:endParaRPr lang="en-US" dirty="0"/>
        </a:p>
      </dgm:t>
    </dgm:pt>
    <dgm:pt modelId="{849675C2-6760-48A2-BD2A-A5FFE0B14BDE}" type="parTrans" cxnId="{8454CBC8-AD78-4D53-83DC-4B3E9D107306}">
      <dgm:prSet/>
      <dgm:spPr/>
      <dgm:t>
        <a:bodyPr/>
        <a:lstStyle/>
        <a:p>
          <a:endParaRPr lang="en-US"/>
        </a:p>
      </dgm:t>
    </dgm:pt>
    <dgm:pt modelId="{41ACD5C8-C071-4089-B6D5-AE6D06FCCB6A}" type="sibTrans" cxnId="{8454CBC8-AD78-4D53-83DC-4B3E9D107306}">
      <dgm:prSet/>
      <dgm:spPr/>
      <dgm:t>
        <a:bodyPr/>
        <a:lstStyle/>
        <a:p>
          <a:endParaRPr lang="en-US"/>
        </a:p>
      </dgm:t>
    </dgm:pt>
    <dgm:pt modelId="{649DE8A1-A75C-49C7-AD10-E0EDE624922E}">
      <dgm:prSet/>
      <dgm:spPr/>
      <dgm:t>
        <a:bodyPr/>
        <a:lstStyle/>
        <a:p>
          <a:r>
            <a:rPr lang="en-US" dirty="0"/>
            <a:t>A </a:t>
          </a:r>
          <a:r>
            <a:rPr lang="en-US" dirty="0" err="1"/>
            <a:t>timedelta</a:t>
          </a:r>
          <a:r>
            <a:rPr lang="en-US" dirty="0"/>
            <a:t> object</a:t>
          </a:r>
        </a:p>
      </dgm:t>
    </dgm:pt>
    <dgm:pt modelId="{F929FD79-47C5-44D7-BDFC-2BF9220CC274}" type="parTrans" cxnId="{AE62F945-BA94-4661-A826-26AD346F1298}">
      <dgm:prSet/>
      <dgm:spPr/>
    </dgm:pt>
    <dgm:pt modelId="{E21ECEFA-99EC-4A20-ACA7-0D77A1BDC38A}" type="sibTrans" cxnId="{AE62F945-BA94-4661-A826-26AD346F1298}">
      <dgm:prSet/>
      <dgm:spPr/>
    </dgm:pt>
    <dgm:pt modelId="{4F3A0EB1-822B-4F2B-A945-7A974A9FBD75}">
      <dgm:prSet/>
      <dgm:spPr/>
      <dgm:t>
        <a:bodyPr/>
        <a:lstStyle/>
        <a:p>
          <a:r>
            <a:rPr lang="en-US"/>
            <a:t>has </a:t>
          </a:r>
          <a:r>
            <a:rPr lang="en-US" dirty="0"/>
            <a:t>the total</a:t>
          </a:r>
          <a:r>
            <a:rPr lang="tr-TR" dirty="0"/>
            <a:t> </a:t>
          </a:r>
          <a:r>
            <a:rPr lang="en-US" dirty="0"/>
            <a:t>duration</a:t>
          </a:r>
        </a:p>
      </dgm:t>
    </dgm:pt>
    <dgm:pt modelId="{7C01E20A-5020-4E0D-ACC0-07859915145D}" type="parTrans" cxnId="{4C45CF14-FDCA-4E16-877F-31C118D69D72}">
      <dgm:prSet/>
      <dgm:spPr/>
    </dgm:pt>
    <dgm:pt modelId="{E92E5D11-31B4-4667-BAA7-171D7C19327E}" type="sibTrans" cxnId="{4C45CF14-FDCA-4E16-877F-31C118D69D72}">
      <dgm:prSet/>
      <dgm:spPr/>
    </dgm:pt>
    <dgm:pt modelId="{FDB3E686-8E3D-408E-9DCD-D9D3C7D1BEFF}" type="pres">
      <dgm:prSet presAssocID="{58CD9B78-333C-4D13-9A8E-3BC30839BEDA}" presName="Name0" presStyleCnt="0">
        <dgm:presLayoutVars>
          <dgm:dir/>
          <dgm:animLvl val="lvl"/>
          <dgm:resizeHandles val="exact"/>
        </dgm:presLayoutVars>
      </dgm:prSet>
      <dgm:spPr/>
    </dgm:pt>
    <dgm:pt modelId="{E127A8D3-1D19-4C2C-AE4D-E5D462F4D865}" type="pres">
      <dgm:prSet presAssocID="{765A5535-83B4-4CD8-ADD1-8575E218A78F}" presName="composite" presStyleCnt="0"/>
      <dgm:spPr/>
    </dgm:pt>
    <dgm:pt modelId="{CF7169B4-CFE6-4601-A85B-ACAA77B82EAD}" type="pres">
      <dgm:prSet presAssocID="{765A5535-83B4-4CD8-ADD1-8575E218A78F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818625A4-F9D6-4CA2-A63F-6F588A371994}" type="pres">
      <dgm:prSet presAssocID="{765A5535-83B4-4CD8-ADD1-8575E218A78F}" presName="desTx" presStyleLbl="alignAccFollowNode1" presStyleIdx="0" presStyleCnt="4">
        <dgm:presLayoutVars>
          <dgm:bulletEnabled val="1"/>
        </dgm:presLayoutVars>
      </dgm:prSet>
      <dgm:spPr/>
    </dgm:pt>
    <dgm:pt modelId="{25D1CE10-B4AD-4FD3-AE7B-E5B2E33442F7}" type="pres">
      <dgm:prSet presAssocID="{87E6F319-8EDE-4E3D-AC6D-AD9A36416519}" presName="space" presStyleCnt="0"/>
      <dgm:spPr/>
    </dgm:pt>
    <dgm:pt modelId="{01733ECC-D4C3-4DC1-8EF5-DAE0CB0F0BF3}" type="pres">
      <dgm:prSet presAssocID="{4166495E-94CE-499E-94AF-2903CF626003}" presName="composite" presStyleCnt="0"/>
      <dgm:spPr/>
    </dgm:pt>
    <dgm:pt modelId="{96FBA821-79F5-466D-B027-CF19B4A5BF0D}" type="pres">
      <dgm:prSet presAssocID="{4166495E-94CE-499E-94AF-2903CF626003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AAD5D23-7E75-47BC-B726-5EBDD491A17A}" type="pres">
      <dgm:prSet presAssocID="{4166495E-94CE-499E-94AF-2903CF626003}" presName="desTx" presStyleLbl="alignAccFollowNode1" presStyleIdx="1" presStyleCnt="4">
        <dgm:presLayoutVars>
          <dgm:bulletEnabled val="1"/>
        </dgm:presLayoutVars>
      </dgm:prSet>
      <dgm:spPr/>
    </dgm:pt>
    <dgm:pt modelId="{ADEF1BB8-3585-450F-A006-C1E4B26F27FE}" type="pres">
      <dgm:prSet presAssocID="{A9C408A2-C026-4BBF-B54D-37E1D57AEB74}" presName="space" presStyleCnt="0"/>
      <dgm:spPr/>
    </dgm:pt>
    <dgm:pt modelId="{3873805B-1FD4-43B6-AC9D-2325698944B4}" type="pres">
      <dgm:prSet presAssocID="{3F3CD31C-AD3B-4CC0-AC52-3AB8245A1B6B}" presName="composite" presStyleCnt="0"/>
      <dgm:spPr/>
    </dgm:pt>
    <dgm:pt modelId="{064378E9-56CF-4B52-B2CA-8CCB63BC41E3}" type="pres">
      <dgm:prSet presAssocID="{3F3CD31C-AD3B-4CC0-AC52-3AB8245A1B6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EABBAB6D-A11C-47FF-B263-1139DD49D4C8}" type="pres">
      <dgm:prSet presAssocID="{3F3CD31C-AD3B-4CC0-AC52-3AB8245A1B6B}" presName="desTx" presStyleLbl="alignAccFollowNode1" presStyleIdx="2" presStyleCnt="4">
        <dgm:presLayoutVars>
          <dgm:bulletEnabled val="1"/>
        </dgm:presLayoutVars>
      </dgm:prSet>
      <dgm:spPr/>
    </dgm:pt>
    <dgm:pt modelId="{DB3A162B-E8DE-43B1-B7A8-A61BB9EE01F1}" type="pres">
      <dgm:prSet presAssocID="{AB82A26B-7128-4814-B27A-EA098F5DF3D0}" presName="space" presStyleCnt="0"/>
      <dgm:spPr/>
    </dgm:pt>
    <dgm:pt modelId="{D4140BCF-A51F-4E65-ADD0-FDF89B098EAA}" type="pres">
      <dgm:prSet presAssocID="{993AA931-1B13-4438-BC2F-7CB5A17475B4}" presName="composite" presStyleCnt="0"/>
      <dgm:spPr/>
    </dgm:pt>
    <dgm:pt modelId="{67321546-AE24-404F-9D0D-CC4FFCFF168A}" type="pres">
      <dgm:prSet presAssocID="{993AA931-1B13-4438-BC2F-7CB5A17475B4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B5EE2BC0-E923-4B7D-9ECA-A54EE32A64DC}" type="pres">
      <dgm:prSet presAssocID="{993AA931-1B13-4438-BC2F-7CB5A17475B4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26AF405-B230-4CFE-B883-A7085BB7DDEE}" type="presOf" srcId="{3F3CD31C-AD3B-4CC0-AC52-3AB8245A1B6B}" destId="{064378E9-56CF-4B52-B2CA-8CCB63BC41E3}" srcOrd="0" destOrd="0" presId="urn:microsoft.com/office/officeart/2005/8/layout/hList1"/>
    <dgm:cxn modelId="{4C45CF14-FDCA-4E16-877F-31C118D69D72}" srcId="{765A5535-83B4-4CD8-ADD1-8575E218A78F}" destId="{4F3A0EB1-822B-4F2B-A945-7A974A9FBD75}" srcOrd="1" destOrd="0" parTransId="{7C01E20A-5020-4E0D-ACC0-07859915145D}" sibTransId="{E92E5D11-31B4-4667-BAA7-171D7C19327E}"/>
    <dgm:cxn modelId="{811A1B1D-7360-44FC-9DB3-D4F9AC0D8CDF}" type="presOf" srcId="{993AA931-1B13-4438-BC2F-7CB5A17475B4}" destId="{67321546-AE24-404F-9D0D-CC4FFCFF168A}" srcOrd="0" destOrd="0" presId="urn:microsoft.com/office/officeart/2005/8/layout/hList1"/>
    <dgm:cxn modelId="{A9865B1F-50BC-4BA2-979A-7E7A711752FE}" srcId="{58CD9B78-333C-4D13-9A8E-3BC30839BEDA}" destId="{4166495E-94CE-499E-94AF-2903CF626003}" srcOrd="1" destOrd="0" parTransId="{EADAC394-21DD-4FFA-97C2-AAF1CB87DB45}" sibTransId="{A9C408A2-C026-4BBF-B54D-37E1D57AEB74}"/>
    <dgm:cxn modelId="{8EE51020-2017-41BB-A116-04478AF866F3}" srcId="{58CD9B78-333C-4D13-9A8E-3BC30839BEDA}" destId="{993AA931-1B13-4438-BC2F-7CB5A17475B4}" srcOrd="3" destOrd="0" parTransId="{54361C1C-3AD5-4899-9C57-55282C50A345}" sibTransId="{D449A40A-A8D5-4101-93FE-BD676B0392BB}"/>
    <dgm:cxn modelId="{3C223C20-D323-4EF7-B3A9-3A7393CCC4DF}" type="presOf" srcId="{4166495E-94CE-499E-94AF-2903CF626003}" destId="{96FBA821-79F5-466D-B027-CF19B4A5BF0D}" srcOrd="0" destOrd="0" presId="urn:microsoft.com/office/officeart/2005/8/layout/hList1"/>
    <dgm:cxn modelId="{0C7B7322-D287-4611-885E-2AB4A868AEA1}" srcId="{4166495E-94CE-499E-94AF-2903CF626003}" destId="{A9CF4753-F288-4F75-BD2B-5B33908F1E95}" srcOrd="1" destOrd="0" parTransId="{8A315C66-B91C-413C-8160-DD5C1A4D81D9}" sibTransId="{5610BA8A-CCEC-49D6-A5CD-C6EB54692F39}"/>
    <dgm:cxn modelId="{B73E8438-A5F2-4AAD-8D9E-A879CBCE3B91}" type="presOf" srcId="{A9CF4753-F288-4F75-BD2B-5B33908F1E95}" destId="{6AAD5D23-7E75-47BC-B726-5EBDD491A17A}" srcOrd="0" destOrd="1" presId="urn:microsoft.com/office/officeart/2005/8/layout/hList1"/>
    <dgm:cxn modelId="{DC4B5B3F-DC62-4E58-AE91-281EE4033C0E}" type="presOf" srcId="{88491707-ABD9-4078-A162-83B4B9F6395A}" destId="{B5EE2BC0-E923-4B7D-9ECA-A54EE32A64DC}" srcOrd="0" destOrd="1" presId="urn:microsoft.com/office/officeart/2005/8/layout/hList1"/>
    <dgm:cxn modelId="{0C41B665-8B11-4EA8-B11D-D2760A578CDF}" srcId="{3F3CD31C-AD3B-4CC0-AC52-3AB8245A1B6B}" destId="{ED51103C-25E5-49A9-A709-5DD6889522E2}" srcOrd="1" destOrd="0" parTransId="{37FD62FC-4257-4380-B550-212CA90A2CDE}" sibTransId="{1C3C2F70-431A-4984-9F12-0DA55FE43F9C}"/>
    <dgm:cxn modelId="{AE62F945-BA94-4661-A826-26AD346F1298}" srcId="{765A5535-83B4-4CD8-ADD1-8575E218A78F}" destId="{649DE8A1-A75C-49C7-AD10-E0EDE624922E}" srcOrd="0" destOrd="0" parTransId="{F929FD79-47C5-44D7-BDFC-2BF9220CC274}" sibTransId="{E21ECEFA-99EC-4A20-ACA7-0D77A1BDC38A}"/>
    <dgm:cxn modelId="{F3FD9A68-180A-46AF-9ADA-4749FB2684C1}" srcId="{58CD9B78-333C-4D13-9A8E-3BC30839BEDA}" destId="{3F3CD31C-AD3B-4CC0-AC52-3AB8245A1B6B}" srcOrd="2" destOrd="0" parTransId="{B50A0F0B-9F0E-4FD5-82F1-2F73294D5988}" sibTransId="{AB82A26B-7128-4814-B27A-EA098F5DF3D0}"/>
    <dgm:cxn modelId="{C4C7C04A-A6C4-443A-81EE-BE0487F07775}" srcId="{4166495E-94CE-499E-94AF-2903CF626003}" destId="{1C1F34D6-8776-410A-8ACA-BA6ECE405AD1}" srcOrd="0" destOrd="0" parTransId="{873DB438-DFD1-4E44-8EE8-32FE4FCD007B}" sibTransId="{AFE295E0-2916-4277-8F39-9A1AA348E7CA}"/>
    <dgm:cxn modelId="{F0664779-123D-418A-888B-A19B19C16D94}" type="presOf" srcId="{EC6115F3-1B6E-4C7A-945C-8AAE3CE5E850}" destId="{B5EE2BC0-E923-4B7D-9ECA-A54EE32A64DC}" srcOrd="0" destOrd="0" presId="urn:microsoft.com/office/officeart/2005/8/layout/hList1"/>
    <dgm:cxn modelId="{BD16D759-8E3A-411B-892F-901B0F7BF338}" srcId="{3F3CD31C-AD3B-4CC0-AC52-3AB8245A1B6B}" destId="{9367BD83-0DE0-4AA0-8808-27DAAF0F1B6B}" srcOrd="0" destOrd="0" parTransId="{2037C9C6-B32D-40E4-9AB1-A729DFCD5B10}" sibTransId="{F9418F58-E612-44ED-9FB8-AA54C24F51CD}"/>
    <dgm:cxn modelId="{8AEDCC7E-71C7-4D59-8C7F-20AC9609250F}" srcId="{58CD9B78-333C-4D13-9A8E-3BC30839BEDA}" destId="{765A5535-83B4-4CD8-ADD1-8575E218A78F}" srcOrd="0" destOrd="0" parTransId="{E7F62699-0F15-4DE5-9032-01AD73D48A5F}" sibTransId="{87E6F319-8EDE-4E3D-AC6D-AD9A36416519}"/>
    <dgm:cxn modelId="{4C19F483-B01C-4496-B7F8-4DC57878044C}" srcId="{993AA931-1B13-4438-BC2F-7CB5A17475B4}" destId="{07D5A70F-932C-4615-8E34-8BBF00E6CCFD}" srcOrd="2" destOrd="0" parTransId="{5299E830-DBE5-4BDF-9C3F-392B1CF9F4EC}" sibTransId="{B26740A2-664B-42D3-93E1-52783660D6B8}"/>
    <dgm:cxn modelId="{37982C96-2E96-4AED-B05F-6DC2B94DF3B0}" type="presOf" srcId="{ED51103C-25E5-49A9-A709-5DD6889522E2}" destId="{EABBAB6D-A11C-47FF-B263-1139DD49D4C8}" srcOrd="0" destOrd="1" presId="urn:microsoft.com/office/officeart/2005/8/layout/hList1"/>
    <dgm:cxn modelId="{A30D8C96-C995-469B-8597-D41D3F63CF45}" srcId="{993AA931-1B13-4438-BC2F-7CB5A17475B4}" destId="{88491707-ABD9-4078-A162-83B4B9F6395A}" srcOrd="1" destOrd="0" parTransId="{25E04566-2A8E-413F-A2F6-D76A03D794C6}" sibTransId="{2E397679-DEF8-42A1-8048-918085462EC6}"/>
    <dgm:cxn modelId="{F67FF29F-F955-4FA3-8D84-FFAEE46D7607}" type="presOf" srcId="{4F3A0EB1-822B-4F2B-A945-7A974A9FBD75}" destId="{818625A4-F9D6-4CA2-A63F-6F588A371994}" srcOrd="0" destOrd="1" presId="urn:microsoft.com/office/officeart/2005/8/layout/hList1"/>
    <dgm:cxn modelId="{06B1DFAE-9072-4852-9EE5-EEAC15F08EB5}" type="presOf" srcId="{9367BD83-0DE0-4AA0-8808-27DAAF0F1B6B}" destId="{EABBAB6D-A11C-47FF-B263-1139DD49D4C8}" srcOrd="0" destOrd="0" presId="urn:microsoft.com/office/officeart/2005/8/layout/hList1"/>
    <dgm:cxn modelId="{24116CB0-F04A-402B-A05A-7955C02A29B6}" type="presOf" srcId="{B10EE4B6-432A-4BA8-A42D-72A5DA9DA022}" destId="{6AAD5D23-7E75-47BC-B726-5EBDD491A17A}" srcOrd="0" destOrd="2" presId="urn:microsoft.com/office/officeart/2005/8/layout/hList1"/>
    <dgm:cxn modelId="{1E7F64BB-EF78-4964-974A-4069C7D7B589}" type="presOf" srcId="{1C1F34D6-8776-410A-8ACA-BA6ECE405AD1}" destId="{6AAD5D23-7E75-47BC-B726-5EBDD491A17A}" srcOrd="0" destOrd="0" presId="urn:microsoft.com/office/officeart/2005/8/layout/hList1"/>
    <dgm:cxn modelId="{8454CBC8-AD78-4D53-83DC-4B3E9D107306}" srcId="{4166495E-94CE-499E-94AF-2903CF626003}" destId="{B10EE4B6-432A-4BA8-A42D-72A5DA9DA022}" srcOrd="2" destOrd="0" parTransId="{849675C2-6760-48A2-BD2A-A5FFE0B14BDE}" sibTransId="{41ACD5C8-C071-4089-B6D5-AE6D06FCCB6A}"/>
    <dgm:cxn modelId="{3116DFD5-8EAA-4E91-9A06-7A9C2B320028}" type="presOf" srcId="{58CD9B78-333C-4D13-9A8E-3BC30839BEDA}" destId="{FDB3E686-8E3D-408E-9DCD-D9D3C7D1BEFF}" srcOrd="0" destOrd="0" presId="urn:microsoft.com/office/officeart/2005/8/layout/hList1"/>
    <dgm:cxn modelId="{A8A536DB-1F8D-4505-AE9A-34B31F4EFD65}" type="presOf" srcId="{07D5A70F-932C-4615-8E34-8BBF00E6CCFD}" destId="{B5EE2BC0-E923-4B7D-9ECA-A54EE32A64DC}" srcOrd="0" destOrd="2" presId="urn:microsoft.com/office/officeart/2005/8/layout/hList1"/>
    <dgm:cxn modelId="{AC8F2DE0-05D6-4060-B56A-2360FFE7FBDD}" srcId="{993AA931-1B13-4438-BC2F-7CB5A17475B4}" destId="{EC6115F3-1B6E-4C7A-945C-8AAE3CE5E850}" srcOrd="0" destOrd="0" parTransId="{92A00830-C53F-4EE3-9C7E-0C651A88128D}" sibTransId="{EA494A26-76DF-4D9D-8516-7976D4164AF8}"/>
    <dgm:cxn modelId="{A2D4DFF1-AC70-48B8-B5AA-9B3DF65F7175}" type="presOf" srcId="{765A5535-83B4-4CD8-ADD1-8575E218A78F}" destId="{CF7169B4-CFE6-4601-A85B-ACAA77B82EAD}" srcOrd="0" destOrd="0" presId="urn:microsoft.com/office/officeart/2005/8/layout/hList1"/>
    <dgm:cxn modelId="{D5F0F3F3-91F5-499E-9766-70B105EA32D8}" type="presOf" srcId="{649DE8A1-A75C-49C7-AD10-E0EDE624922E}" destId="{818625A4-F9D6-4CA2-A63F-6F588A371994}" srcOrd="0" destOrd="0" presId="urn:microsoft.com/office/officeart/2005/8/layout/hList1"/>
    <dgm:cxn modelId="{ED3AD117-96F2-47B7-A598-8B4B6C892819}" type="presParOf" srcId="{FDB3E686-8E3D-408E-9DCD-D9D3C7D1BEFF}" destId="{E127A8D3-1D19-4C2C-AE4D-E5D462F4D865}" srcOrd="0" destOrd="0" presId="urn:microsoft.com/office/officeart/2005/8/layout/hList1"/>
    <dgm:cxn modelId="{602EAB66-F73B-4F23-AA8B-93F46AA02D78}" type="presParOf" srcId="{E127A8D3-1D19-4C2C-AE4D-E5D462F4D865}" destId="{CF7169B4-CFE6-4601-A85B-ACAA77B82EAD}" srcOrd="0" destOrd="0" presId="urn:microsoft.com/office/officeart/2005/8/layout/hList1"/>
    <dgm:cxn modelId="{BE4B79BA-849D-422D-B584-34BA412D5D28}" type="presParOf" srcId="{E127A8D3-1D19-4C2C-AE4D-E5D462F4D865}" destId="{818625A4-F9D6-4CA2-A63F-6F588A371994}" srcOrd="1" destOrd="0" presId="urn:microsoft.com/office/officeart/2005/8/layout/hList1"/>
    <dgm:cxn modelId="{1679657F-6084-468E-88FE-455CBF838DED}" type="presParOf" srcId="{FDB3E686-8E3D-408E-9DCD-D9D3C7D1BEFF}" destId="{25D1CE10-B4AD-4FD3-AE7B-E5B2E33442F7}" srcOrd="1" destOrd="0" presId="urn:microsoft.com/office/officeart/2005/8/layout/hList1"/>
    <dgm:cxn modelId="{37500217-B6AA-4042-BE09-406463BE27E6}" type="presParOf" srcId="{FDB3E686-8E3D-408E-9DCD-D9D3C7D1BEFF}" destId="{01733ECC-D4C3-4DC1-8EF5-DAE0CB0F0BF3}" srcOrd="2" destOrd="0" presId="urn:microsoft.com/office/officeart/2005/8/layout/hList1"/>
    <dgm:cxn modelId="{CD66C910-D936-4DE8-90E5-4CDA66D9BE4F}" type="presParOf" srcId="{01733ECC-D4C3-4DC1-8EF5-DAE0CB0F0BF3}" destId="{96FBA821-79F5-466D-B027-CF19B4A5BF0D}" srcOrd="0" destOrd="0" presId="urn:microsoft.com/office/officeart/2005/8/layout/hList1"/>
    <dgm:cxn modelId="{2DA0D4D5-06F6-47BC-A3B2-3717CE118FF3}" type="presParOf" srcId="{01733ECC-D4C3-4DC1-8EF5-DAE0CB0F0BF3}" destId="{6AAD5D23-7E75-47BC-B726-5EBDD491A17A}" srcOrd="1" destOrd="0" presId="urn:microsoft.com/office/officeart/2005/8/layout/hList1"/>
    <dgm:cxn modelId="{E1991E20-E9EB-4B84-B52C-FC849C658DEF}" type="presParOf" srcId="{FDB3E686-8E3D-408E-9DCD-D9D3C7D1BEFF}" destId="{ADEF1BB8-3585-450F-A006-C1E4B26F27FE}" srcOrd="3" destOrd="0" presId="urn:microsoft.com/office/officeart/2005/8/layout/hList1"/>
    <dgm:cxn modelId="{4A6C6334-BC1D-44B8-9150-5F03667879EF}" type="presParOf" srcId="{FDB3E686-8E3D-408E-9DCD-D9D3C7D1BEFF}" destId="{3873805B-1FD4-43B6-AC9D-2325698944B4}" srcOrd="4" destOrd="0" presId="urn:microsoft.com/office/officeart/2005/8/layout/hList1"/>
    <dgm:cxn modelId="{0CDCB313-0AC2-4E4A-9F90-AF9EEA697436}" type="presParOf" srcId="{3873805B-1FD4-43B6-AC9D-2325698944B4}" destId="{064378E9-56CF-4B52-B2CA-8CCB63BC41E3}" srcOrd="0" destOrd="0" presId="urn:microsoft.com/office/officeart/2005/8/layout/hList1"/>
    <dgm:cxn modelId="{07EDB409-7C58-4FBE-8C5F-9CA403CBBF9A}" type="presParOf" srcId="{3873805B-1FD4-43B6-AC9D-2325698944B4}" destId="{EABBAB6D-A11C-47FF-B263-1139DD49D4C8}" srcOrd="1" destOrd="0" presId="urn:microsoft.com/office/officeart/2005/8/layout/hList1"/>
    <dgm:cxn modelId="{290F1323-A427-4DA6-86CB-281EB85AA05A}" type="presParOf" srcId="{FDB3E686-8E3D-408E-9DCD-D9D3C7D1BEFF}" destId="{DB3A162B-E8DE-43B1-B7A8-A61BB9EE01F1}" srcOrd="5" destOrd="0" presId="urn:microsoft.com/office/officeart/2005/8/layout/hList1"/>
    <dgm:cxn modelId="{F69CA2DB-5B75-43ED-8063-98675BFEC0E3}" type="presParOf" srcId="{FDB3E686-8E3D-408E-9DCD-D9D3C7D1BEFF}" destId="{D4140BCF-A51F-4E65-ADD0-FDF89B098EAA}" srcOrd="6" destOrd="0" presId="urn:microsoft.com/office/officeart/2005/8/layout/hList1"/>
    <dgm:cxn modelId="{D4DD61B3-D1A8-4D99-AF58-F9176FF1DBA2}" type="presParOf" srcId="{D4140BCF-A51F-4E65-ADD0-FDF89B098EAA}" destId="{67321546-AE24-404F-9D0D-CC4FFCFF168A}" srcOrd="0" destOrd="0" presId="urn:microsoft.com/office/officeart/2005/8/layout/hList1"/>
    <dgm:cxn modelId="{F23B636F-C720-4144-A4C4-59239CBBC320}" type="presParOf" srcId="{D4140BCF-A51F-4E65-ADD0-FDF89B098EAA}" destId="{B5EE2BC0-E923-4B7D-9ECA-A54EE32A64D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52CD9C8-2A80-4DC8-A7DC-368FEE351AE2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1185BC1-D5CA-4A29-B109-F1E61250401A}">
      <dgm:prSet/>
      <dgm:spPr/>
      <dgm:t>
        <a:bodyPr/>
        <a:lstStyle/>
        <a:p>
          <a:r>
            <a:rPr lang="tr-TR" dirty="0" err="1"/>
            <a:t>The</a:t>
          </a:r>
          <a:r>
            <a:rPr lang="tr-TR" dirty="0"/>
            <a:t> </a:t>
          </a:r>
          <a:r>
            <a:rPr lang="tr-TR" dirty="0" err="1"/>
            <a:t>difficulty</a:t>
          </a:r>
          <a:endParaRPr lang="en-US" dirty="0"/>
        </a:p>
      </dgm:t>
    </dgm:pt>
    <dgm:pt modelId="{588DB209-470D-4A8C-8643-B424447897B0}" type="parTrans" cxnId="{CCF83253-ADEE-419E-AA9C-6F49C24E3879}">
      <dgm:prSet/>
      <dgm:spPr/>
      <dgm:t>
        <a:bodyPr/>
        <a:lstStyle/>
        <a:p>
          <a:endParaRPr lang="en-US"/>
        </a:p>
      </dgm:t>
    </dgm:pt>
    <dgm:pt modelId="{A145E012-58E4-472E-8F1E-BFA650F9C1DC}" type="sibTrans" cxnId="{CCF83253-ADEE-419E-AA9C-6F49C24E3879}">
      <dgm:prSet/>
      <dgm:spPr/>
      <dgm:t>
        <a:bodyPr/>
        <a:lstStyle/>
        <a:p>
          <a:endParaRPr lang="en-US"/>
        </a:p>
      </dgm:t>
    </dgm:pt>
    <dgm:pt modelId="{5DDB49E6-618D-439D-B54A-C2042B5472DB}">
      <dgm:prSet/>
      <dgm:spPr/>
      <dgm:t>
        <a:bodyPr/>
        <a:lstStyle/>
        <a:p>
          <a:r>
            <a:rPr lang="en-US"/>
            <a:t>how many days are in each month</a:t>
          </a:r>
        </a:p>
      </dgm:t>
    </dgm:pt>
    <dgm:pt modelId="{2597259E-EC1B-4EB9-AADC-FCA5C96BA447}" type="parTrans" cxnId="{70746FF0-A911-49D4-8EAD-BD13CF660182}">
      <dgm:prSet/>
      <dgm:spPr/>
      <dgm:t>
        <a:bodyPr/>
        <a:lstStyle/>
        <a:p>
          <a:endParaRPr lang="en-US"/>
        </a:p>
      </dgm:t>
    </dgm:pt>
    <dgm:pt modelId="{D84202C4-EE04-4467-98BE-7B33C0FC430F}" type="sibTrans" cxnId="{70746FF0-A911-49D4-8EAD-BD13CF660182}">
      <dgm:prSet/>
      <dgm:spPr/>
      <dgm:t>
        <a:bodyPr/>
        <a:lstStyle/>
        <a:p>
          <a:endParaRPr lang="en-US"/>
        </a:p>
      </dgm:t>
    </dgm:pt>
    <dgm:pt modelId="{E54A1E0F-0038-4F7B-B949-AE5F5081E105}">
      <dgm:prSet/>
      <dgm:spPr/>
      <dgm:t>
        <a:bodyPr/>
        <a:lstStyle/>
        <a:p>
          <a:r>
            <a:rPr lang="en-US" dirty="0"/>
            <a:t>and factor in leap years</a:t>
          </a:r>
        </a:p>
      </dgm:t>
    </dgm:pt>
    <dgm:pt modelId="{A808B5E0-8B5E-4C2F-A09B-9FDA141F24A3}" type="parTrans" cxnId="{1F739388-8327-4CC3-9E59-B7937C9B6F86}">
      <dgm:prSet/>
      <dgm:spPr/>
      <dgm:t>
        <a:bodyPr/>
        <a:lstStyle/>
        <a:p>
          <a:endParaRPr lang="en-US"/>
        </a:p>
      </dgm:t>
    </dgm:pt>
    <dgm:pt modelId="{01D09859-7564-4541-9D75-54EF98360A22}" type="sibTrans" cxnId="{1F739388-8327-4CC3-9E59-B7937C9B6F86}">
      <dgm:prSet/>
      <dgm:spPr/>
      <dgm:t>
        <a:bodyPr/>
        <a:lstStyle/>
        <a:p>
          <a:endParaRPr lang="en-US"/>
        </a:p>
      </dgm:t>
    </dgm:pt>
    <dgm:pt modelId="{9DFC2C5F-DE2D-4996-913D-8D7ACD483C24}">
      <dgm:prSet/>
      <dgm:spPr/>
      <dgm:t>
        <a:bodyPr/>
        <a:lstStyle/>
        <a:p>
          <a:r>
            <a:rPr lang="en-US" dirty="0"/>
            <a:t>The datetime module</a:t>
          </a:r>
        </a:p>
      </dgm:t>
    </dgm:pt>
    <dgm:pt modelId="{357D9FA9-7AF2-4A54-B3E8-A0044775B938}" type="parTrans" cxnId="{35E72F65-10EF-4A91-904D-8F5BA3879F47}">
      <dgm:prSet/>
      <dgm:spPr/>
      <dgm:t>
        <a:bodyPr/>
        <a:lstStyle/>
        <a:p>
          <a:endParaRPr lang="en-US"/>
        </a:p>
      </dgm:t>
    </dgm:pt>
    <dgm:pt modelId="{E6646B6A-9107-455C-93A0-22B704816903}" type="sibTrans" cxnId="{35E72F65-10EF-4A91-904D-8F5BA3879F47}">
      <dgm:prSet/>
      <dgm:spPr/>
      <dgm:t>
        <a:bodyPr/>
        <a:lstStyle/>
        <a:p>
          <a:endParaRPr lang="en-US"/>
        </a:p>
      </dgm:t>
    </dgm:pt>
    <dgm:pt modelId="{09DFAC21-783C-4EB5-BAB1-A66BCE998856}">
      <dgm:prSet/>
      <dgm:spPr/>
      <dgm:t>
        <a:bodyPr/>
        <a:lstStyle/>
        <a:p>
          <a:r>
            <a:rPr lang="en-US"/>
            <a:t>handles </a:t>
          </a:r>
          <a:r>
            <a:rPr lang="tr-TR"/>
            <a:t>such calculations</a:t>
          </a:r>
          <a:endParaRPr lang="en-US"/>
        </a:p>
      </dgm:t>
    </dgm:pt>
    <dgm:pt modelId="{75F0DC39-CE10-4EE0-A805-5AC808CEB981}" type="parTrans" cxnId="{28B8CE1F-48A1-4EF1-B196-71B829F68AFD}">
      <dgm:prSet/>
      <dgm:spPr/>
      <dgm:t>
        <a:bodyPr/>
        <a:lstStyle/>
        <a:p>
          <a:endParaRPr lang="en-US"/>
        </a:p>
      </dgm:t>
    </dgm:pt>
    <dgm:pt modelId="{F194039E-118A-45E8-B392-9E2B136AD1F0}" type="sibTrans" cxnId="{28B8CE1F-48A1-4EF1-B196-71B829F68AFD}">
      <dgm:prSet/>
      <dgm:spPr/>
      <dgm:t>
        <a:bodyPr/>
        <a:lstStyle/>
        <a:p>
          <a:endParaRPr lang="en-US"/>
        </a:p>
      </dgm:t>
    </dgm:pt>
    <dgm:pt modelId="{8B5474A0-7B05-4D6E-93B9-7F2EF0E395BA}">
      <dgm:prSet/>
      <dgm:spPr/>
      <dgm:t>
        <a:bodyPr/>
        <a:lstStyle/>
        <a:p>
          <a:r>
            <a:rPr lang="en-US"/>
            <a:t>and</a:t>
          </a:r>
          <a:r>
            <a:rPr lang="tr-TR"/>
            <a:t> </a:t>
          </a:r>
          <a:r>
            <a:rPr lang="en-US" dirty="0"/>
            <a:t>other tricky details. </a:t>
          </a:r>
        </a:p>
      </dgm:t>
    </dgm:pt>
    <dgm:pt modelId="{4D54BF34-27D4-4BD0-B77E-735CAAF979F0}" type="parTrans" cxnId="{B203F8D6-BFE7-4004-97B3-D9ADB060494C}">
      <dgm:prSet/>
      <dgm:spPr/>
      <dgm:t>
        <a:bodyPr/>
        <a:lstStyle/>
        <a:p>
          <a:endParaRPr lang="en-US"/>
        </a:p>
      </dgm:t>
    </dgm:pt>
    <dgm:pt modelId="{566CC837-14A5-4D61-986D-E108E226749F}" type="sibTrans" cxnId="{B203F8D6-BFE7-4004-97B3-D9ADB060494C}">
      <dgm:prSet/>
      <dgm:spPr/>
      <dgm:t>
        <a:bodyPr/>
        <a:lstStyle/>
        <a:p>
          <a:endParaRPr lang="en-US"/>
        </a:p>
      </dgm:t>
    </dgm:pt>
    <dgm:pt modelId="{8405BCB7-0FBD-4446-8AD8-AEDCC43CA899}">
      <dgm:prSet/>
      <dgm:spPr/>
      <dgm:t>
        <a:bodyPr/>
        <a:lstStyle/>
        <a:p>
          <a:r>
            <a:rPr lang="en-US" dirty="0"/>
            <a:t>you have to</a:t>
          </a:r>
          <a:r>
            <a:rPr lang="tr-TR" dirty="0"/>
            <a:t> </a:t>
          </a:r>
          <a:r>
            <a:rPr lang="en-US" dirty="0"/>
            <a:t>remember</a:t>
          </a:r>
        </a:p>
      </dgm:t>
    </dgm:pt>
    <dgm:pt modelId="{DBFBB102-194B-4C2E-84F3-E0A5402B7CE5}" type="parTrans" cxnId="{5DB9EAFB-4D66-4AD5-BBCE-6B250EBE131C}">
      <dgm:prSet/>
      <dgm:spPr/>
      <dgm:t>
        <a:bodyPr/>
        <a:lstStyle/>
        <a:p>
          <a:endParaRPr lang="en-US"/>
        </a:p>
      </dgm:t>
    </dgm:pt>
    <dgm:pt modelId="{4E278805-4413-4813-BAFB-7A75A953B752}" type="sibTrans" cxnId="{5DB9EAFB-4D66-4AD5-BBCE-6B250EBE131C}">
      <dgm:prSet/>
      <dgm:spPr/>
      <dgm:t>
        <a:bodyPr/>
        <a:lstStyle/>
        <a:p>
          <a:endParaRPr lang="en-US"/>
        </a:p>
      </dgm:t>
    </dgm:pt>
    <dgm:pt modelId="{24BEE20D-D33B-4329-AEA3-FB61E30A3815}">
      <dgm:prSet/>
      <dgm:spPr/>
      <dgm:t>
        <a:bodyPr/>
        <a:lstStyle/>
        <a:p>
          <a:r>
            <a:rPr lang="tr-TR" dirty="0" err="1"/>
            <a:t>The</a:t>
          </a:r>
          <a:r>
            <a:rPr lang="tr-TR" dirty="0"/>
            <a:t> </a:t>
          </a:r>
          <a:r>
            <a:rPr lang="tr-TR" dirty="0" err="1"/>
            <a:t>need</a:t>
          </a:r>
          <a:endParaRPr lang="en-US" dirty="0"/>
        </a:p>
      </dgm:t>
    </dgm:pt>
    <dgm:pt modelId="{0AA3BE34-EB09-4CA0-BCB9-742F8D16AFC2}" type="parTrans" cxnId="{585899E3-58B8-4E7B-A076-F663BA782BAF}">
      <dgm:prSet/>
      <dgm:spPr/>
      <dgm:t>
        <a:bodyPr/>
        <a:lstStyle/>
        <a:p>
          <a:endParaRPr lang="en-US"/>
        </a:p>
      </dgm:t>
    </dgm:pt>
    <dgm:pt modelId="{5735B6CF-4BC0-4B9E-B202-6680891D5C9C}" type="sibTrans" cxnId="{585899E3-58B8-4E7B-A076-F663BA782BAF}">
      <dgm:prSet/>
      <dgm:spPr/>
      <dgm:t>
        <a:bodyPr/>
        <a:lstStyle/>
        <a:p>
          <a:endParaRPr lang="en-US"/>
        </a:p>
      </dgm:t>
    </dgm:pt>
    <dgm:pt modelId="{19F8048E-DE3B-4A73-A762-4E709722F37E}">
      <dgm:prSet/>
      <dgm:spPr/>
      <dgm:t>
        <a:bodyPr/>
        <a:lstStyle/>
        <a:p>
          <a:r>
            <a:rPr lang="tr-TR" dirty="0" err="1"/>
            <a:t>Find</a:t>
          </a:r>
          <a:r>
            <a:rPr lang="tr-TR" dirty="0"/>
            <a:t> how </a:t>
          </a:r>
          <a:r>
            <a:rPr lang="tr-TR" dirty="0" err="1"/>
            <a:t>many</a:t>
          </a:r>
          <a:r>
            <a:rPr lang="tr-TR" dirty="0"/>
            <a:t> </a:t>
          </a:r>
          <a:r>
            <a:rPr lang="tr-TR" dirty="0" err="1"/>
            <a:t>days</a:t>
          </a:r>
          <a:endParaRPr lang="en-US" dirty="0"/>
        </a:p>
      </dgm:t>
    </dgm:pt>
    <dgm:pt modelId="{909ED19A-DDC4-44F0-BE7E-7CD56E1F2A50}" type="parTrans" cxnId="{0B1FB1BD-355E-4B2D-8E52-40F9F5A24AF0}">
      <dgm:prSet/>
      <dgm:spPr/>
      <dgm:t>
        <a:bodyPr/>
        <a:lstStyle/>
        <a:p>
          <a:endParaRPr lang="en-US"/>
        </a:p>
      </dgm:t>
    </dgm:pt>
    <dgm:pt modelId="{3026D000-A6B3-4C8C-833A-FF855C2EA2B9}" type="sibTrans" cxnId="{0B1FB1BD-355E-4B2D-8E52-40F9F5A24AF0}">
      <dgm:prSet/>
      <dgm:spPr/>
      <dgm:t>
        <a:bodyPr/>
        <a:lstStyle/>
        <a:p>
          <a:endParaRPr lang="en-US"/>
        </a:p>
      </dgm:t>
    </dgm:pt>
    <dgm:pt modelId="{C6680D18-E50D-4AD1-AE6E-B67278A0AA7B}">
      <dgm:prSet/>
      <dgm:spPr/>
      <dgm:t>
        <a:bodyPr/>
        <a:lstStyle/>
        <a:p>
          <a:r>
            <a:rPr lang="tr-TR" dirty="0" err="1"/>
            <a:t>Are</a:t>
          </a:r>
          <a:r>
            <a:rPr lang="tr-TR" dirty="0"/>
            <a:t> </a:t>
          </a:r>
          <a:r>
            <a:rPr lang="tr-TR" dirty="0" err="1"/>
            <a:t>passed</a:t>
          </a:r>
          <a:r>
            <a:rPr lang="tr-TR" dirty="0"/>
            <a:t> </a:t>
          </a:r>
          <a:r>
            <a:rPr lang="tr-TR" dirty="0" err="1"/>
            <a:t>from</a:t>
          </a:r>
          <a:r>
            <a:rPr lang="tr-TR" dirty="0"/>
            <a:t> a </a:t>
          </a:r>
          <a:r>
            <a:rPr lang="tr-TR" dirty="0" err="1"/>
            <a:t>given</a:t>
          </a:r>
          <a:r>
            <a:rPr lang="tr-TR" dirty="0"/>
            <a:t> </a:t>
          </a:r>
          <a:r>
            <a:rPr lang="tr-TR" dirty="0" err="1"/>
            <a:t>date</a:t>
          </a:r>
          <a:endParaRPr lang="en-US" dirty="0"/>
        </a:p>
      </dgm:t>
    </dgm:pt>
    <dgm:pt modelId="{C22EC267-7B7D-49A4-86C0-C6842DF1A61D}" type="parTrans" cxnId="{3DC39287-B742-417D-839E-9710087440BC}">
      <dgm:prSet/>
      <dgm:spPr/>
      <dgm:t>
        <a:bodyPr/>
        <a:lstStyle/>
        <a:p>
          <a:endParaRPr lang="en-US"/>
        </a:p>
      </dgm:t>
    </dgm:pt>
    <dgm:pt modelId="{F555139A-5193-43EE-BB90-0D84739E5A60}" type="sibTrans" cxnId="{3DC39287-B742-417D-839E-9710087440BC}">
      <dgm:prSet/>
      <dgm:spPr/>
      <dgm:t>
        <a:bodyPr/>
        <a:lstStyle/>
        <a:p>
          <a:endParaRPr lang="en-US"/>
        </a:p>
      </dgm:t>
    </dgm:pt>
    <dgm:pt modelId="{F551A0D5-EB57-4205-9D19-D55C2803DEDA}" type="pres">
      <dgm:prSet presAssocID="{252CD9C8-2A80-4DC8-A7DC-368FEE351AE2}" presName="Name0" presStyleCnt="0">
        <dgm:presLayoutVars>
          <dgm:dir/>
          <dgm:animLvl val="lvl"/>
          <dgm:resizeHandles val="exact"/>
        </dgm:presLayoutVars>
      </dgm:prSet>
      <dgm:spPr/>
    </dgm:pt>
    <dgm:pt modelId="{FB9D3237-302C-464B-9727-07C99AC31A22}" type="pres">
      <dgm:prSet presAssocID="{24BEE20D-D33B-4329-AEA3-FB61E30A3815}" presName="composite" presStyleCnt="0"/>
      <dgm:spPr/>
    </dgm:pt>
    <dgm:pt modelId="{AF391082-AAD6-46E7-8CF7-0510D82A75DB}" type="pres">
      <dgm:prSet presAssocID="{24BEE20D-D33B-4329-AEA3-FB61E30A381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FA5F8A0-D059-45CE-B4A0-D74C34505810}" type="pres">
      <dgm:prSet presAssocID="{24BEE20D-D33B-4329-AEA3-FB61E30A3815}" presName="desTx" presStyleLbl="alignAccFollowNode1" presStyleIdx="0" presStyleCnt="3">
        <dgm:presLayoutVars>
          <dgm:bulletEnabled val="1"/>
        </dgm:presLayoutVars>
      </dgm:prSet>
      <dgm:spPr/>
    </dgm:pt>
    <dgm:pt modelId="{A487CCA1-75A2-4853-ACC3-A305293DD02E}" type="pres">
      <dgm:prSet presAssocID="{5735B6CF-4BC0-4B9E-B202-6680891D5C9C}" presName="space" presStyleCnt="0"/>
      <dgm:spPr/>
    </dgm:pt>
    <dgm:pt modelId="{BBABF8E5-163E-4A44-A4E9-B5AB8CF74112}" type="pres">
      <dgm:prSet presAssocID="{11185BC1-D5CA-4A29-B109-F1E61250401A}" presName="composite" presStyleCnt="0"/>
      <dgm:spPr/>
    </dgm:pt>
    <dgm:pt modelId="{877108A9-4F68-43FB-B37B-83F6A276208E}" type="pres">
      <dgm:prSet presAssocID="{11185BC1-D5CA-4A29-B109-F1E61250401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A77BA76-F858-49D6-84DE-11E495612A19}" type="pres">
      <dgm:prSet presAssocID="{11185BC1-D5CA-4A29-B109-F1E61250401A}" presName="desTx" presStyleLbl="alignAccFollowNode1" presStyleIdx="1" presStyleCnt="3">
        <dgm:presLayoutVars>
          <dgm:bulletEnabled val="1"/>
        </dgm:presLayoutVars>
      </dgm:prSet>
      <dgm:spPr/>
    </dgm:pt>
    <dgm:pt modelId="{A0FB6285-96D0-46CE-A810-E40E7D04A48B}" type="pres">
      <dgm:prSet presAssocID="{A145E012-58E4-472E-8F1E-BFA650F9C1DC}" presName="space" presStyleCnt="0"/>
      <dgm:spPr/>
    </dgm:pt>
    <dgm:pt modelId="{D7E6E426-02E1-4EB0-9320-7967E67019A8}" type="pres">
      <dgm:prSet presAssocID="{9DFC2C5F-DE2D-4996-913D-8D7ACD483C24}" presName="composite" presStyleCnt="0"/>
      <dgm:spPr/>
    </dgm:pt>
    <dgm:pt modelId="{379A3B21-FBAF-43D1-BB58-D679E09F6D4E}" type="pres">
      <dgm:prSet presAssocID="{9DFC2C5F-DE2D-4996-913D-8D7ACD483C2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A6AF8DB-6367-4178-95F0-0E70EB4829A3}" type="pres">
      <dgm:prSet presAssocID="{9DFC2C5F-DE2D-4996-913D-8D7ACD483C2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A94FE0B-4682-42E8-AC48-5CCACAAB818E}" type="presOf" srcId="{5DDB49E6-618D-439D-B54A-C2042B5472DB}" destId="{CA77BA76-F858-49D6-84DE-11E495612A19}" srcOrd="0" destOrd="1" presId="urn:microsoft.com/office/officeart/2005/8/layout/hList1"/>
    <dgm:cxn modelId="{28B8CE1F-48A1-4EF1-B196-71B829F68AFD}" srcId="{9DFC2C5F-DE2D-4996-913D-8D7ACD483C24}" destId="{09DFAC21-783C-4EB5-BAB1-A66BCE998856}" srcOrd="0" destOrd="0" parTransId="{75F0DC39-CE10-4EE0-A805-5AC808CEB981}" sibTransId="{F194039E-118A-45E8-B392-9E2B136AD1F0}"/>
    <dgm:cxn modelId="{4C69742F-C533-4CAB-B8CF-99A281FF3596}" type="presOf" srcId="{8405BCB7-0FBD-4446-8AD8-AEDCC43CA899}" destId="{CA77BA76-F858-49D6-84DE-11E495612A19}" srcOrd="0" destOrd="0" presId="urn:microsoft.com/office/officeart/2005/8/layout/hList1"/>
    <dgm:cxn modelId="{35E72F65-10EF-4A91-904D-8F5BA3879F47}" srcId="{252CD9C8-2A80-4DC8-A7DC-368FEE351AE2}" destId="{9DFC2C5F-DE2D-4996-913D-8D7ACD483C24}" srcOrd="2" destOrd="0" parTransId="{357D9FA9-7AF2-4A54-B3E8-A0044775B938}" sibTransId="{E6646B6A-9107-455C-93A0-22B704816903}"/>
    <dgm:cxn modelId="{A82BB76F-BD14-462C-A190-349D1BC4421D}" type="presOf" srcId="{E54A1E0F-0038-4F7B-B949-AE5F5081E105}" destId="{CA77BA76-F858-49D6-84DE-11E495612A19}" srcOrd="0" destOrd="2" presId="urn:microsoft.com/office/officeart/2005/8/layout/hList1"/>
    <dgm:cxn modelId="{CCF83253-ADEE-419E-AA9C-6F49C24E3879}" srcId="{252CD9C8-2A80-4DC8-A7DC-368FEE351AE2}" destId="{11185BC1-D5CA-4A29-B109-F1E61250401A}" srcOrd="1" destOrd="0" parTransId="{588DB209-470D-4A8C-8643-B424447897B0}" sibTransId="{A145E012-58E4-472E-8F1E-BFA650F9C1DC}"/>
    <dgm:cxn modelId="{B7671679-C898-4F2E-8589-D6FB9F5E74FF}" type="presOf" srcId="{252CD9C8-2A80-4DC8-A7DC-368FEE351AE2}" destId="{F551A0D5-EB57-4205-9D19-D55C2803DEDA}" srcOrd="0" destOrd="0" presId="urn:microsoft.com/office/officeart/2005/8/layout/hList1"/>
    <dgm:cxn modelId="{3DC39287-B742-417D-839E-9710087440BC}" srcId="{24BEE20D-D33B-4329-AEA3-FB61E30A3815}" destId="{C6680D18-E50D-4AD1-AE6E-B67278A0AA7B}" srcOrd="1" destOrd="0" parTransId="{C22EC267-7B7D-49A4-86C0-C6842DF1A61D}" sibTransId="{F555139A-5193-43EE-BB90-0D84739E5A60}"/>
    <dgm:cxn modelId="{1F739388-8327-4CC3-9E59-B7937C9B6F86}" srcId="{11185BC1-D5CA-4A29-B109-F1E61250401A}" destId="{E54A1E0F-0038-4F7B-B949-AE5F5081E105}" srcOrd="2" destOrd="0" parTransId="{A808B5E0-8B5E-4C2F-A09B-9FDA141F24A3}" sibTransId="{01D09859-7564-4541-9D75-54EF98360A22}"/>
    <dgm:cxn modelId="{0B1FB1BD-355E-4B2D-8E52-40F9F5A24AF0}" srcId="{24BEE20D-D33B-4329-AEA3-FB61E30A3815}" destId="{19F8048E-DE3B-4A73-A762-4E709722F37E}" srcOrd="0" destOrd="0" parTransId="{909ED19A-DDC4-44F0-BE7E-7CD56E1F2A50}" sibTransId="{3026D000-A6B3-4C8C-833A-FF855C2EA2B9}"/>
    <dgm:cxn modelId="{E87A7FC2-7C40-408A-B815-0E9C1853911C}" type="presOf" srcId="{C6680D18-E50D-4AD1-AE6E-B67278A0AA7B}" destId="{CFA5F8A0-D059-45CE-B4A0-D74C34505810}" srcOrd="0" destOrd="1" presId="urn:microsoft.com/office/officeart/2005/8/layout/hList1"/>
    <dgm:cxn modelId="{6AC6F9C5-8F50-4F85-89F4-19C64A38D118}" type="presOf" srcId="{8B5474A0-7B05-4D6E-93B9-7F2EF0E395BA}" destId="{CA77BA76-F858-49D6-84DE-11E495612A19}" srcOrd="0" destOrd="3" presId="urn:microsoft.com/office/officeart/2005/8/layout/hList1"/>
    <dgm:cxn modelId="{C932F8CC-6CD2-4D7D-9458-DFB72B12D048}" type="presOf" srcId="{24BEE20D-D33B-4329-AEA3-FB61E30A3815}" destId="{AF391082-AAD6-46E7-8CF7-0510D82A75DB}" srcOrd="0" destOrd="0" presId="urn:microsoft.com/office/officeart/2005/8/layout/hList1"/>
    <dgm:cxn modelId="{35C40DD3-774B-40BD-AB73-9D18F0FF6C52}" type="presOf" srcId="{9DFC2C5F-DE2D-4996-913D-8D7ACD483C24}" destId="{379A3B21-FBAF-43D1-BB58-D679E09F6D4E}" srcOrd="0" destOrd="0" presId="urn:microsoft.com/office/officeart/2005/8/layout/hList1"/>
    <dgm:cxn modelId="{C3E033D5-4246-4C90-BF3A-F81FB5C07D76}" type="presOf" srcId="{19F8048E-DE3B-4A73-A762-4E709722F37E}" destId="{CFA5F8A0-D059-45CE-B4A0-D74C34505810}" srcOrd="0" destOrd="0" presId="urn:microsoft.com/office/officeart/2005/8/layout/hList1"/>
    <dgm:cxn modelId="{B203F8D6-BFE7-4004-97B3-D9ADB060494C}" srcId="{11185BC1-D5CA-4A29-B109-F1E61250401A}" destId="{8B5474A0-7B05-4D6E-93B9-7F2EF0E395BA}" srcOrd="3" destOrd="0" parTransId="{4D54BF34-27D4-4BD0-B77E-735CAAF979F0}" sibTransId="{566CC837-14A5-4D61-986D-E108E226749F}"/>
    <dgm:cxn modelId="{7DC552DD-D1A5-4A8E-A80F-49C0C4C44C61}" type="presOf" srcId="{11185BC1-D5CA-4A29-B109-F1E61250401A}" destId="{877108A9-4F68-43FB-B37B-83F6A276208E}" srcOrd="0" destOrd="0" presId="urn:microsoft.com/office/officeart/2005/8/layout/hList1"/>
    <dgm:cxn modelId="{585899E3-58B8-4E7B-A076-F663BA782BAF}" srcId="{252CD9C8-2A80-4DC8-A7DC-368FEE351AE2}" destId="{24BEE20D-D33B-4329-AEA3-FB61E30A3815}" srcOrd="0" destOrd="0" parTransId="{0AA3BE34-EB09-4CA0-BCB9-742F8D16AFC2}" sibTransId="{5735B6CF-4BC0-4B9E-B202-6680891D5C9C}"/>
    <dgm:cxn modelId="{ABBE20EC-C53A-4925-A955-3E08EAE40F54}" type="presOf" srcId="{09DFAC21-783C-4EB5-BAB1-A66BCE998856}" destId="{CA6AF8DB-6367-4178-95F0-0E70EB4829A3}" srcOrd="0" destOrd="0" presId="urn:microsoft.com/office/officeart/2005/8/layout/hList1"/>
    <dgm:cxn modelId="{70746FF0-A911-49D4-8EAD-BD13CF660182}" srcId="{11185BC1-D5CA-4A29-B109-F1E61250401A}" destId="{5DDB49E6-618D-439D-B54A-C2042B5472DB}" srcOrd="1" destOrd="0" parTransId="{2597259E-EC1B-4EB9-AADC-FCA5C96BA447}" sibTransId="{D84202C4-EE04-4467-98BE-7B33C0FC430F}"/>
    <dgm:cxn modelId="{5DB9EAFB-4D66-4AD5-BBCE-6B250EBE131C}" srcId="{11185BC1-D5CA-4A29-B109-F1E61250401A}" destId="{8405BCB7-0FBD-4446-8AD8-AEDCC43CA899}" srcOrd="0" destOrd="0" parTransId="{DBFBB102-194B-4C2E-84F3-E0A5402B7CE5}" sibTransId="{4E278805-4413-4813-BAFB-7A75A953B752}"/>
    <dgm:cxn modelId="{01BC4C90-FF11-4393-B313-7E6E3FDC9C44}" type="presParOf" srcId="{F551A0D5-EB57-4205-9D19-D55C2803DEDA}" destId="{FB9D3237-302C-464B-9727-07C99AC31A22}" srcOrd="0" destOrd="0" presId="urn:microsoft.com/office/officeart/2005/8/layout/hList1"/>
    <dgm:cxn modelId="{81717D03-E325-4550-BA38-CFCF2453554B}" type="presParOf" srcId="{FB9D3237-302C-464B-9727-07C99AC31A22}" destId="{AF391082-AAD6-46E7-8CF7-0510D82A75DB}" srcOrd="0" destOrd="0" presId="urn:microsoft.com/office/officeart/2005/8/layout/hList1"/>
    <dgm:cxn modelId="{6B9929AC-2DBD-41CE-A47B-620D4432C4CA}" type="presParOf" srcId="{FB9D3237-302C-464B-9727-07C99AC31A22}" destId="{CFA5F8A0-D059-45CE-B4A0-D74C34505810}" srcOrd="1" destOrd="0" presId="urn:microsoft.com/office/officeart/2005/8/layout/hList1"/>
    <dgm:cxn modelId="{56E05C03-253D-4349-BF04-527B93CCF508}" type="presParOf" srcId="{F551A0D5-EB57-4205-9D19-D55C2803DEDA}" destId="{A487CCA1-75A2-4853-ACC3-A305293DD02E}" srcOrd="1" destOrd="0" presId="urn:microsoft.com/office/officeart/2005/8/layout/hList1"/>
    <dgm:cxn modelId="{0188202C-16BE-456E-A3B5-CD8C287C5F2E}" type="presParOf" srcId="{F551A0D5-EB57-4205-9D19-D55C2803DEDA}" destId="{BBABF8E5-163E-4A44-A4E9-B5AB8CF74112}" srcOrd="2" destOrd="0" presId="urn:microsoft.com/office/officeart/2005/8/layout/hList1"/>
    <dgm:cxn modelId="{2FC92476-B254-4A9E-83FC-47E291A70550}" type="presParOf" srcId="{BBABF8E5-163E-4A44-A4E9-B5AB8CF74112}" destId="{877108A9-4F68-43FB-B37B-83F6A276208E}" srcOrd="0" destOrd="0" presId="urn:microsoft.com/office/officeart/2005/8/layout/hList1"/>
    <dgm:cxn modelId="{A0980DB6-E016-4890-A6E7-1948389AAF5A}" type="presParOf" srcId="{BBABF8E5-163E-4A44-A4E9-B5AB8CF74112}" destId="{CA77BA76-F858-49D6-84DE-11E495612A19}" srcOrd="1" destOrd="0" presId="urn:microsoft.com/office/officeart/2005/8/layout/hList1"/>
    <dgm:cxn modelId="{FD7E4452-FFF4-48D2-A415-CF3C0625AEF6}" type="presParOf" srcId="{F551A0D5-EB57-4205-9D19-D55C2803DEDA}" destId="{A0FB6285-96D0-46CE-A810-E40E7D04A48B}" srcOrd="3" destOrd="0" presId="urn:microsoft.com/office/officeart/2005/8/layout/hList1"/>
    <dgm:cxn modelId="{75CB6AF8-C241-458C-BECD-7B9A47A1081E}" type="presParOf" srcId="{F551A0D5-EB57-4205-9D19-D55C2803DEDA}" destId="{D7E6E426-02E1-4EB0-9320-7967E67019A8}" srcOrd="4" destOrd="0" presId="urn:microsoft.com/office/officeart/2005/8/layout/hList1"/>
    <dgm:cxn modelId="{42EF093A-CA4D-4374-9809-0C302C0367F9}" type="presParOf" srcId="{D7E6E426-02E1-4EB0-9320-7967E67019A8}" destId="{379A3B21-FBAF-43D1-BB58-D679E09F6D4E}" srcOrd="0" destOrd="0" presId="urn:microsoft.com/office/officeart/2005/8/layout/hList1"/>
    <dgm:cxn modelId="{7F7FF908-E889-4266-BC8A-D85E190DBD23}" type="presParOf" srcId="{D7E6E426-02E1-4EB0-9320-7967E67019A8}" destId="{CA6AF8DB-6367-4178-95F0-0E70EB4829A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52CD9C8-2A80-4DC8-A7DC-368FEE351AE2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D7226A9-38F4-4A55-B725-B34E9EB7C18A}">
      <dgm:prSet/>
      <dgm:spPr/>
      <dgm:t>
        <a:bodyPr/>
        <a:lstStyle/>
        <a:p>
          <a:r>
            <a:rPr lang="en-US" dirty="0"/>
            <a:t>First</a:t>
          </a:r>
        </a:p>
      </dgm:t>
    </dgm:pt>
    <dgm:pt modelId="{25990594-6A5A-4D1C-98A9-99799D76097A}" type="parTrans" cxnId="{93574D86-D271-4945-B5A5-A4432D7F83D8}">
      <dgm:prSet/>
      <dgm:spPr/>
      <dgm:t>
        <a:bodyPr/>
        <a:lstStyle/>
        <a:p>
          <a:endParaRPr lang="en-US"/>
        </a:p>
      </dgm:t>
    </dgm:pt>
    <dgm:pt modelId="{EB52CDCC-486C-4D86-BF3F-F7DC74FB72B6}" type="sibTrans" cxnId="{93574D86-D271-4945-B5A5-A4432D7F83D8}">
      <dgm:prSet/>
      <dgm:spPr/>
      <dgm:t>
        <a:bodyPr/>
        <a:lstStyle/>
        <a:p>
          <a:endParaRPr lang="en-US"/>
        </a:p>
      </dgm:t>
    </dgm:pt>
    <dgm:pt modelId="{D9971D72-2C0A-4D58-8670-017546F3DC25}">
      <dgm:prSet/>
      <dgm:spPr/>
      <dgm:t>
        <a:bodyPr/>
        <a:lstStyle/>
        <a:p>
          <a:r>
            <a:rPr lang="en-US"/>
            <a:t>for the current moment</a:t>
          </a:r>
        </a:p>
      </dgm:t>
    </dgm:pt>
    <dgm:pt modelId="{3B56F335-BEF3-4E85-AFB9-8B082A49D81D}" type="parTrans" cxnId="{5295DCAE-6457-4759-BFC6-75C96ADEB3D1}">
      <dgm:prSet/>
      <dgm:spPr/>
      <dgm:t>
        <a:bodyPr/>
        <a:lstStyle/>
        <a:p>
          <a:endParaRPr lang="en-US"/>
        </a:p>
      </dgm:t>
    </dgm:pt>
    <dgm:pt modelId="{3516AA64-4C88-4920-B807-A24DCCB9EAE1}" type="sibTrans" cxnId="{5295DCAE-6457-4759-BFC6-75C96ADEB3D1}">
      <dgm:prSet/>
      <dgm:spPr/>
      <dgm:t>
        <a:bodyPr/>
        <a:lstStyle/>
        <a:p>
          <a:endParaRPr lang="en-US"/>
        </a:p>
      </dgm:t>
    </dgm:pt>
    <dgm:pt modelId="{57AC590C-CEEB-4FFF-82D3-2568C10B9579}">
      <dgm:prSet/>
      <dgm:spPr/>
      <dgm:t>
        <a:bodyPr/>
        <a:lstStyle/>
        <a:p>
          <a:r>
            <a:rPr lang="en-US"/>
            <a:t>store it in dt.</a:t>
          </a:r>
        </a:p>
      </dgm:t>
    </dgm:pt>
    <dgm:pt modelId="{BF92D345-CA5A-4F0C-8AE5-310CFAD0BD67}" type="parTrans" cxnId="{958383F1-11B7-4E74-AB41-BB1CB7426C2B}">
      <dgm:prSet/>
      <dgm:spPr/>
      <dgm:t>
        <a:bodyPr/>
        <a:lstStyle/>
        <a:p>
          <a:endParaRPr lang="en-US"/>
        </a:p>
      </dgm:t>
    </dgm:pt>
    <dgm:pt modelId="{81E95C2B-A56F-4C12-ADE7-150F55F5F345}" type="sibTrans" cxnId="{958383F1-11B7-4E74-AB41-BB1CB7426C2B}">
      <dgm:prSet/>
      <dgm:spPr/>
      <dgm:t>
        <a:bodyPr/>
        <a:lstStyle/>
        <a:p>
          <a:endParaRPr lang="en-US"/>
        </a:p>
      </dgm:t>
    </dgm:pt>
    <dgm:pt modelId="{72D4D26A-7516-4745-83FB-8A3828072F6D}">
      <dgm:prSet/>
      <dgm:spPr/>
      <dgm:t>
        <a:bodyPr/>
        <a:lstStyle/>
        <a:p>
          <a:r>
            <a:rPr lang="en-US" dirty="0"/>
            <a:t>Then</a:t>
          </a:r>
        </a:p>
      </dgm:t>
    </dgm:pt>
    <dgm:pt modelId="{1BB11E78-A0FA-4861-9089-9625FB8204FB}" type="parTrans" cxnId="{1903C0C7-3FF7-4D5C-AC7C-0D41B2C085B6}">
      <dgm:prSet/>
      <dgm:spPr/>
      <dgm:t>
        <a:bodyPr/>
        <a:lstStyle/>
        <a:p>
          <a:endParaRPr lang="en-US"/>
        </a:p>
      </dgm:t>
    </dgm:pt>
    <dgm:pt modelId="{EA116374-15D3-43D9-90BC-F60E36AA42D1}" type="sibTrans" cxnId="{1903C0C7-3FF7-4D5C-AC7C-0D41B2C085B6}">
      <dgm:prSet/>
      <dgm:spPr/>
      <dgm:t>
        <a:bodyPr/>
        <a:lstStyle/>
        <a:p>
          <a:endParaRPr lang="en-US"/>
        </a:p>
      </dgm:t>
    </dgm:pt>
    <dgm:pt modelId="{F565FCA1-8299-434B-916A-2AAF3F97CE35}">
      <dgm:prSet/>
      <dgm:spPr/>
      <dgm:t>
        <a:bodyPr/>
        <a:lstStyle/>
        <a:p>
          <a:r>
            <a:rPr lang="en-US"/>
            <a:t>for a duration of 1,000 days</a:t>
          </a:r>
        </a:p>
      </dgm:t>
    </dgm:pt>
    <dgm:pt modelId="{2FAC79F7-2676-46C3-AAA6-186B58958E31}" type="parTrans" cxnId="{86076456-4520-4300-97E9-7E8FE2BF9E1D}">
      <dgm:prSet/>
      <dgm:spPr/>
      <dgm:t>
        <a:bodyPr/>
        <a:lstStyle/>
        <a:p>
          <a:endParaRPr lang="en-US"/>
        </a:p>
      </dgm:t>
    </dgm:pt>
    <dgm:pt modelId="{5516FD9E-6C91-42BD-9C31-C83842D540B0}" type="sibTrans" cxnId="{86076456-4520-4300-97E9-7E8FE2BF9E1D}">
      <dgm:prSet/>
      <dgm:spPr/>
      <dgm:t>
        <a:bodyPr/>
        <a:lstStyle/>
        <a:p>
          <a:endParaRPr lang="en-US"/>
        </a:p>
      </dgm:t>
    </dgm:pt>
    <dgm:pt modelId="{7BCEFDE9-9BEE-4655-9675-5A8A51433284}">
      <dgm:prSet/>
      <dgm:spPr/>
      <dgm:t>
        <a:bodyPr/>
        <a:lstStyle/>
        <a:p>
          <a:r>
            <a:rPr lang="en-US"/>
            <a:t>store it in</a:t>
          </a:r>
          <a:r>
            <a:rPr lang="tr-TR"/>
            <a:t> </a:t>
          </a:r>
          <a:r>
            <a:rPr lang="en-US"/>
            <a:t>thousandDays. </a:t>
          </a:r>
        </a:p>
      </dgm:t>
    </dgm:pt>
    <dgm:pt modelId="{6092BCD2-311E-41C0-A20F-773D3F9FC208}" type="parTrans" cxnId="{FE5A7A31-37EB-473F-9A5B-A6C4FAC6C00A}">
      <dgm:prSet/>
      <dgm:spPr/>
      <dgm:t>
        <a:bodyPr/>
        <a:lstStyle/>
        <a:p>
          <a:endParaRPr lang="en-US"/>
        </a:p>
      </dgm:t>
    </dgm:pt>
    <dgm:pt modelId="{71C3DBCA-7FC9-46E8-81C4-F3941CDDC792}" type="sibTrans" cxnId="{FE5A7A31-37EB-473F-9A5B-A6C4FAC6C00A}">
      <dgm:prSet/>
      <dgm:spPr/>
      <dgm:t>
        <a:bodyPr/>
        <a:lstStyle/>
        <a:p>
          <a:endParaRPr lang="en-US"/>
        </a:p>
      </dgm:t>
    </dgm:pt>
    <dgm:pt modelId="{8DA89BE1-D278-4923-832B-375B42C563D3}">
      <dgm:prSet/>
      <dgm:spPr/>
      <dgm:t>
        <a:bodyPr/>
        <a:lstStyle/>
        <a:p>
          <a:r>
            <a:rPr lang="en-US" dirty="0"/>
            <a:t>Add</a:t>
          </a:r>
        </a:p>
      </dgm:t>
    </dgm:pt>
    <dgm:pt modelId="{D5A39CDA-33D1-4AFF-A235-7259E6CC757A}" type="parTrans" cxnId="{9B70FDCD-CD7E-4792-A743-11D96BC0CE7C}">
      <dgm:prSet/>
      <dgm:spPr/>
      <dgm:t>
        <a:bodyPr/>
        <a:lstStyle/>
        <a:p>
          <a:endParaRPr lang="en-US"/>
        </a:p>
      </dgm:t>
    </dgm:pt>
    <dgm:pt modelId="{ADE9353C-7131-44F1-9983-EDA17327C587}" type="sibTrans" cxnId="{9B70FDCD-CD7E-4792-A743-11D96BC0CE7C}">
      <dgm:prSet/>
      <dgm:spPr/>
      <dgm:t>
        <a:bodyPr/>
        <a:lstStyle/>
        <a:p>
          <a:endParaRPr lang="en-US"/>
        </a:p>
      </dgm:t>
    </dgm:pt>
    <dgm:pt modelId="{21D53702-BCE8-457C-B3CD-D316B4DEF477}">
      <dgm:prSet/>
      <dgm:spPr/>
      <dgm:t>
        <a:bodyPr/>
        <a:lstStyle/>
        <a:p>
          <a:r>
            <a:rPr lang="en-US"/>
            <a:t>to get a datetime object</a:t>
          </a:r>
        </a:p>
      </dgm:t>
    </dgm:pt>
    <dgm:pt modelId="{618FE46F-5AED-4614-A9E0-D99226FF858B}" type="parTrans" cxnId="{B67D96B7-4DE5-4898-96CF-D758702753E8}">
      <dgm:prSet/>
      <dgm:spPr/>
      <dgm:t>
        <a:bodyPr/>
        <a:lstStyle/>
        <a:p>
          <a:endParaRPr lang="en-US"/>
        </a:p>
      </dgm:t>
    </dgm:pt>
    <dgm:pt modelId="{D8CFCB2C-B4A1-41A6-A119-EA86E2E68DB8}" type="sibTrans" cxnId="{B67D96B7-4DE5-4898-96CF-D758702753E8}">
      <dgm:prSet/>
      <dgm:spPr/>
      <dgm:t>
        <a:bodyPr/>
        <a:lstStyle/>
        <a:p>
          <a:endParaRPr lang="en-US"/>
        </a:p>
      </dgm:t>
    </dgm:pt>
    <dgm:pt modelId="{A7324DEC-C359-4955-A93F-BFD62599F65F}">
      <dgm:prSet/>
      <dgm:spPr/>
      <dgm:t>
        <a:bodyPr/>
        <a:lstStyle/>
        <a:p>
          <a:r>
            <a:rPr lang="en-US"/>
            <a:t>for the</a:t>
          </a:r>
          <a:r>
            <a:rPr lang="tr-TR"/>
            <a:t> </a:t>
          </a:r>
          <a:r>
            <a:rPr lang="en-US"/>
            <a:t>date 1,000 days from now. </a:t>
          </a:r>
        </a:p>
      </dgm:t>
    </dgm:pt>
    <dgm:pt modelId="{E97558FD-600F-47D0-9BAE-D043CF824C65}" type="parTrans" cxnId="{C1BFBB16-C992-4CBA-9119-9C9D6ABF4E15}">
      <dgm:prSet/>
      <dgm:spPr/>
      <dgm:t>
        <a:bodyPr/>
        <a:lstStyle/>
        <a:p>
          <a:endParaRPr lang="en-US"/>
        </a:p>
      </dgm:t>
    </dgm:pt>
    <dgm:pt modelId="{55DD02EA-7B2C-4E88-A29A-32AEBA857B4A}" type="sibTrans" cxnId="{C1BFBB16-C992-4CBA-9119-9C9D6ABF4E15}">
      <dgm:prSet/>
      <dgm:spPr/>
      <dgm:t>
        <a:bodyPr/>
        <a:lstStyle/>
        <a:p>
          <a:endParaRPr lang="en-US"/>
        </a:p>
      </dgm:t>
    </dgm:pt>
    <dgm:pt modelId="{ED483CED-C6BA-4937-ADFE-FD2172B4C79A}">
      <dgm:prSet/>
      <dgm:spPr/>
      <dgm:t>
        <a:bodyPr/>
        <a:lstStyle/>
        <a:p>
          <a:r>
            <a:rPr lang="tr-TR" dirty="0" err="1"/>
            <a:t>Python’s</a:t>
          </a:r>
          <a:r>
            <a:rPr lang="tr-TR" dirty="0"/>
            <a:t> </a:t>
          </a:r>
          <a:r>
            <a:rPr lang="en-US" dirty="0"/>
            <a:t>peculiarity</a:t>
          </a:r>
        </a:p>
      </dgm:t>
    </dgm:pt>
    <dgm:pt modelId="{EFF04DB2-CD12-4FE4-A689-861ACEB95331}" type="parTrans" cxnId="{4A2DB2A4-13BD-48B4-B425-5AB0D8750B3B}">
      <dgm:prSet/>
      <dgm:spPr/>
      <dgm:t>
        <a:bodyPr/>
        <a:lstStyle/>
        <a:p>
          <a:endParaRPr lang="en-US"/>
        </a:p>
      </dgm:t>
    </dgm:pt>
    <dgm:pt modelId="{534C0BEF-CF92-41B9-97B7-38314F6D1D15}" type="sibTrans" cxnId="{4A2DB2A4-13BD-48B4-B425-5AB0D8750B3B}">
      <dgm:prSet/>
      <dgm:spPr/>
      <dgm:t>
        <a:bodyPr/>
        <a:lstStyle/>
        <a:p>
          <a:endParaRPr lang="en-US"/>
        </a:p>
      </dgm:t>
    </dgm:pt>
    <dgm:pt modelId="{729AF340-E0D1-4143-8018-10B47C5B2E36}">
      <dgm:prSet/>
      <dgm:spPr/>
      <dgm:t>
        <a:bodyPr/>
        <a:lstStyle/>
        <a:p>
          <a:r>
            <a:rPr lang="en-US"/>
            <a:t>to figure out</a:t>
          </a:r>
          <a:r>
            <a:rPr lang="tr-TR"/>
            <a:t> </a:t>
          </a:r>
          <a:r>
            <a:rPr lang="en-US"/>
            <a:t>that 1,000 days after February 27, 2015</a:t>
          </a:r>
        </a:p>
      </dgm:t>
    </dgm:pt>
    <dgm:pt modelId="{8348E3AA-5B4E-498D-BC2B-8E0507AF6038}" type="parTrans" cxnId="{99673818-04B7-465E-9DB3-806302F57401}">
      <dgm:prSet/>
      <dgm:spPr/>
      <dgm:t>
        <a:bodyPr/>
        <a:lstStyle/>
        <a:p>
          <a:endParaRPr lang="en-US"/>
        </a:p>
      </dgm:t>
    </dgm:pt>
    <dgm:pt modelId="{ED850EEA-E3B3-49C9-A5AB-A464F77665FE}" type="sibTrans" cxnId="{99673818-04B7-465E-9DB3-806302F57401}">
      <dgm:prSet/>
      <dgm:spPr/>
      <dgm:t>
        <a:bodyPr/>
        <a:lstStyle/>
        <a:p>
          <a:endParaRPr lang="en-US"/>
        </a:p>
      </dgm:t>
    </dgm:pt>
    <dgm:pt modelId="{8C3AEFE7-ED95-4F65-AA5D-F0ABCF58C731}">
      <dgm:prSet/>
      <dgm:spPr/>
      <dgm:t>
        <a:bodyPr/>
        <a:lstStyle/>
        <a:p>
          <a:r>
            <a:rPr lang="en-US" dirty="0"/>
            <a:t>will be November 23, 2017. </a:t>
          </a:r>
        </a:p>
      </dgm:t>
    </dgm:pt>
    <dgm:pt modelId="{56F46C7C-D0CF-4751-A7C7-54B08634D275}" type="parTrans" cxnId="{27FB0A2E-3A88-4C26-957C-6A22345490FC}">
      <dgm:prSet/>
      <dgm:spPr/>
      <dgm:t>
        <a:bodyPr/>
        <a:lstStyle/>
        <a:p>
          <a:endParaRPr lang="en-US"/>
        </a:p>
      </dgm:t>
    </dgm:pt>
    <dgm:pt modelId="{E1A7423B-4617-4812-A253-5F1C8E73C588}" type="sibTrans" cxnId="{27FB0A2E-3A88-4C26-957C-6A22345490FC}">
      <dgm:prSet/>
      <dgm:spPr/>
      <dgm:t>
        <a:bodyPr/>
        <a:lstStyle/>
        <a:p>
          <a:endParaRPr lang="en-US"/>
        </a:p>
      </dgm:t>
    </dgm:pt>
    <dgm:pt modelId="{87FCBF2E-6053-484B-B992-CFA5498B6109}">
      <dgm:prSet/>
      <dgm:spPr/>
      <dgm:t>
        <a:bodyPr/>
        <a:lstStyle/>
        <a:p>
          <a:r>
            <a:rPr lang="en-US"/>
            <a:t>This is</a:t>
          </a:r>
          <a:r>
            <a:rPr lang="tr-TR"/>
            <a:t> </a:t>
          </a:r>
          <a:r>
            <a:rPr lang="en-US"/>
            <a:t>useful</a:t>
          </a:r>
        </a:p>
      </dgm:t>
    </dgm:pt>
    <dgm:pt modelId="{2F76979C-3E6D-457E-A5DE-F44AE2DD0EDD}" type="parTrans" cxnId="{7F450D7B-7187-4A05-853E-C8D8229BBD56}">
      <dgm:prSet/>
      <dgm:spPr/>
      <dgm:t>
        <a:bodyPr/>
        <a:lstStyle/>
        <a:p>
          <a:endParaRPr lang="en-US"/>
        </a:p>
      </dgm:t>
    </dgm:pt>
    <dgm:pt modelId="{C19B7902-5319-4466-9B96-83DA856DAB45}" type="sibTrans" cxnId="{7F450D7B-7187-4A05-853E-C8D8229BBD56}">
      <dgm:prSet/>
      <dgm:spPr/>
      <dgm:t>
        <a:bodyPr/>
        <a:lstStyle/>
        <a:p>
          <a:endParaRPr lang="en-US"/>
        </a:p>
      </dgm:t>
    </dgm:pt>
    <dgm:pt modelId="{929C34C2-52BC-4385-84BD-D02264643C49}">
      <dgm:prSet/>
      <dgm:spPr/>
      <dgm:t>
        <a:bodyPr/>
        <a:lstStyle/>
        <a:p>
          <a:r>
            <a:rPr lang="tr-TR" dirty="0" err="1"/>
            <a:t>to</a:t>
          </a:r>
          <a:r>
            <a:rPr lang="tr-TR" dirty="0"/>
            <a:t> </a:t>
          </a:r>
          <a:r>
            <a:rPr lang="en-US" dirty="0"/>
            <a:t>calculate 1,000 days</a:t>
          </a:r>
        </a:p>
      </dgm:t>
    </dgm:pt>
    <dgm:pt modelId="{95A0878D-2438-4E57-87DE-4507C4CF898F}" type="parTrans" cxnId="{08AC3A58-51F4-48B5-85D5-574578156553}">
      <dgm:prSet/>
      <dgm:spPr/>
      <dgm:t>
        <a:bodyPr/>
        <a:lstStyle/>
        <a:p>
          <a:endParaRPr lang="en-US"/>
        </a:p>
      </dgm:t>
    </dgm:pt>
    <dgm:pt modelId="{BA62AD05-9540-42F4-9B3F-E0E74221D151}" type="sibTrans" cxnId="{08AC3A58-51F4-48B5-85D5-574578156553}">
      <dgm:prSet/>
      <dgm:spPr/>
      <dgm:t>
        <a:bodyPr/>
        <a:lstStyle/>
        <a:p>
          <a:endParaRPr lang="en-US"/>
        </a:p>
      </dgm:t>
    </dgm:pt>
    <dgm:pt modelId="{345E6A16-0364-4B1A-9A39-96E475116973}">
      <dgm:prSet/>
      <dgm:spPr/>
      <dgm:t>
        <a:bodyPr/>
        <a:lstStyle/>
        <a:p>
          <a:r>
            <a:rPr lang="en-US"/>
            <a:t>dt </a:t>
          </a:r>
          <a:r>
            <a:rPr lang="en-US" dirty="0"/>
            <a:t>and </a:t>
          </a:r>
          <a:r>
            <a:rPr lang="en-US" dirty="0" err="1"/>
            <a:t>thousandDays</a:t>
          </a:r>
          <a:r>
            <a:rPr lang="en-US" dirty="0"/>
            <a:t> together</a:t>
          </a:r>
        </a:p>
      </dgm:t>
    </dgm:pt>
    <dgm:pt modelId="{307684BA-4217-472C-88AD-079494597DFC}" type="parTrans" cxnId="{BA3DDEC7-B383-41FD-8176-044AE0ED597C}">
      <dgm:prSet/>
      <dgm:spPr/>
      <dgm:t>
        <a:bodyPr/>
        <a:lstStyle/>
        <a:p>
          <a:endParaRPr lang="en-US"/>
        </a:p>
      </dgm:t>
    </dgm:pt>
    <dgm:pt modelId="{10623166-F97B-4C18-91A2-032F466021D2}" type="sibTrans" cxnId="{BA3DDEC7-B383-41FD-8176-044AE0ED597C}">
      <dgm:prSet/>
      <dgm:spPr/>
      <dgm:t>
        <a:bodyPr/>
        <a:lstStyle/>
        <a:p>
          <a:endParaRPr lang="en-US"/>
        </a:p>
      </dgm:t>
    </dgm:pt>
    <dgm:pt modelId="{78352433-F3EB-49B8-BDB1-42CA81CBAAA1}">
      <dgm:prSet/>
      <dgm:spPr/>
      <dgm:t>
        <a:bodyPr/>
        <a:lstStyle/>
        <a:p>
          <a:r>
            <a:rPr lang="en-US"/>
            <a:t>make </a:t>
          </a:r>
          <a:r>
            <a:rPr lang="en-US" dirty="0"/>
            <a:t>a </a:t>
          </a:r>
          <a:r>
            <a:rPr lang="en-US" dirty="0" err="1"/>
            <a:t>timedelta</a:t>
          </a:r>
          <a:r>
            <a:rPr lang="en-US" dirty="0"/>
            <a:t> object</a:t>
          </a:r>
        </a:p>
      </dgm:t>
    </dgm:pt>
    <dgm:pt modelId="{75CD4112-F9D4-43BF-B79F-24F976EEE6C2}" type="parTrans" cxnId="{AC82C189-6138-4A29-B4A7-81E07E69F154}">
      <dgm:prSet/>
      <dgm:spPr/>
      <dgm:t>
        <a:bodyPr/>
        <a:lstStyle/>
        <a:p>
          <a:endParaRPr lang="en-US"/>
        </a:p>
      </dgm:t>
    </dgm:pt>
    <dgm:pt modelId="{F5C51CFD-0710-478C-B97C-F0885AC30824}" type="sibTrans" cxnId="{AC82C189-6138-4A29-B4A7-81E07E69F154}">
      <dgm:prSet/>
      <dgm:spPr/>
      <dgm:t>
        <a:bodyPr/>
        <a:lstStyle/>
        <a:p>
          <a:endParaRPr lang="en-US"/>
        </a:p>
      </dgm:t>
    </dgm:pt>
    <dgm:pt modelId="{FF698F2C-EC7F-4F5F-8A7D-A5665D91DF8A}">
      <dgm:prSet/>
      <dgm:spPr/>
      <dgm:t>
        <a:bodyPr/>
        <a:lstStyle/>
        <a:p>
          <a:r>
            <a:rPr lang="en-US"/>
            <a:t>make a datetime object</a:t>
          </a:r>
        </a:p>
      </dgm:t>
    </dgm:pt>
    <dgm:pt modelId="{544500A5-40AC-4D65-85FB-5A28B1A9DD05}" type="parTrans" cxnId="{B34FAFC6-3EA0-4AB3-9419-FD5D1DAA0E57}">
      <dgm:prSet/>
      <dgm:spPr/>
      <dgm:t>
        <a:bodyPr/>
        <a:lstStyle/>
        <a:p>
          <a:endParaRPr lang="en-US"/>
        </a:p>
      </dgm:t>
    </dgm:pt>
    <dgm:pt modelId="{9DB8D2E2-B36A-43DD-96BF-922B9EEB9A61}" type="sibTrans" cxnId="{B34FAFC6-3EA0-4AB3-9419-FD5D1DAA0E57}">
      <dgm:prSet/>
      <dgm:spPr/>
      <dgm:t>
        <a:bodyPr/>
        <a:lstStyle/>
        <a:p>
          <a:endParaRPr lang="en-US"/>
        </a:p>
      </dgm:t>
    </dgm:pt>
    <dgm:pt modelId="{6DEDF94C-9D66-48AC-867A-C58068353764}">
      <dgm:prSet/>
      <dgm:spPr/>
      <dgm:t>
        <a:bodyPr/>
        <a:lstStyle/>
        <a:p>
          <a:r>
            <a:rPr lang="en-US"/>
            <a:t>from </a:t>
          </a:r>
          <a:r>
            <a:rPr lang="en-US" dirty="0"/>
            <a:t>a given date</a:t>
          </a:r>
        </a:p>
      </dgm:t>
    </dgm:pt>
    <dgm:pt modelId="{06E58E69-1EAA-46CB-9AEB-44C9E198A79F}" type="parTrans" cxnId="{B34ADD06-604F-4FFF-BEDA-DC4A16FB6918}">
      <dgm:prSet/>
      <dgm:spPr/>
      <dgm:t>
        <a:bodyPr/>
        <a:lstStyle/>
        <a:p>
          <a:endParaRPr lang="en-US"/>
        </a:p>
      </dgm:t>
    </dgm:pt>
    <dgm:pt modelId="{A49E3302-A2A7-4B61-B8F7-64F55F1C3659}" type="sibTrans" cxnId="{B34ADD06-604F-4FFF-BEDA-DC4A16FB6918}">
      <dgm:prSet/>
      <dgm:spPr/>
      <dgm:t>
        <a:bodyPr/>
        <a:lstStyle/>
        <a:p>
          <a:endParaRPr lang="en-US"/>
        </a:p>
      </dgm:t>
    </dgm:pt>
    <dgm:pt modelId="{9E991EF3-FFEA-439F-B610-2F40904476CC}">
      <dgm:prSet/>
      <dgm:spPr/>
      <dgm:t>
        <a:bodyPr/>
        <a:lstStyle/>
        <a:p>
          <a:r>
            <a:rPr lang="en-US"/>
            <a:t>Python </a:t>
          </a:r>
          <a:r>
            <a:rPr lang="en-US" dirty="0"/>
            <a:t>will</a:t>
          </a:r>
          <a:r>
            <a:rPr lang="tr-TR" dirty="0"/>
            <a:t> </a:t>
          </a:r>
          <a:r>
            <a:rPr lang="en-US" dirty="0"/>
            <a:t>do the date arithmetic</a:t>
          </a:r>
        </a:p>
      </dgm:t>
    </dgm:pt>
    <dgm:pt modelId="{D3D35352-08D0-4C78-A0CA-5A20CECF82D0}" type="parTrans" cxnId="{53224D2F-15A0-4D9C-84F6-924514A5B06C}">
      <dgm:prSet/>
      <dgm:spPr/>
      <dgm:t>
        <a:bodyPr/>
        <a:lstStyle/>
        <a:p>
          <a:endParaRPr lang="en-US"/>
        </a:p>
      </dgm:t>
    </dgm:pt>
    <dgm:pt modelId="{67011CA7-C90B-406A-A596-768812D150FB}" type="sibTrans" cxnId="{53224D2F-15A0-4D9C-84F6-924514A5B06C}">
      <dgm:prSet/>
      <dgm:spPr/>
      <dgm:t>
        <a:bodyPr/>
        <a:lstStyle/>
        <a:p>
          <a:endParaRPr lang="en-US"/>
        </a:p>
      </dgm:t>
    </dgm:pt>
    <dgm:pt modelId="{4556A289-461B-4481-8B8E-605358D86232}" type="pres">
      <dgm:prSet presAssocID="{252CD9C8-2A80-4DC8-A7DC-368FEE351AE2}" presName="Name0" presStyleCnt="0">
        <dgm:presLayoutVars>
          <dgm:dir/>
          <dgm:animLvl val="lvl"/>
          <dgm:resizeHandles val="exact"/>
        </dgm:presLayoutVars>
      </dgm:prSet>
      <dgm:spPr/>
    </dgm:pt>
    <dgm:pt modelId="{4273A057-7904-4A5B-B0C8-48D3687AB91B}" type="pres">
      <dgm:prSet presAssocID="{3D7226A9-38F4-4A55-B725-B34E9EB7C18A}" presName="composite" presStyleCnt="0"/>
      <dgm:spPr/>
    </dgm:pt>
    <dgm:pt modelId="{10C39D65-39BD-4494-8E75-B99B5347310E}" type="pres">
      <dgm:prSet presAssocID="{3D7226A9-38F4-4A55-B725-B34E9EB7C18A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D3431303-33BA-4276-804F-7D51395C36F6}" type="pres">
      <dgm:prSet presAssocID="{3D7226A9-38F4-4A55-B725-B34E9EB7C18A}" presName="desTx" presStyleLbl="alignAccFollowNode1" presStyleIdx="0" presStyleCnt="5">
        <dgm:presLayoutVars>
          <dgm:bulletEnabled val="1"/>
        </dgm:presLayoutVars>
      </dgm:prSet>
      <dgm:spPr/>
    </dgm:pt>
    <dgm:pt modelId="{A0943733-1983-4946-867C-B45A6003FB26}" type="pres">
      <dgm:prSet presAssocID="{EB52CDCC-486C-4D86-BF3F-F7DC74FB72B6}" presName="space" presStyleCnt="0"/>
      <dgm:spPr/>
    </dgm:pt>
    <dgm:pt modelId="{8DA07FEC-1C1C-4CB7-B4B9-F4BF20D2E62F}" type="pres">
      <dgm:prSet presAssocID="{72D4D26A-7516-4745-83FB-8A3828072F6D}" presName="composite" presStyleCnt="0"/>
      <dgm:spPr/>
    </dgm:pt>
    <dgm:pt modelId="{9093F51E-2D22-4982-B19F-B94DBA8BF640}" type="pres">
      <dgm:prSet presAssocID="{72D4D26A-7516-4745-83FB-8A3828072F6D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36553F82-5D1D-450B-86EE-42E9447C4EDE}" type="pres">
      <dgm:prSet presAssocID="{72D4D26A-7516-4745-83FB-8A3828072F6D}" presName="desTx" presStyleLbl="alignAccFollowNode1" presStyleIdx="1" presStyleCnt="5">
        <dgm:presLayoutVars>
          <dgm:bulletEnabled val="1"/>
        </dgm:presLayoutVars>
      </dgm:prSet>
      <dgm:spPr/>
    </dgm:pt>
    <dgm:pt modelId="{4E88DC81-03CA-4656-9DCB-CCDEA5B1BDF6}" type="pres">
      <dgm:prSet presAssocID="{EA116374-15D3-43D9-90BC-F60E36AA42D1}" presName="space" presStyleCnt="0"/>
      <dgm:spPr/>
    </dgm:pt>
    <dgm:pt modelId="{3E90EC99-81F2-4ED2-B86B-AFC43E552F10}" type="pres">
      <dgm:prSet presAssocID="{8DA89BE1-D278-4923-832B-375B42C563D3}" presName="composite" presStyleCnt="0"/>
      <dgm:spPr/>
    </dgm:pt>
    <dgm:pt modelId="{CEB5D152-3EA2-4D93-8DD2-86E1CDCD4DFD}" type="pres">
      <dgm:prSet presAssocID="{8DA89BE1-D278-4923-832B-375B42C563D3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705D12C3-CD98-4845-A450-454AB3C3F6D0}" type="pres">
      <dgm:prSet presAssocID="{8DA89BE1-D278-4923-832B-375B42C563D3}" presName="desTx" presStyleLbl="alignAccFollowNode1" presStyleIdx="2" presStyleCnt="5">
        <dgm:presLayoutVars>
          <dgm:bulletEnabled val="1"/>
        </dgm:presLayoutVars>
      </dgm:prSet>
      <dgm:spPr/>
    </dgm:pt>
    <dgm:pt modelId="{28C5EFC4-2D09-4A40-9A12-DEF6C484C546}" type="pres">
      <dgm:prSet presAssocID="{ADE9353C-7131-44F1-9983-EDA17327C587}" presName="space" presStyleCnt="0"/>
      <dgm:spPr/>
    </dgm:pt>
    <dgm:pt modelId="{FFBD5243-90E7-4C81-BEFB-B010A510E9ED}" type="pres">
      <dgm:prSet presAssocID="{ED483CED-C6BA-4937-ADFE-FD2172B4C79A}" presName="composite" presStyleCnt="0"/>
      <dgm:spPr/>
    </dgm:pt>
    <dgm:pt modelId="{E04CE55A-C117-4A72-A2C0-E228397A746E}" type="pres">
      <dgm:prSet presAssocID="{ED483CED-C6BA-4937-ADFE-FD2172B4C79A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1AFF5C5B-62C3-4AF8-A037-BE564C7FE8B2}" type="pres">
      <dgm:prSet presAssocID="{ED483CED-C6BA-4937-ADFE-FD2172B4C79A}" presName="desTx" presStyleLbl="alignAccFollowNode1" presStyleIdx="3" presStyleCnt="5">
        <dgm:presLayoutVars>
          <dgm:bulletEnabled val="1"/>
        </dgm:presLayoutVars>
      </dgm:prSet>
      <dgm:spPr/>
    </dgm:pt>
    <dgm:pt modelId="{8E39CA63-C82A-4789-A1FA-3B74C0C0B798}" type="pres">
      <dgm:prSet presAssocID="{534C0BEF-CF92-41B9-97B7-38314F6D1D15}" presName="space" presStyleCnt="0"/>
      <dgm:spPr/>
    </dgm:pt>
    <dgm:pt modelId="{D64F62D7-D754-4755-9BBD-C467EFBFCD15}" type="pres">
      <dgm:prSet presAssocID="{87FCBF2E-6053-484B-B992-CFA5498B6109}" presName="composite" presStyleCnt="0"/>
      <dgm:spPr/>
    </dgm:pt>
    <dgm:pt modelId="{7B079B9C-5D6C-49CD-94BF-CF7B813DF67E}" type="pres">
      <dgm:prSet presAssocID="{87FCBF2E-6053-484B-B992-CFA5498B6109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2FC5E671-3DBF-4554-A397-EBADF20C08EC}" type="pres">
      <dgm:prSet presAssocID="{87FCBF2E-6053-484B-B992-CFA5498B6109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E7110006-2BF0-40BD-9A5C-B924918CD0FA}" type="presOf" srcId="{D9971D72-2C0A-4D58-8670-017546F3DC25}" destId="{D3431303-33BA-4276-804F-7D51395C36F6}" srcOrd="0" destOrd="1" presId="urn:microsoft.com/office/officeart/2005/8/layout/hList1"/>
    <dgm:cxn modelId="{B34ADD06-604F-4FFF-BEDA-DC4A16FB6918}" srcId="{87FCBF2E-6053-484B-B992-CFA5498B6109}" destId="{6DEDF94C-9D66-48AC-867A-C58068353764}" srcOrd="1" destOrd="0" parTransId="{06E58E69-1EAA-46CB-9AEB-44C9E198A79F}" sibTransId="{A49E3302-A2A7-4B61-B8F7-64F55F1C3659}"/>
    <dgm:cxn modelId="{12D9E710-4F4D-40E3-B41B-83FF19CE3FF8}" type="presOf" srcId="{729AF340-E0D1-4143-8018-10B47C5B2E36}" destId="{1AFF5C5B-62C3-4AF8-A037-BE564C7FE8B2}" srcOrd="0" destOrd="1" presId="urn:microsoft.com/office/officeart/2005/8/layout/hList1"/>
    <dgm:cxn modelId="{C1BFBB16-C992-4CBA-9119-9C9D6ABF4E15}" srcId="{8DA89BE1-D278-4923-832B-375B42C563D3}" destId="{A7324DEC-C359-4955-A93F-BFD62599F65F}" srcOrd="2" destOrd="0" parTransId="{E97558FD-600F-47D0-9BAE-D043CF824C65}" sibTransId="{55DD02EA-7B2C-4E88-A29A-32AEBA857B4A}"/>
    <dgm:cxn modelId="{99673818-04B7-465E-9DB3-806302F57401}" srcId="{ED483CED-C6BA-4937-ADFE-FD2172B4C79A}" destId="{729AF340-E0D1-4143-8018-10B47C5B2E36}" srcOrd="1" destOrd="0" parTransId="{8348E3AA-5B4E-498D-BC2B-8E0507AF6038}" sibTransId="{ED850EEA-E3B3-49C9-A5AB-A464F77665FE}"/>
    <dgm:cxn modelId="{9D72C126-2CFE-4642-8D24-C30706E1B779}" type="presOf" srcId="{ED483CED-C6BA-4937-ADFE-FD2172B4C79A}" destId="{E04CE55A-C117-4A72-A2C0-E228397A746E}" srcOrd="0" destOrd="0" presId="urn:microsoft.com/office/officeart/2005/8/layout/hList1"/>
    <dgm:cxn modelId="{B20EEF2D-29CF-4F55-9A13-DC34C3B97F9E}" type="presOf" srcId="{21D53702-BCE8-457C-B3CD-D316B4DEF477}" destId="{705D12C3-CD98-4845-A450-454AB3C3F6D0}" srcOrd="0" destOrd="1" presId="urn:microsoft.com/office/officeart/2005/8/layout/hList1"/>
    <dgm:cxn modelId="{27FB0A2E-3A88-4C26-957C-6A22345490FC}" srcId="{ED483CED-C6BA-4937-ADFE-FD2172B4C79A}" destId="{8C3AEFE7-ED95-4F65-AA5D-F0ABCF58C731}" srcOrd="2" destOrd="0" parTransId="{56F46C7C-D0CF-4751-A7C7-54B08634D275}" sibTransId="{E1A7423B-4617-4812-A253-5F1C8E73C588}"/>
    <dgm:cxn modelId="{A2051E2F-8EA0-4D80-87A0-C83F346CA385}" type="presOf" srcId="{72D4D26A-7516-4745-83FB-8A3828072F6D}" destId="{9093F51E-2D22-4982-B19F-B94DBA8BF640}" srcOrd="0" destOrd="0" presId="urn:microsoft.com/office/officeart/2005/8/layout/hList1"/>
    <dgm:cxn modelId="{53224D2F-15A0-4D9C-84F6-924514A5B06C}" srcId="{ED483CED-C6BA-4937-ADFE-FD2172B4C79A}" destId="{9E991EF3-FFEA-439F-B610-2F40904476CC}" srcOrd="0" destOrd="0" parTransId="{D3D35352-08D0-4C78-A0CA-5A20CECF82D0}" sibTransId="{67011CA7-C90B-406A-A596-768812D150FB}"/>
    <dgm:cxn modelId="{FE5A7A31-37EB-473F-9A5B-A6C4FAC6C00A}" srcId="{72D4D26A-7516-4745-83FB-8A3828072F6D}" destId="{7BCEFDE9-9BEE-4655-9675-5A8A51433284}" srcOrd="2" destOrd="0" parTransId="{6092BCD2-311E-41C0-A20F-773D3F9FC208}" sibTransId="{71C3DBCA-7FC9-46E8-81C4-F3941CDDC792}"/>
    <dgm:cxn modelId="{98A7E335-4294-4FB8-99E4-9235BD01586B}" type="presOf" srcId="{3D7226A9-38F4-4A55-B725-B34E9EB7C18A}" destId="{10C39D65-39BD-4494-8E75-B99B5347310E}" srcOrd="0" destOrd="0" presId="urn:microsoft.com/office/officeart/2005/8/layout/hList1"/>
    <dgm:cxn modelId="{D43E1A40-3696-4606-A62A-0A1EADAA53F4}" type="presOf" srcId="{252CD9C8-2A80-4DC8-A7DC-368FEE351AE2}" destId="{4556A289-461B-4481-8B8E-605358D86232}" srcOrd="0" destOrd="0" presId="urn:microsoft.com/office/officeart/2005/8/layout/hList1"/>
    <dgm:cxn modelId="{FC8FF561-633D-480D-B897-50301F340F44}" type="presOf" srcId="{7BCEFDE9-9BEE-4655-9675-5A8A51433284}" destId="{36553F82-5D1D-450B-86EE-42E9447C4EDE}" srcOrd="0" destOrd="2" presId="urn:microsoft.com/office/officeart/2005/8/layout/hList1"/>
    <dgm:cxn modelId="{DF466D6B-49A7-4978-B92F-D5701436638C}" type="presOf" srcId="{87FCBF2E-6053-484B-B992-CFA5498B6109}" destId="{7B079B9C-5D6C-49CD-94BF-CF7B813DF67E}" srcOrd="0" destOrd="0" presId="urn:microsoft.com/office/officeart/2005/8/layout/hList1"/>
    <dgm:cxn modelId="{F2CA2675-F54D-41CC-8DD2-C072C33B7661}" type="presOf" srcId="{FF698F2C-EC7F-4F5F-8A7D-A5665D91DF8A}" destId="{D3431303-33BA-4276-804F-7D51395C36F6}" srcOrd="0" destOrd="0" presId="urn:microsoft.com/office/officeart/2005/8/layout/hList1"/>
    <dgm:cxn modelId="{0C9F1C76-7AD1-453D-9B48-93D1347E96B9}" type="presOf" srcId="{6DEDF94C-9D66-48AC-867A-C58068353764}" destId="{2FC5E671-3DBF-4554-A397-EBADF20C08EC}" srcOrd="0" destOrd="1" presId="urn:microsoft.com/office/officeart/2005/8/layout/hList1"/>
    <dgm:cxn modelId="{86076456-4520-4300-97E9-7E8FE2BF9E1D}" srcId="{72D4D26A-7516-4745-83FB-8A3828072F6D}" destId="{F565FCA1-8299-434B-916A-2AAF3F97CE35}" srcOrd="1" destOrd="0" parTransId="{2FAC79F7-2676-46C3-AAA6-186B58958E31}" sibTransId="{5516FD9E-6C91-42BD-9C31-C83842D540B0}"/>
    <dgm:cxn modelId="{08AC3A58-51F4-48B5-85D5-574578156553}" srcId="{87FCBF2E-6053-484B-B992-CFA5498B6109}" destId="{929C34C2-52BC-4385-84BD-D02264643C49}" srcOrd="0" destOrd="0" parTransId="{95A0878D-2438-4E57-87DE-4507C4CF898F}" sibTransId="{BA62AD05-9540-42F4-9B3F-E0E74221D151}"/>
    <dgm:cxn modelId="{7F450D7B-7187-4A05-853E-C8D8229BBD56}" srcId="{252CD9C8-2A80-4DC8-A7DC-368FEE351AE2}" destId="{87FCBF2E-6053-484B-B992-CFA5498B6109}" srcOrd="4" destOrd="0" parTransId="{2F76979C-3E6D-457E-A5DE-F44AE2DD0EDD}" sibTransId="{C19B7902-5319-4466-9B96-83DA856DAB45}"/>
    <dgm:cxn modelId="{93574D86-D271-4945-B5A5-A4432D7F83D8}" srcId="{252CD9C8-2A80-4DC8-A7DC-368FEE351AE2}" destId="{3D7226A9-38F4-4A55-B725-B34E9EB7C18A}" srcOrd="0" destOrd="0" parTransId="{25990594-6A5A-4D1C-98A9-99799D76097A}" sibTransId="{EB52CDCC-486C-4D86-BF3F-F7DC74FB72B6}"/>
    <dgm:cxn modelId="{AC82C189-6138-4A29-B4A7-81E07E69F154}" srcId="{72D4D26A-7516-4745-83FB-8A3828072F6D}" destId="{78352433-F3EB-49B8-BDB1-42CA81CBAAA1}" srcOrd="0" destOrd="0" parTransId="{75CD4112-F9D4-43BF-B79F-24F976EEE6C2}" sibTransId="{F5C51CFD-0710-478C-B97C-F0885AC30824}"/>
    <dgm:cxn modelId="{85B94792-8E2D-4142-B94A-E9ADE75D6AE6}" type="presOf" srcId="{345E6A16-0364-4B1A-9A39-96E475116973}" destId="{705D12C3-CD98-4845-A450-454AB3C3F6D0}" srcOrd="0" destOrd="0" presId="urn:microsoft.com/office/officeart/2005/8/layout/hList1"/>
    <dgm:cxn modelId="{3E13EE94-FB53-474C-A757-6A84428EDF37}" type="presOf" srcId="{F565FCA1-8299-434B-916A-2AAF3F97CE35}" destId="{36553F82-5D1D-450B-86EE-42E9447C4EDE}" srcOrd="0" destOrd="1" presId="urn:microsoft.com/office/officeart/2005/8/layout/hList1"/>
    <dgm:cxn modelId="{97617396-1D3F-4E64-9BBB-D5A54EBD4032}" type="presOf" srcId="{57AC590C-CEEB-4FFF-82D3-2568C10B9579}" destId="{D3431303-33BA-4276-804F-7D51395C36F6}" srcOrd="0" destOrd="2" presId="urn:microsoft.com/office/officeart/2005/8/layout/hList1"/>
    <dgm:cxn modelId="{BD19E1A1-D3BF-4CA8-A24F-3E968CD31F6E}" type="presOf" srcId="{78352433-F3EB-49B8-BDB1-42CA81CBAAA1}" destId="{36553F82-5D1D-450B-86EE-42E9447C4EDE}" srcOrd="0" destOrd="0" presId="urn:microsoft.com/office/officeart/2005/8/layout/hList1"/>
    <dgm:cxn modelId="{4A2DB2A4-13BD-48B4-B425-5AB0D8750B3B}" srcId="{252CD9C8-2A80-4DC8-A7DC-368FEE351AE2}" destId="{ED483CED-C6BA-4937-ADFE-FD2172B4C79A}" srcOrd="3" destOrd="0" parTransId="{EFF04DB2-CD12-4FE4-A689-861ACEB95331}" sibTransId="{534C0BEF-CF92-41B9-97B7-38314F6D1D15}"/>
    <dgm:cxn modelId="{5295DCAE-6457-4759-BFC6-75C96ADEB3D1}" srcId="{3D7226A9-38F4-4A55-B725-B34E9EB7C18A}" destId="{D9971D72-2C0A-4D58-8670-017546F3DC25}" srcOrd="1" destOrd="0" parTransId="{3B56F335-BEF3-4E85-AFB9-8B082A49D81D}" sibTransId="{3516AA64-4C88-4920-B807-A24DCCB9EAE1}"/>
    <dgm:cxn modelId="{B67D96B7-4DE5-4898-96CF-D758702753E8}" srcId="{8DA89BE1-D278-4923-832B-375B42C563D3}" destId="{21D53702-BCE8-457C-B3CD-D316B4DEF477}" srcOrd="1" destOrd="0" parTransId="{618FE46F-5AED-4614-A9E0-D99226FF858B}" sibTransId="{D8CFCB2C-B4A1-41A6-A119-EA86E2E68DB8}"/>
    <dgm:cxn modelId="{B34FAFC6-3EA0-4AB3-9419-FD5D1DAA0E57}" srcId="{3D7226A9-38F4-4A55-B725-B34E9EB7C18A}" destId="{FF698F2C-EC7F-4F5F-8A7D-A5665D91DF8A}" srcOrd="0" destOrd="0" parTransId="{544500A5-40AC-4D65-85FB-5A28B1A9DD05}" sibTransId="{9DB8D2E2-B36A-43DD-96BF-922B9EEB9A61}"/>
    <dgm:cxn modelId="{1903C0C7-3FF7-4D5C-AC7C-0D41B2C085B6}" srcId="{252CD9C8-2A80-4DC8-A7DC-368FEE351AE2}" destId="{72D4D26A-7516-4745-83FB-8A3828072F6D}" srcOrd="1" destOrd="0" parTransId="{1BB11E78-A0FA-4861-9089-9625FB8204FB}" sibTransId="{EA116374-15D3-43D9-90BC-F60E36AA42D1}"/>
    <dgm:cxn modelId="{BA3DDEC7-B383-41FD-8176-044AE0ED597C}" srcId="{8DA89BE1-D278-4923-832B-375B42C563D3}" destId="{345E6A16-0364-4B1A-9A39-96E475116973}" srcOrd="0" destOrd="0" parTransId="{307684BA-4217-472C-88AD-079494597DFC}" sibTransId="{10623166-F97B-4C18-91A2-032F466021D2}"/>
    <dgm:cxn modelId="{9B70FDCD-CD7E-4792-A743-11D96BC0CE7C}" srcId="{252CD9C8-2A80-4DC8-A7DC-368FEE351AE2}" destId="{8DA89BE1-D278-4923-832B-375B42C563D3}" srcOrd="2" destOrd="0" parTransId="{D5A39CDA-33D1-4AFF-A235-7259E6CC757A}" sibTransId="{ADE9353C-7131-44F1-9983-EDA17327C587}"/>
    <dgm:cxn modelId="{CA8D6FD0-16C4-48D4-8F51-A7207EDD93D6}" type="presOf" srcId="{8DA89BE1-D278-4923-832B-375B42C563D3}" destId="{CEB5D152-3EA2-4D93-8DD2-86E1CDCD4DFD}" srcOrd="0" destOrd="0" presId="urn:microsoft.com/office/officeart/2005/8/layout/hList1"/>
    <dgm:cxn modelId="{50AD87E0-F3FC-49EA-A4A1-042AB14080CC}" type="presOf" srcId="{8C3AEFE7-ED95-4F65-AA5D-F0ABCF58C731}" destId="{1AFF5C5B-62C3-4AF8-A037-BE564C7FE8B2}" srcOrd="0" destOrd="2" presId="urn:microsoft.com/office/officeart/2005/8/layout/hList1"/>
    <dgm:cxn modelId="{38A35BEB-DA41-49F5-ACA2-09441350F2F1}" type="presOf" srcId="{9E991EF3-FFEA-439F-B610-2F40904476CC}" destId="{1AFF5C5B-62C3-4AF8-A037-BE564C7FE8B2}" srcOrd="0" destOrd="0" presId="urn:microsoft.com/office/officeart/2005/8/layout/hList1"/>
    <dgm:cxn modelId="{958383F1-11B7-4E74-AB41-BB1CB7426C2B}" srcId="{3D7226A9-38F4-4A55-B725-B34E9EB7C18A}" destId="{57AC590C-CEEB-4FFF-82D3-2568C10B9579}" srcOrd="2" destOrd="0" parTransId="{BF92D345-CA5A-4F0C-8AE5-310CFAD0BD67}" sibTransId="{81E95C2B-A56F-4C12-ADE7-150F55F5F345}"/>
    <dgm:cxn modelId="{6EEC8AF6-ED6C-4667-9D7A-D92668C67866}" type="presOf" srcId="{A7324DEC-C359-4955-A93F-BFD62599F65F}" destId="{705D12C3-CD98-4845-A450-454AB3C3F6D0}" srcOrd="0" destOrd="2" presId="urn:microsoft.com/office/officeart/2005/8/layout/hList1"/>
    <dgm:cxn modelId="{6E5734FC-2FCD-45DB-A5B7-5D4FA75EF406}" type="presOf" srcId="{929C34C2-52BC-4385-84BD-D02264643C49}" destId="{2FC5E671-3DBF-4554-A397-EBADF20C08EC}" srcOrd="0" destOrd="0" presId="urn:microsoft.com/office/officeart/2005/8/layout/hList1"/>
    <dgm:cxn modelId="{6B449281-BDF4-4606-95EF-E6584A276E75}" type="presParOf" srcId="{4556A289-461B-4481-8B8E-605358D86232}" destId="{4273A057-7904-4A5B-B0C8-48D3687AB91B}" srcOrd="0" destOrd="0" presId="urn:microsoft.com/office/officeart/2005/8/layout/hList1"/>
    <dgm:cxn modelId="{75B5BA40-6E7C-4B8E-AC56-7FFD1372231A}" type="presParOf" srcId="{4273A057-7904-4A5B-B0C8-48D3687AB91B}" destId="{10C39D65-39BD-4494-8E75-B99B5347310E}" srcOrd="0" destOrd="0" presId="urn:microsoft.com/office/officeart/2005/8/layout/hList1"/>
    <dgm:cxn modelId="{BBB92B96-6DB8-4F34-A93B-E08A4F6F1C8C}" type="presParOf" srcId="{4273A057-7904-4A5B-B0C8-48D3687AB91B}" destId="{D3431303-33BA-4276-804F-7D51395C36F6}" srcOrd="1" destOrd="0" presId="urn:microsoft.com/office/officeart/2005/8/layout/hList1"/>
    <dgm:cxn modelId="{094B4624-7B69-4433-9081-7A7AEDBCFFF8}" type="presParOf" srcId="{4556A289-461B-4481-8B8E-605358D86232}" destId="{A0943733-1983-4946-867C-B45A6003FB26}" srcOrd="1" destOrd="0" presId="urn:microsoft.com/office/officeart/2005/8/layout/hList1"/>
    <dgm:cxn modelId="{707ABA0E-FDED-476A-9974-5500601C0E9B}" type="presParOf" srcId="{4556A289-461B-4481-8B8E-605358D86232}" destId="{8DA07FEC-1C1C-4CB7-B4B9-F4BF20D2E62F}" srcOrd="2" destOrd="0" presId="urn:microsoft.com/office/officeart/2005/8/layout/hList1"/>
    <dgm:cxn modelId="{3DECFB36-B410-47B6-AC1B-31994F9BD4BE}" type="presParOf" srcId="{8DA07FEC-1C1C-4CB7-B4B9-F4BF20D2E62F}" destId="{9093F51E-2D22-4982-B19F-B94DBA8BF640}" srcOrd="0" destOrd="0" presId="urn:microsoft.com/office/officeart/2005/8/layout/hList1"/>
    <dgm:cxn modelId="{58826921-E940-4C67-8BA1-844889C65AB3}" type="presParOf" srcId="{8DA07FEC-1C1C-4CB7-B4B9-F4BF20D2E62F}" destId="{36553F82-5D1D-450B-86EE-42E9447C4EDE}" srcOrd="1" destOrd="0" presId="urn:microsoft.com/office/officeart/2005/8/layout/hList1"/>
    <dgm:cxn modelId="{52FCF733-BFE7-4296-8C32-A2C717A23D9D}" type="presParOf" srcId="{4556A289-461B-4481-8B8E-605358D86232}" destId="{4E88DC81-03CA-4656-9DCB-CCDEA5B1BDF6}" srcOrd="3" destOrd="0" presId="urn:microsoft.com/office/officeart/2005/8/layout/hList1"/>
    <dgm:cxn modelId="{5D1CB1C2-FAC0-4AA1-B5FD-3657AF958C80}" type="presParOf" srcId="{4556A289-461B-4481-8B8E-605358D86232}" destId="{3E90EC99-81F2-4ED2-B86B-AFC43E552F10}" srcOrd="4" destOrd="0" presId="urn:microsoft.com/office/officeart/2005/8/layout/hList1"/>
    <dgm:cxn modelId="{5437DDF1-7364-45B4-B8EC-12D107B451C7}" type="presParOf" srcId="{3E90EC99-81F2-4ED2-B86B-AFC43E552F10}" destId="{CEB5D152-3EA2-4D93-8DD2-86E1CDCD4DFD}" srcOrd="0" destOrd="0" presId="urn:microsoft.com/office/officeart/2005/8/layout/hList1"/>
    <dgm:cxn modelId="{03038623-FBA3-4F9D-B7A5-30F71158C07F}" type="presParOf" srcId="{3E90EC99-81F2-4ED2-B86B-AFC43E552F10}" destId="{705D12C3-CD98-4845-A450-454AB3C3F6D0}" srcOrd="1" destOrd="0" presId="urn:microsoft.com/office/officeart/2005/8/layout/hList1"/>
    <dgm:cxn modelId="{7D99F327-5FEA-4542-823F-EBC44765E4F8}" type="presParOf" srcId="{4556A289-461B-4481-8B8E-605358D86232}" destId="{28C5EFC4-2D09-4A40-9A12-DEF6C484C546}" srcOrd="5" destOrd="0" presId="urn:microsoft.com/office/officeart/2005/8/layout/hList1"/>
    <dgm:cxn modelId="{7C09C6A7-D1D8-4B9C-9479-E199516DA067}" type="presParOf" srcId="{4556A289-461B-4481-8B8E-605358D86232}" destId="{FFBD5243-90E7-4C81-BEFB-B010A510E9ED}" srcOrd="6" destOrd="0" presId="urn:microsoft.com/office/officeart/2005/8/layout/hList1"/>
    <dgm:cxn modelId="{B2A5085D-C66E-4810-8841-9BE89690E274}" type="presParOf" srcId="{FFBD5243-90E7-4C81-BEFB-B010A510E9ED}" destId="{E04CE55A-C117-4A72-A2C0-E228397A746E}" srcOrd="0" destOrd="0" presId="urn:microsoft.com/office/officeart/2005/8/layout/hList1"/>
    <dgm:cxn modelId="{E69213E2-6C4E-44AF-8D17-2C5495CC374C}" type="presParOf" srcId="{FFBD5243-90E7-4C81-BEFB-B010A510E9ED}" destId="{1AFF5C5B-62C3-4AF8-A037-BE564C7FE8B2}" srcOrd="1" destOrd="0" presId="urn:microsoft.com/office/officeart/2005/8/layout/hList1"/>
    <dgm:cxn modelId="{9FC0B047-CDE2-4EDB-8EB7-B34E305BB53B}" type="presParOf" srcId="{4556A289-461B-4481-8B8E-605358D86232}" destId="{8E39CA63-C82A-4789-A1FA-3B74C0C0B798}" srcOrd="7" destOrd="0" presId="urn:microsoft.com/office/officeart/2005/8/layout/hList1"/>
    <dgm:cxn modelId="{DCA74F24-C7AD-41DD-969F-90C4E0683E61}" type="presParOf" srcId="{4556A289-461B-4481-8B8E-605358D86232}" destId="{D64F62D7-D754-4755-9BBD-C467EFBFCD15}" srcOrd="8" destOrd="0" presId="urn:microsoft.com/office/officeart/2005/8/layout/hList1"/>
    <dgm:cxn modelId="{CA5A6DFE-89F8-4301-ABED-441399F2C9CA}" type="presParOf" srcId="{D64F62D7-D754-4755-9BBD-C467EFBFCD15}" destId="{7B079B9C-5D6C-49CD-94BF-CF7B813DF67E}" srcOrd="0" destOrd="0" presId="urn:microsoft.com/office/officeart/2005/8/layout/hList1"/>
    <dgm:cxn modelId="{63206D23-A185-4EDF-8E20-9C6A4600C358}" type="presParOf" srcId="{D64F62D7-D754-4755-9BBD-C467EFBFCD15}" destId="{2FC5E671-3DBF-4554-A397-EBADF20C08E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A454A03A-6C56-47D4-B291-A68066FFE9F2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40AF8B1-AF38-47F7-A46E-176064144B1A}">
      <dgm:prSet/>
      <dgm:spPr/>
      <dgm:t>
        <a:bodyPr/>
        <a:lstStyle/>
        <a:p>
          <a:r>
            <a:rPr lang="en-US"/>
            <a:t>timedelta objects</a:t>
          </a:r>
        </a:p>
      </dgm:t>
    </dgm:pt>
    <dgm:pt modelId="{6E37CF2A-C732-4801-9CB2-5E89DF241BA6}" type="parTrans" cxnId="{A1F68E61-FE3D-46B3-964F-7BFAAE638999}">
      <dgm:prSet/>
      <dgm:spPr/>
      <dgm:t>
        <a:bodyPr/>
        <a:lstStyle/>
        <a:p>
          <a:endParaRPr lang="en-US"/>
        </a:p>
      </dgm:t>
    </dgm:pt>
    <dgm:pt modelId="{B9537EB4-9205-4D7A-95FD-B11FA3F0FAFB}" type="sibTrans" cxnId="{A1F68E61-FE3D-46B3-964F-7BFAAE638999}">
      <dgm:prSet/>
      <dgm:spPr/>
      <dgm:t>
        <a:bodyPr/>
        <a:lstStyle/>
        <a:p>
          <a:endParaRPr lang="en-US"/>
        </a:p>
      </dgm:t>
    </dgm:pt>
    <dgm:pt modelId="{EF16DAE5-8727-48C9-8540-6FECCB12619B}">
      <dgm:prSet/>
      <dgm:spPr/>
      <dgm:t>
        <a:bodyPr/>
        <a:lstStyle/>
        <a:p>
          <a:r>
            <a:rPr lang="en-US" dirty="0"/>
            <a:t>can be added or subtracted</a:t>
          </a:r>
        </a:p>
      </dgm:t>
    </dgm:pt>
    <dgm:pt modelId="{6C454C34-D291-41E2-8F7E-5E8DCE79749E}" type="parTrans" cxnId="{3545AE96-79BF-42F2-A7D7-029D7FB9AB0D}">
      <dgm:prSet/>
      <dgm:spPr/>
      <dgm:t>
        <a:bodyPr/>
        <a:lstStyle/>
        <a:p>
          <a:endParaRPr lang="en-US"/>
        </a:p>
      </dgm:t>
    </dgm:pt>
    <dgm:pt modelId="{4578984C-3363-472A-B934-4C2AE920404B}" type="sibTrans" cxnId="{3545AE96-79BF-42F2-A7D7-029D7FB9AB0D}">
      <dgm:prSet/>
      <dgm:spPr/>
      <dgm:t>
        <a:bodyPr/>
        <a:lstStyle/>
        <a:p>
          <a:endParaRPr lang="en-US"/>
        </a:p>
      </dgm:t>
    </dgm:pt>
    <dgm:pt modelId="{09C3636C-7C43-4502-BBE8-BA83838131CD}">
      <dgm:prSet/>
      <dgm:spPr/>
      <dgm:t>
        <a:bodyPr/>
        <a:lstStyle/>
        <a:p>
          <a:r>
            <a:rPr lang="en-US"/>
            <a:t>with datetime objects</a:t>
          </a:r>
        </a:p>
      </dgm:t>
    </dgm:pt>
    <dgm:pt modelId="{E038A1F7-8FE9-45C3-AF45-A1D02A2352C0}" type="parTrans" cxnId="{8FC383D8-06F6-4198-9694-50A6FB4F932A}">
      <dgm:prSet/>
      <dgm:spPr/>
      <dgm:t>
        <a:bodyPr/>
        <a:lstStyle/>
        <a:p>
          <a:endParaRPr lang="en-US"/>
        </a:p>
      </dgm:t>
    </dgm:pt>
    <dgm:pt modelId="{B2CCA036-9302-48BA-9A52-9C3D40565428}" type="sibTrans" cxnId="{8FC383D8-06F6-4198-9694-50A6FB4F932A}">
      <dgm:prSet/>
      <dgm:spPr/>
      <dgm:t>
        <a:bodyPr/>
        <a:lstStyle/>
        <a:p>
          <a:endParaRPr lang="en-US"/>
        </a:p>
      </dgm:t>
    </dgm:pt>
    <dgm:pt modelId="{D27EA0ED-EFFC-4BDD-8638-75314DA93B30}">
      <dgm:prSet/>
      <dgm:spPr/>
      <dgm:t>
        <a:bodyPr/>
        <a:lstStyle/>
        <a:p>
          <a:r>
            <a:rPr lang="en-US" dirty="0"/>
            <a:t>or</a:t>
          </a:r>
          <a:r>
            <a:rPr lang="tr-TR" dirty="0"/>
            <a:t> </a:t>
          </a:r>
          <a:r>
            <a:rPr lang="en-US" dirty="0"/>
            <a:t>other </a:t>
          </a:r>
          <a:r>
            <a:rPr lang="en-US" dirty="0" err="1"/>
            <a:t>timedelta</a:t>
          </a:r>
          <a:r>
            <a:rPr lang="en-US" dirty="0"/>
            <a:t> objects</a:t>
          </a:r>
        </a:p>
      </dgm:t>
    </dgm:pt>
    <dgm:pt modelId="{6E16FCFA-D4B0-4F07-86B5-3D63D3327CCA}" type="parTrans" cxnId="{D6F2968D-5941-463D-A502-96AB0F46DC20}">
      <dgm:prSet/>
      <dgm:spPr/>
      <dgm:t>
        <a:bodyPr/>
        <a:lstStyle/>
        <a:p>
          <a:endParaRPr lang="en-US"/>
        </a:p>
      </dgm:t>
    </dgm:pt>
    <dgm:pt modelId="{878083EE-02C6-40C5-A2DF-1B774BE5C9D1}" type="sibTrans" cxnId="{D6F2968D-5941-463D-A502-96AB0F46DC20}">
      <dgm:prSet/>
      <dgm:spPr/>
      <dgm:t>
        <a:bodyPr/>
        <a:lstStyle/>
        <a:p>
          <a:endParaRPr lang="en-US"/>
        </a:p>
      </dgm:t>
    </dgm:pt>
    <dgm:pt modelId="{87BC3EC1-6FAC-4240-BA8E-41B36E20196B}">
      <dgm:prSet/>
      <dgm:spPr/>
      <dgm:t>
        <a:bodyPr/>
        <a:lstStyle/>
        <a:p>
          <a:r>
            <a:rPr lang="en-US"/>
            <a:t>using the + and - operators. </a:t>
          </a:r>
        </a:p>
      </dgm:t>
    </dgm:pt>
    <dgm:pt modelId="{FA7056AE-693B-451F-A0F5-19C13F674A64}" type="parTrans" cxnId="{0FF1F947-1415-485D-B942-5CE737B5FC37}">
      <dgm:prSet/>
      <dgm:spPr/>
      <dgm:t>
        <a:bodyPr/>
        <a:lstStyle/>
        <a:p>
          <a:endParaRPr lang="en-US"/>
        </a:p>
      </dgm:t>
    </dgm:pt>
    <dgm:pt modelId="{6A4DB0C0-2ECA-4F15-9D8E-C3F22ADE8E8D}" type="sibTrans" cxnId="{0FF1F947-1415-485D-B942-5CE737B5FC37}">
      <dgm:prSet/>
      <dgm:spPr/>
      <dgm:t>
        <a:bodyPr/>
        <a:lstStyle/>
        <a:p>
          <a:endParaRPr lang="en-US"/>
        </a:p>
      </dgm:t>
    </dgm:pt>
    <dgm:pt modelId="{A4B7499C-E72D-496A-BCC6-D6A03942391B}">
      <dgm:prSet/>
      <dgm:spPr/>
      <dgm:t>
        <a:bodyPr/>
        <a:lstStyle/>
        <a:p>
          <a:r>
            <a:rPr lang="tr-TR" dirty="0" err="1"/>
            <a:t>Two</a:t>
          </a:r>
          <a:r>
            <a:rPr lang="tr-TR" dirty="0"/>
            <a:t> </a:t>
          </a:r>
          <a:r>
            <a:rPr lang="tr-TR" dirty="0" err="1"/>
            <a:t>operators</a:t>
          </a:r>
          <a:r>
            <a:rPr lang="tr-TR" dirty="0"/>
            <a:t>: ‘*’ &amp; ‘/’</a:t>
          </a:r>
          <a:endParaRPr lang="en-US" dirty="0"/>
        </a:p>
      </dgm:t>
    </dgm:pt>
    <dgm:pt modelId="{2979F9B3-D32D-4BFE-9EE4-67D81A187833}" type="parTrans" cxnId="{58027201-8028-4323-9453-9E38AB44C38A}">
      <dgm:prSet/>
      <dgm:spPr/>
      <dgm:t>
        <a:bodyPr/>
        <a:lstStyle/>
        <a:p>
          <a:endParaRPr lang="en-US"/>
        </a:p>
      </dgm:t>
    </dgm:pt>
    <dgm:pt modelId="{395E9E53-15B6-43B8-BD50-8763206501B3}" type="sibTrans" cxnId="{58027201-8028-4323-9453-9E38AB44C38A}">
      <dgm:prSet/>
      <dgm:spPr/>
      <dgm:t>
        <a:bodyPr/>
        <a:lstStyle/>
        <a:p>
          <a:endParaRPr lang="en-US"/>
        </a:p>
      </dgm:t>
    </dgm:pt>
    <dgm:pt modelId="{3A34273C-4BE6-4269-9E64-D2E29EB8070E}">
      <dgm:prSet/>
      <dgm:spPr/>
      <dgm:t>
        <a:bodyPr/>
        <a:lstStyle/>
        <a:p>
          <a:r>
            <a:rPr lang="en-US" dirty="0"/>
            <a:t>can be</a:t>
          </a:r>
          <a:r>
            <a:rPr lang="tr-TR" dirty="0"/>
            <a:t> </a:t>
          </a:r>
          <a:r>
            <a:rPr lang="en-US" dirty="0"/>
            <a:t>multiplied</a:t>
          </a:r>
        </a:p>
      </dgm:t>
    </dgm:pt>
    <dgm:pt modelId="{37D3C1AF-4659-4A84-A26E-18E09657D46D}" type="parTrans" cxnId="{909B19CD-D3F3-49B8-BCC2-387DC6C51D6E}">
      <dgm:prSet/>
      <dgm:spPr/>
      <dgm:t>
        <a:bodyPr/>
        <a:lstStyle/>
        <a:p>
          <a:endParaRPr lang="en-US"/>
        </a:p>
      </dgm:t>
    </dgm:pt>
    <dgm:pt modelId="{71D839E7-D12A-44D6-90A6-AAC9D485B7BC}" type="sibTrans" cxnId="{909B19CD-D3F3-49B8-BCC2-387DC6C51D6E}">
      <dgm:prSet/>
      <dgm:spPr/>
      <dgm:t>
        <a:bodyPr/>
        <a:lstStyle/>
        <a:p>
          <a:endParaRPr lang="en-US"/>
        </a:p>
      </dgm:t>
    </dgm:pt>
    <dgm:pt modelId="{96FFEC77-AB17-4316-88FA-95AF373B9403}">
      <dgm:prSet/>
      <dgm:spPr/>
      <dgm:t>
        <a:bodyPr/>
        <a:lstStyle/>
        <a:p>
          <a:r>
            <a:rPr lang="en-US"/>
            <a:t>A </a:t>
          </a:r>
          <a:r>
            <a:rPr lang="en-US" dirty="0" err="1"/>
            <a:t>timedelta</a:t>
          </a:r>
          <a:r>
            <a:rPr lang="en-US" dirty="0"/>
            <a:t> object</a:t>
          </a:r>
        </a:p>
      </dgm:t>
    </dgm:pt>
    <dgm:pt modelId="{0CB7DF34-4D79-4548-9A71-7686363798DD}" type="parTrans" cxnId="{C8DD6DC4-D17C-4439-8B15-BA54564D3227}">
      <dgm:prSet/>
      <dgm:spPr/>
    </dgm:pt>
    <dgm:pt modelId="{7C861CB6-B00D-478B-94D0-9B2121122BAB}" type="sibTrans" cxnId="{C8DD6DC4-D17C-4439-8B15-BA54564D3227}">
      <dgm:prSet/>
      <dgm:spPr/>
    </dgm:pt>
    <dgm:pt modelId="{7D48AF1C-2ADB-40E2-BB76-395AF30FFB91}">
      <dgm:prSet/>
      <dgm:spPr/>
      <dgm:t>
        <a:bodyPr/>
        <a:lstStyle/>
        <a:p>
          <a:r>
            <a:rPr lang="en-US" dirty="0"/>
            <a:t>or divided</a:t>
          </a:r>
        </a:p>
      </dgm:t>
    </dgm:pt>
    <dgm:pt modelId="{D2DC3848-86A3-47B1-B08E-7D5CFD5E3BC1}" type="parTrans" cxnId="{258486DF-329A-408C-9665-2C46C7C5C0B5}">
      <dgm:prSet/>
      <dgm:spPr/>
    </dgm:pt>
    <dgm:pt modelId="{64166318-240C-4958-A9B6-69A7E74CB839}" type="sibTrans" cxnId="{258486DF-329A-408C-9665-2C46C7C5C0B5}">
      <dgm:prSet/>
      <dgm:spPr/>
    </dgm:pt>
    <dgm:pt modelId="{6F17150F-71E2-4850-AD2F-F8B71AC6F4B8}">
      <dgm:prSet/>
      <dgm:spPr/>
      <dgm:t>
        <a:bodyPr/>
        <a:lstStyle/>
        <a:p>
          <a:r>
            <a:rPr lang="en-US" dirty="0"/>
            <a:t>with the </a:t>
          </a:r>
          <a:r>
            <a:rPr lang="tr-TR" dirty="0"/>
            <a:t>‘</a:t>
          </a:r>
          <a:r>
            <a:rPr lang="en-US" dirty="0"/>
            <a:t>*</a:t>
          </a:r>
          <a:r>
            <a:rPr lang="tr-TR" dirty="0"/>
            <a:t>’</a:t>
          </a:r>
          <a:r>
            <a:rPr lang="en-US" dirty="0"/>
            <a:t> </a:t>
          </a:r>
        </a:p>
      </dgm:t>
    </dgm:pt>
    <dgm:pt modelId="{BDEDA9F7-98DC-4C9F-A0D7-66816E25573B}" type="parTrans" cxnId="{F16D2C09-3902-4505-9224-4C707B6F9A70}">
      <dgm:prSet/>
      <dgm:spPr/>
    </dgm:pt>
    <dgm:pt modelId="{1D0B3218-CFE2-4CD7-9D06-3FEBC9D20857}" type="sibTrans" cxnId="{F16D2C09-3902-4505-9224-4C707B6F9A70}">
      <dgm:prSet/>
      <dgm:spPr/>
    </dgm:pt>
    <dgm:pt modelId="{FAFD6BB0-4C77-4C87-AD32-B2534765B7F4}">
      <dgm:prSet/>
      <dgm:spPr/>
      <dgm:t>
        <a:bodyPr/>
        <a:lstStyle/>
        <a:p>
          <a:r>
            <a:rPr lang="tr-TR" dirty="0" err="1"/>
            <a:t>by</a:t>
          </a:r>
          <a:r>
            <a:rPr lang="tr-TR" dirty="0"/>
            <a:t> </a:t>
          </a:r>
          <a:r>
            <a:rPr lang="tr-TR" dirty="0" err="1"/>
            <a:t>the</a:t>
          </a:r>
          <a:r>
            <a:rPr lang="tr-TR" dirty="0"/>
            <a:t> ‘</a:t>
          </a:r>
          <a:r>
            <a:rPr lang="en-US" dirty="0"/>
            <a:t>/</a:t>
          </a:r>
          <a:r>
            <a:rPr lang="tr-TR" dirty="0"/>
            <a:t>‘ </a:t>
          </a:r>
          <a:r>
            <a:rPr lang="en-US" dirty="0"/>
            <a:t>operator</a:t>
          </a:r>
        </a:p>
      </dgm:t>
    </dgm:pt>
    <dgm:pt modelId="{15C177C9-9249-4486-BF82-AA1BF658E524}" type="parTrans" cxnId="{C068089F-791B-4A3E-A110-646ACA124AFB}">
      <dgm:prSet/>
      <dgm:spPr/>
    </dgm:pt>
    <dgm:pt modelId="{F41236FA-1439-407C-B724-C1FF42032F53}" type="sibTrans" cxnId="{C068089F-791B-4A3E-A110-646ACA124AFB}">
      <dgm:prSet/>
      <dgm:spPr/>
    </dgm:pt>
    <dgm:pt modelId="{525A4B42-31D0-4BF0-A7D1-71FD82DC44E4}">
      <dgm:prSet/>
      <dgm:spPr/>
      <dgm:t>
        <a:bodyPr/>
        <a:lstStyle/>
        <a:p>
          <a:r>
            <a:rPr lang="en-US" dirty="0"/>
            <a:t>by integer or float value</a:t>
          </a:r>
        </a:p>
      </dgm:t>
    </dgm:pt>
    <dgm:pt modelId="{18EDF6AF-5E66-4B80-A0A1-02DADDF9F945}" type="parTrans" cxnId="{1003403C-503A-43EA-A577-73F9E703E25A}">
      <dgm:prSet/>
      <dgm:spPr/>
    </dgm:pt>
    <dgm:pt modelId="{0F2FEE5C-2C2E-49D8-83FD-0CBA931999F3}" type="sibTrans" cxnId="{1003403C-503A-43EA-A577-73F9E703E25A}">
      <dgm:prSet/>
      <dgm:spPr/>
    </dgm:pt>
    <dgm:pt modelId="{B6FE0F52-B455-4ACC-8F7F-0CE47DB42C66}" type="pres">
      <dgm:prSet presAssocID="{A454A03A-6C56-47D4-B291-A68066FFE9F2}" presName="Name0" presStyleCnt="0">
        <dgm:presLayoutVars>
          <dgm:dir/>
          <dgm:animLvl val="lvl"/>
          <dgm:resizeHandles val="exact"/>
        </dgm:presLayoutVars>
      </dgm:prSet>
      <dgm:spPr/>
    </dgm:pt>
    <dgm:pt modelId="{A49E3DDE-498D-4B98-818E-560A0AD09033}" type="pres">
      <dgm:prSet presAssocID="{340AF8B1-AF38-47F7-A46E-176064144B1A}" presName="composite" presStyleCnt="0"/>
      <dgm:spPr/>
    </dgm:pt>
    <dgm:pt modelId="{D089F2BF-A049-442D-BF56-E6B40B942C69}" type="pres">
      <dgm:prSet presAssocID="{340AF8B1-AF38-47F7-A46E-176064144B1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32B8585-1C92-4162-B696-67D5D0886E16}" type="pres">
      <dgm:prSet presAssocID="{340AF8B1-AF38-47F7-A46E-176064144B1A}" presName="desTx" presStyleLbl="alignAccFollowNode1" presStyleIdx="0" presStyleCnt="2">
        <dgm:presLayoutVars>
          <dgm:bulletEnabled val="1"/>
        </dgm:presLayoutVars>
      </dgm:prSet>
      <dgm:spPr/>
    </dgm:pt>
    <dgm:pt modelId="{35E48207-625A-4626-8C9A-34B599C1540B}" type="pres">
      <dgm:prSet presAssocID="{B9537EB4-9205-4D7A-95FD-B11FA3F0FAFB}" presName="space" presStyleCnt="0"/>
      <dgm:spPr/>
    </dgm:pt>
    <dgm:pt modelId="{F287BB54-025D-4EC0-B408-2D0DB5F620F0}" type="pres">
      <dgm:prSet presAssocID="{A4B7499C-E72D-496A-BCC6-D6A03942391B}" presName="composite" presStyleCnt="0"/>
      <dgm:spPr/>
    </dgm:pt>
    <dgm:pt modelId="{6C0A8F94-2259-4A0B-9DAF-35C54CF9E329}" type="pres">
      <dgm:prSet presAssocID="{A4B7499C-E72D-496A-BCC6-D6A03942391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47B0614-C148-4804-A987-C7E91E7E82C9}" type="pres">
      <dgm:prSet presAssocID="{A4B7499C-E72D-496A-BCC6-D6A03942391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8027201-8028-4323-9453-9E38AB44C38A}" srcId="{A454A03A-6C56-47D4-B291-A68066FFE9F2}" destId="{A4B7499C-E72D-496A-BCC6-D6A03942391B}" srcOrd="1" destOrd="0" parTransId="{2979F9B3-D32D-4BFE-9EE4-67D81A187833}" sibTransId="{395E9E53-15B6-43B8-BD50-8763206501B3}"/>
    <dgm:cxn modelId="{5A8B0802-41D4-41C6-9E63-DA1BC570E6E0}" type="presOf" srcId="{A4B7499C-E72D-496A-BCC6-D6A03942391B}" destId="{6C0A8F94-2259-4A0B-9DAF-35C54CF9E329}" srcOrd="0" destOrd="0" presId="urn:microsoft.com/office/officeart/2005/8/layout/hList1"/>
    <dgm:cxn modelId="{F16D2C09-3902-4505-9224-4C707B6F9A70}" srcId="{525A4B42-31D0-4BF0-A7D1-71FD82DC44E4}" destId="{6F17150F-71E2-4850-AD2F-F8B71AC6F4B8}" srcOrd="0" destOrd="0" parTransId="{BDEDA9F7-98DC-4C9F-A0D7-66816E25573B}" sibTransId="{1D0B3218-CFE2-4CD7-9D06-3FEBC9D20857}"/>
    <dgm:cxn modelId="{1003403C-503A-43EA-A577-73F9E703E25A}" srcId="{A4B7499C-E72D-496A-BCC6-D6A03942391B}" destId="{525A4B42-31D0-4BF0-A7D1-71FD82DC44E4}" srcOrd="2" destOrd="0" parTransId="{18EDF6AF-5E66-4B80-A0A1-02DADDF9F945}" sibTransId="{0F2FEE5C-2C2E-49D8-83FD-0CBA931999F3}"/>
    <dgm:cxn modelId="{B45B6040-D667-401C-8087-69E2B61F3B7D}" type="presOf" srcId="{EF16DAE5-8727-48C9-8540-6FECCB12619B}" destId="{732B8585-1C92-4162-B696-67D5D0886E16}" srcOrd="0" destOrd="0" presId="urn:microsoft.com/office/officeart/2005/8/layout/hList1"/>
    <dgm:cxn modelId="{A1F68E61-FE3D-46B3-964F-7BFAAE638999}" srcId="{A454A03A-6C56-47D4-B291-A68066FFE9F2}" destId="{340AF8B1-AF38-47F7-A46E-176064144B1A}" srcOrd="0" destOrd="0" parTransId="{6E37CF2A-C732-4801-9CB2-5E89DF241BA6}" sibTransId="{B9537EB4-9205-4D7A-95FD-B11FA3F0FAFB}"/>
    <dgm:cxn modelId="{58F86B45-5560-407C-99A8-2A2874CCAC50}" type="presOf" srcId="{96FFEC77-AB17-4316-88FA-95AF373B9403}" destId="{A47B0614-C148-4804-A987-C7E91E7E82C9}" srcOrd="0" destOrd="0" presId="urn:microsoft.com/office/officeart/2005/8/layout/hList1"/>
    <dgm:cxn modelId="{0FF1F947-1415-485D-B942-5CE737B5FC37}" srcId="{340AF8B1-AF38-47F7-A46E-176064144B1A}" destId="{87BC3EC1-6FAC-4240-BA8E-41B36E20196B}" srcOrd="1" destOrd="0" parTransId="{FA7056AE-693B-451F-A0F5-19C13F674A64}" sibTransId="{6A4DB0C0-2ECA-4F15-9D8E-C3F22ADE8E8D}"/>
    <dgm:cxn modelId="{ED461148-32E3-4148-8FB7-6EF594BF4A9E}" type="presOf" srcId="{340AF8B1-AF38-47F7-A46E-176064144B1A}" destId="{D089F2BF-A049-442D-BF56-E6B40B942C69}" srcOrd="0" destOrd="0" presId="urn:microsoft.com/office/officeart/2005/8/layout/hList1"/>
    <dgm:cxn modelId="{B0232B49-B23A-4E3C-8CFF-EF6D2CF47640}" type="presOf" srcId="{525A4B42-31D0-4BF0-A7D1-71FD82DC44E4}" destId="{A47B0614-C148-4804-A987-C7E91E7E82C9}" srcOrd="0" destOrd="2" presId="urn:microsoft.com/office/officeart/2005/8/layout/hList1"/>
    <dgm:cxn modelId="{228DC252-8899-40AF-84ED-42D86B202DFE}" type="presOf" srcId="{7D48AF1C-2ADB-40E2-BB76-395AF30FFB91}" destId="{A47B0614-C148-4804-A987-C7E91E7E82C9}" srcOrd="0" destOrd="4" presId="urn:microsoft.com/office/officeart/2005/8/layout/hList1"/>
    <dgm:cxn modelId="{1947B857-A55A-44D3-8943-31F3896FFBB7}" type="presOf" srcId="{D27EA0ED-EFFC-4BDD-8638-75314DA93B30}" destId="{732B8585-1C92-4162-B696-67D5D0886E16}" srcOrd="0" destOrd="2" presId="urn:microsoft.com/office/officeart/2005/8/layout/hList1"/>
    <dgm:cxn modelId="{166A0482-742F-4ECD-BA83-A64AF1908620}" type="presOf" srcId="{87BC3EC1-6FAC-4240-BA8E-41B36E20196B}" destId="{732B8585-1C92-4162-B696-67D5D0886E16}" srcOrd="0" destOrd="3" presId="urn:microsoft.com/office/officeart/2005/8/layout/hList1"/>
    <dgm:cxn modelId="{D6F2968D-5941-463D-A502-96AB0F46DC20}" srcId="{EF16DAE5-8727-48C9-8540-6FECCB12619B}" destId="{D27EA0ED-EFFC-4BDD-8638-75314DA93B30}" srcOrd="1" destOrd="0" parTransId="{6E16FCFA-D4B0-4F07-86B5-3D63D3327CCA}" sibTransId="{878083EE-02C6-40C5-A2DF-1B774BE5C9D1}"/>
    <dgm:cxn modelId="{3545AE96-79BF-42F2-A7D7-029D7FB9AB0D}" srcId="{340AF8B1-AF38-47F7-A46E-176064144B1A}" destId="{EF16DAE5-8727-48C9-8540-6FECCB12619B}" srcOrd="0" destOrd="0" parTransId="{6C454C34-D291-41E2-8F7E-5E8DCE79749E}" sibTransId="{4578984C-3363-472A-B934-4C2AE920404B}"/>
    <dgm:cxn modelId="{7E8C1998-C23C-45FD-B7E6-EE92DAFCC27A}" type="presOf" srcId="{09C3636C-7C43-4502-BBE8-BA83838131CD}" destId="{732B8585-1C92-4162-B696-67D5D0886E16}" srcOrd="0" destOrd="1" presId="urn:microsoft.com/office/officeart/2005/8/layout/hList1"/>
    <dgm:cxn modelId="{C068089F-791B-4A3E-A110-646ACA124AFB}" srcId="{7D48AF1C-2ADB-40E2-BB76-395AF30FFB91}" destId="{FAFD6BB0-4C77-4C87-AD32-B2534765B7F4}" srcOrd="0" destOrd="0" parTransId="{15C177C9-9249-4486-BF82-AA1BF658E524}" sibTransId="{F41236FA-1439-407C-B724-C1FF42032F53}"/>
    <dgm:cxn modelId="{DEE409BF-8594-4D7C-8E5B-F1A224D9EC26}" type="presOf" srcId="{FAFD6BB0-4C77-4C87-AD32-B2534765B7F4}" destId="{A47B0614-C148-4804-A987-C7E91E7E82C9}" srcOrd="0" destOrd="5" presId="urn:microsoft.com/office/officeart/2005/8/layout/hList1"/>
    <dgm:cxn modelId="{C8DD6DC4-D17C-4439-8B15-BA54564D3227}" srcId="{A4B7499C-E72D-496A-BCC6-D6A03942391B}" destId="{96FFEC77-AB17-4316-88FA-95AF373B9403}" srcOrd="0" destOrd="0" parTransId="{0CB7DF34-4D79-4548-9A71-7686363798DD}" sibTransId="{7C861CB6-B00D-478B-94D0-9B2121122BAB}"/>
    <dgm:cxn modelId="{909B19CD-D3F3-49B8-BCC2-387DC6C51D6E}" srcId="{A4B7499C-E72D-496A-BCC6-D6A03942391B}" destId="{3A34273C-4BE6-4269-9E64-D2E29EB8070E}" srcOrd="1" destOrd="0" parTransId="{37D3C1AF-4659-4A84-A26E-18E09657D46D}" sibTransId="{71D839E7-D12A-44D6-90A6-AAC9D485B7BC}"/>
    <dgm:cxn modelId="{91BF91D0-0552-48E7-80B2-EB328D40FCDA}" type="presOf" srcId="{3A34273C-4BE6-4269-9E64-D2E29EB8070E}" destId="{A47B0614-C148-4804-A987-C7E91E7E82C9}" srcOrd="0" destOrd="1" presId="urn:microsoft.com/office/officeart/2005/8/layout/hList1"/>
    <dgm:cxn modelId="{0E1956D4-481D-407B-B890-6A61AB3E6DA6}" type="presOf" srcId="{6F17150F-71E2-4850-AD2F-F8B71AC6F4B8}" destId="{A47B0614-C148-4804-A987-C7E91E7E82C9}" srcOrd="0" destOrd="3" presId="urn:microsoft.com/office/officeart/2005/8/layout/hList1"/>
    <dgm:cxn modelId="{8FC383D8-06F6-4198-9694-50A6FB4F932A}" srcId="{EF16DAE5-8727-48C9-8540-6FECCB12619B}" destId="{09C3636C-7C43-4502-BBE8-BA83838131CD}" srcOrd="0" destOrd="0" parTransId="{E038A1F7-8FE9-45C3-AF45-A1D02A2352C0}" sibTransId="{B2CCA036-9302-48BA-9A52-9C3D40565428}"/>
    <dgm:cxn modelId="{258486DF-329A-408C-9665-2C46C7C5C0B5}" srcId="{A4B7499C-E72D-496A-BCC6-D6A03942391B}" destId="{7D48AF1C-2ADB-40E2-BB76-395AF30FFB91}" srcOrd="3" destOrd="0" parTransId="{D2DC3848-86A3-47B1-B08E-7D5CFD5E3BC1}" sibTransId="{64166318-240C-4958-A9B6-69A7E74CB839}"/>
    <dgm:cxn modelId="{A1F75DE2-5CFE-4CD7-8AE5-785441768051}" type="presOf" srcId="{A454A03A-6C56-47D4-B291-A68066FFE9F2}" destId="{B6FE0F52-B455-4ACC-8F7F-0CE47DB42C66}" srcOrd="0" destOrd="0" presId="urn:microsoft.com/office/officeart/2005/8/layout/hList1"/>
    <dgm:cxn modelId="{86597A4E-77EA-48D2-A718-DC675BC79B6C}" type="presParOf" srcId="{B6FE0F52-B455-4ACC-8F7F-0CE47DB42C66}" destId="{A49E3DDE-498D-4B98-818E-560A0AD09033}" srcOrd="0" destOrd="0" presId="urn:microsoft.com/office/officeart/2005/8/layout/hList1"/>
    <dgm:cxn modelId="{67BE6FB4-905B-43F5-BC2B-AE9B049C7DF0}" type="presParOf" srcId="{A49E3DDE-498D-4B98-818E-560A0AD09033}" destId="{D089F2BF-A049-442D-BF56-E6B40B942C69}" srcOrd="0" destOrd="0" presId="urn:microsoft.com/office/officeart/2005/8/layout/hList1"/>
    <dgm:cxn modelId="{7D8C0BAB-EC22-4CCF-A0F7-458C9BA41C6F}" type="presParOf" srcId="{A49E3DDE-498D-4B98-818E-560A0AD09033}" destId="{732B8585-1C92-4162-B696-67D5D0886E16}" srcOrd="1" destOrd="0" presId="urn:microsoft.com/office/officeart/2005/8/layout/hList1"/>
    <dgm:cxn modelId="{635AB39F-9807-4B38-B2BE-371513B6C2FB}" type="presParOf" srcId="{B6FE0F52-B455-4ACC-8F7F-0CE47DB42C66}" destId="{35E48207-625A-4626-8C9A-34B599C1540B}" srcOrd="1" destOrd="0" presId="urn:microsoft.com/office/officeart/2005/8/layout/hList1"/>
    <dgm:cxn modelId="{3E390CC9-9236-474C-8A5E-787A86C1207C}" type="presParOf" srcId="{B6FE0F52-B455-4ACC-8F7F-0CE47DB42C66}" destId="{F287BB54-025D-4EC0-B408-2D0DB5F620F0}" srcOrd="2" destOrd="0" presId="urn:microsoft.com/office/officeart/2005/8/layout/hList1"/>
    <dgm:cxn modelId="{05D5850C-8CBF-4206-9998-BD6AC3A16C8C}" type="presParOf" srcId="{F287BB54-025D-4EC0-B408-2D0DB5F620F0}" destId="{6C0A8F94-2259-4A0B-9DAF-35C54CF9E329}" srcOrd="0" destOrd="0" presId="urn:microsoft.com/office/officeart/2005/8/layout/hList1"/>
    <dgm:cxn modelId="{DC255F0A-D3D8-4246-8CF2-A1061E951A55}" type="presParOf" srcId="{F287BB54-025D-4EC0-B408-2D0DB5F620F0}" destId="{A47B0614-C148-4804-A987-C7E91E7E82C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7B0CB270-F9A3-4DAE-98DC-1DB4A7AFB98A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12EBB4A-9C84-47D8-8EA8-1F09E390B61D}">
      <dgm:prSet/>
      <dgm:spPr/>
      <dgm:t>
        <a:bodyPr/>
        <a:lstStyle/>
        <a:p>
          <a:r>
            <a:rPr lang="en-US" dirty="0"/>
            <a:t>The </a:t>
          </a:r>
          <a:r>
            <a:rPr lang="en-US" i="1" dirty="0" err="1"/>
            <a:t>time.sleep</a:t>
          </a:r>
          <a:r>
            <a:rPr lang="en-US" i="1" dirty="0"/>
            <a:t>() </a:t>
          </a:r>
          <a:r>
            <a:rPr lang="en-US" dirty="0"/>
            <a:t>method</a:t>
          </a:r>
        </a:p>
      </dgm:t>
    </dgm:pt>
    <dgm:pt modelId="{54D6D067-B7AA-4DF3-ABF5-93643F2EA676}" type="parTrans" cxnId="{D8AFC895-50E8-469F-9924-600C550A65A6}">
      <dgm:prSet/>
      <dgm:spPr/>
      <dgm:t>
        <a:bodyPr/>
        <a:lstStyle/>
        <a:p>
          <a:endParaRPr lang="en-US"/>
        </a:p>
      </dgm:t>
    </dgm:pt>
    <dgm:pt modelId="{393B223F-F969-4163-8BB2-E68B2BDD109B}" type="sibTrans" cxnId="{D8AFC895-50E8-469F-9924-600C550A65A6}">
      <dgm:prSet/>
      <dgm:spPr/>
      <dgm:t>
        <a:bodyPr/>
        <a:lstStyle/>
        <a:p>
          <a:endParaRPr lang="en-US"/>
        </a:p>
      </dgm:t>
    </dgm:pt>
    <dgm:pt modelId="{A402AF89-76C1-4442-AD25-B133EE4F9552}">
      <dgm:prSet/>
      <dgm:spPr/>
      <dgm:t>
        <a:bodyPr/>
        <a:lstStyle/>
        <a:p>
          <a:r>
            <a:rPr lang="en-US" dirty="0"/>
            <a:t>pause a program</a:t>
          </a:r>
        </a:p>
      </dgm:t>
    </dgm:pt>
    <dgm:pt modelId="{0D65D713-C57C-42C1-B68B-78239F7B8634}" type="parTrans" cxnId="{392AD136-94AD-479B-9394-E6087B944539}">
      <dgm:prSet/>
      <dgm:spPr/>
      <dgm:t>
        <a:bodyPr/>
        <a:lstStyle/>
        <a:p>
          <a:endParaRPr lang="en-US"/>
        </a:p>
      </dgm:t>
    </dgm:pt>
    <dgm:pt modelId="{27309FA0-3E8C-4BE0-BE6A-79A6761C5545}" type="sibTrans" cxnId="{392AD136-94AD-479B-9394-E6087B944539}">
      <dgm:prSet/>
      <dgm:spPr/>
      <dgm:t>
        <a:bodyPr/>
        <a:lstStyle/>
        <a:p>
          <a:endParaRPr lang="en-US"/>
        </a:p>
      </dgm:t>
    </dgm:pt>
    <dgm:pt modelId="{2287C66B-E7D2-49E0-9B21-37DD5D30712E}">
      <dgm:prSet/>
      <dgm:spPr/>
      <dgm:t>
        <a:bodyPr/>
        <a:lstStyle/>
        <a:p>
          <a:r>
            <a:rPr lang="en-US" dirty="0"/>
            <a:t>for a certain number of seconds.</a:t>
          </a:r>
        </a:p>
      </dgm:t>
    </dgm:pt>
    <dgm:pt modelId="{99C039F2-2EE3-4F5E-A18C-9DA3C97ADD24}" type="parTrans" cxnId="{A4576A21-9454-454D-8F38-49D00E945C0F}">
      <dgm:prSet/>
      <dgm:spPr/>
      <dgm:t>
        <a:bodyPr/>
        <a:lstStyle/>
        <a:p>
          <a:endParaRPr lang="en-US"/>
        </a:p>
      </dgm:t>
    </dgm:pt>
    <dgm:pt modelId="{A42B7265-EC7C-4BD3-8A77-58384A9502F9}" type="sibTrans" cxnId="{A4576A21-9454-454D-8F38-49D00E945C0F}">
      <dgm:prSet/>
      <dgm:spPr/>
      <dgm:t>
        <a:bodyPr/>
        <a:lstStyle/>
        <a:p>
          <a:endParaRPr lang="en-US"/>
        </a:p>
      </dgm:t>
    </dgm:pt>
    <dgm:pt modelId="{BD609C1C-D530-43B2-B45A-FD20EC61D0E3}">
      <dgm:prSet/>
      <dgm:spPr/>
      <dgm:t>
        <a:bodyPr/>
        <a:lstStyle/>
        <a:p>
          <a:r>
            <a:rPr lang="tr-TR" dirty="0" err="1"/>
            <a:t>To</a:t>
          </a:r>
          <a:r>
            <a:rPr lang="tr-TR" dirty="0"/>
            <a:t> </a:t>
          </a:r>
          <a:r>
            <a:rPr lang="tr-TR" dirty="0" err="1"/>
            <a:t>pause</a:t>
          </a:r>
          <a:r>
            <a:rPr lang="tr-TR" dirty="0"/>
            <a:t> </a:t>
          </a:r>
          <a:r>
            <a:rPr lang="tr-TR" dirty="0" err="1"/>
            <a:t>for</a:t>
          </a:r>
          <a:r>
            <a:rPr lang="tr-TR" dirty="0"/>
            <a:t> a </a:t>
          </a:r>
          <a:r>
            <a:rPr lang="tr-TR" dirty="0" err="1"/>
            <a:t>date</a:t>
          </a:r>
          <a:endParaRPr lang="en-US" dirty="0"/>
        </a:p>
      </dgm:t>
    </dgm:pt>
    <dgm:pt modelId="{6A09E965-B6CE-4857-A208-EB85E435A7AD}" type="parTrans" cxnId="{46746B9C-3EC1-400B-B312-62141D6F9431}">
      <dgm:prSet/>
      <dgm:spPr/>
      <dgm:t>
        <a:bodyPr/>
        <a:lstStyle/>
        <a:p>
          <a:endParaRPr lang="en-US"/>
        </a:p>
      </dgm:t>
    </dgm:pt>
    <dgm:pt modelId="{AB588983-72BD-4E76-BC1D-9099717F36F9}" type="sibTrans" cxnId="{46746B9C-3EC1-400B-B312-62141D6F9431}">
      <dgm:prSet/>
      <dgm:spPr/>
      <dgm:t>
        <a:bodyPr/>
        <a:lstStyle/>
        <a:p>
          <a:endParaRPr lang="en-US"/>
        </a:p>
      </dgm:t>
    </dgm:pt>
    <dgm:pt modelId="{05AA3AD2-B824-435A-8EB7-C619E88497C4}">
      <dgm:prSet/>
      <dgm:spPr/>
      <dgm:t>
        <a:bodyPr/>
        <a:lstStyle/>
        <a:p>
          <a:r>
            <a:rPr lang="tr-TR" dirty="0" err="1"/>
            <a:t>to</a:t>
          </a:r>
          <a:r>
            <a:rPr lang="tr-TR" dirty="0"/>
            <a:t> </a:t>
          </a:r>
          <a:r>
            <a:rPr lang="en-US" dirty="0"/>
            <a:t>pause </a:t>
          </a:r>
          <a:r>
            <a:rPr lang="tr-TR" dirty="0" err="1"/>
            <a:t>the</a:t>
          </a:r>
          <a:r>
            <a:rPr lang="en-US" dirty="0"/>
            <a:t> programs</a:t>
          </a:r>
        </a:p>
      </dgm:t>
    </dgm:pt>
    <dgm:pt modelId="{8A222A26-FA85-4931-87B3-DAEEDA863B5B}" type="parTrans" cxnId="{90486E33-E111-406C-923D-8C0FC18D126F}">
      <dgm:prSet/>
      <dgm:spPr/>
      <dgm:t>
        <a:bodyPr/>
        <a:lstStyle/>
        <a:p>
          <a:endParaRPr lang="en-US"/>
        </a:p>
      </dgm:t>
    </dgm:pt>
    <dgm:pt modelId="{E8CC1695-7F3D-44B4-8061-E20B8FF888C9}" type="sibTrans" cxnId="{90486E33-E111-406C-923D-8C0FC18D126F}">
      <dgm:prSet/>
      <dgm:spPr/>
      <dgm:t>
        <a:bodyPr/>
        <a:lstStyle/>
        <a:p>
          <a:endParaRPr lang="en-US"/>
        </a:p>
      </dgm:t>
    </dgm:pt>
    <dgm:pt modelId="{F311E9FC-50F6-416C-91D2-ED8F33521F45}">
      <dgm:prSet/>
      <dgm:spPr/>
      <dgm:t>
        <a:bodyPr/>
        <a:lstStyle/>
        <a:p>
          <a:r>
            <a:rPr lang="en-US"/>
            <a:t>until a specific date.</a:t>
          </a:r>
        </a:p>
      </dgm:t>
    </dgm:pt>
    <dgm:pt modelId="{E3E7CE8C-39E4-4A1C-8135-9B5BDEE7BA0E}" type="parTrans" cxnId="{C737FB10-8F9B-4785-86D0-A0387AE185F1}">
      <dgm:prSet/>
      <dgm:spPr/>
      <dgm:t>
        <a:bodyPr/>
        <a:lstStyle/>
        <a:p>
          <a:endParaRPr lang="en-US"/>
        </a:p>
      </dgm:t>
    </dgm:pt>
    <dgm:pt modelId="{DCC2AD11-8FA6-49FF-923E-17A3DF89D6C9}" type="sibTrans" cxnId="{C737FB10-8F9B-4785-86D0-A0387AE185F1}">
      <dgm:prSet/>
      <dgm:spPr/>
      <dgm:t>
        <a:bodyPr/>
        <a:lstStyle/>
        <a:p>
          <a:endParaRPr lang="en-US"/>
        </a:p>
      </dgm:t>
    </dgm:pt>
    <dgm:pt modelId="{4648439F-ADEA-4F47-B707-2FE9AAFB425F}">
      <dgm:prSet/>
      <dgm:spPr/>
      <dgm:t>
        <a:bodyPr/>
        <a:lstStyle/>
        <a:p>
          <a:r>
            <a:rPr lang="en-US" dirty="0"/>
            <a:t>using a while loop</a:t>
          </a:r>
        </a:p>
      </dgm:t>
    </dgm:pt>
    <dgm:pt modelId="{4B1CC60B-A9CE-4735-BF4D-68D3D72D6AB3}" type="parTrans" cxnId="{44D7F8AD-0670-4CD8-85E3-A963839EBAD5}">
      <dgm:prSet/>
      <dgm:spPr/>
      <dgm:t>
        <a:bodyPr/>
        <a:lstStyle/>
        <a:p>
          <a:endParaRPr lang="en-US"/>
        </a:p>
      </dgm:t>
    </dgm:pt>
    <dgm:pt modelId="{1F3649E2-58BB-4482-AAA5-9EA72BFB43D3}" type="sibTrans" cxnId="{44D7F8AD-0670-4CD8-85E3-A963839EBAD5}">
      <dgm:prSet/>
      <dgm:spPr/>
      <dgm:t>
        <a:bodyPr/>
        <a:lstStyle/>
        <a:p>
          <a:endParaRPr lang="en-US"/>
        </a:p>
      </dgm:t>
    </dgm:pt>
    <dgm:pt modelId="{8DC9D3C0-E750-4B2B-AFCB-58EE773EAB6B}" type="pres">
      <dgm:prSet presAssocID="{7B0CB270-F9A3-4DAE-98DC-1DB4A7AFB98A}" presName="Name0" presStyleCnt="0">
        <dgm:presLayoutVars>
          <dgm:dir/>
          <dgm:animLvl val="lvl"/>
          <dgm:resizeHandles val="exact"/>
        </dgm:presLayoutVars>
      </dgm:prSet>
      <dgm:spPr/>
    </dgm:pt>
    <dgm:pt modelId="{24802BE0-AD22-424B-B705-F4DB14D298DD}" type="pres">
      <dgm:prSet presAssocID="{712EBB4A-9C84-47D8-8EA8-1F09E390B61D}" presName="composite" presStyleCnt="0"/>
      <dgm:spPr/>
    </dgm:pt>
    <dgm:pt modelId="{E254D223-3A78-431E-BCD8-60CD5665D09A}" type="pres">
      <dgm:prSet presAssocID="{712EBB4A-9C84-47D8-8EA8-1F09E390B61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9B85855-7916-491B-805E-4A9E4B41E013}" type="pres">
      <dgm:prSet presAssocID="{712EBB4A-9C84-47D8-8EA8-1F09E390B61D}" presName="desTx" presStyleLbl="alignAccFollowNode1" presStyleIdx="0" presStyleCnt="2">
        <dgm:presLayoutVars>
          <dgm:bulletEnabled val="1"/>
        </dgm:presLayoutVars>
      </dgm:prSet>
      <dgm:spPr/>
    </dgm:pt>
    <dgm:pt modelId="{1E6A097F-D3E1-4244-9B31-27C06787365D}" type="pres">
      <dgm:prSet presAssocID="{393B223F-F969-4163-8BB2-E68B2BDD109B}" presName="space" presStyleCnt="0"/>
      <dgm:spPr/>
    </dgm:pt>
    <dgm:pt modelId="{ADEB63F8-525A-4127-83A0-C5AC513A69C4}" type="pres">
      <dgm:prSet presAssocID="{BD609C1C-D530-43B2-B45A-FD20EC61D0E3}" presName="composite" presStyleCnt="0"/>
      <dgm:spPr/>
    </dgm:pt>
    <dgm:pt modelId="{6D7C5584-7516-4D44-A586-324ADEA9909C}" type="pres">
      <dgm:prSet presAssocID="{BD609C1C-D530-43B2-B45A-FD20EC61D0E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DBC1C0C-3AD6-437C-B7AC-88031AA4904F}" type="pres">
      <dgm:prSet presAssocID="{BD609C1C-D530-43B2-B45A-FD20EC61D0E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082E00A-302B-4BD1-AA4F-9A66B6AA3ECA}" type="presOf" srcId="{F311E9FC-50F6-416C-91D2-ED8F33521F45}" destId="{9DBC1C0C-3AD6-437C-B7AC-88031AA4904F}" srcOrd="0" destOrd="2" presId="urn:microsoft.com/office/officeart/2005/8/layout/hList1"/>
    <dgm:cxn modelId="{C737FB10-8F9B-4785-86D0-A0387AE185F1}" srcId="{BD609C1C-D530-43B2-B45A-FD20EC61D0E3}" destId="{F311E9FC-50F6-416C-91D2-ED8F33521F45}" srcOrd="2" destOrd="0" parTransId="{E3E7CE8C-39E4-4A1C-8135-9B5BDEE7BA0E}" sibTransId="{DCC2AD11-8FA6-49FF-923E-17A3DF89D6C9}"/>
    <dgm:cxn modelId="{8E1FA913-4C73-4D50-BB7B-127320C9D3C3}" type="presOf" srcId="{712EBB4A-9C84-47D8-8EA8-1F09E390B61D}" destId="{E254D223-3A78-431E-BCD8-60CD5665D09A}" srcOrd="0" destOrd="0" presId="urn:microsoft.com/office/officeart/2005/8/layout/hList1"/>
    <dgm:cxn modelId="{A4576A21-9454-454D-8F38-49D00E945C0F}" srcId="{712EBB4A-9C84-47D8-8EA8-1F09E390B61D}" destId="{2287C66B-E7D2-49E0-9B21-37DD5D30712E}" srcOrd="1" destOrd="0" parTransId="{99C039F2-2EE3-4F5E-A18C-9DA3C97ADD24}" sibTransId="{A42B7265-EC7C-4BD3-8A77-58384A9502F9}"/>
    <dgm:cxn modelId="{EFC0DF2F-D7A2-4812-B694-02D414D6A15F}" type="presOf" srcId="{05AA3AD2-B824-435A-8EB7-C619E88497C4}" destId="{9DBC1C0C-3AD6-437C-B7AC-88031AA4904F}" srcOrd="0" destOrd="1" presId="urn:microsoft.com/office/officeart/2005/8/layout/hList1"/>
    <dgm:cxn modelId="{90486E33-E111-406C-923D-8C0FC18D126F}" srcId="{BD609C1C-D530-43B2-B45A-FD20EC61D0E3}" destId="{05AA3AD2-B824-435A-8EB7-C619E88497C4}" srcOrd="1" destOrd="0" parTransId="{8A222A26-FA85-4931-87B3-DAEEDA863B5B}" sibTransId="{E8CC1695-7F3D-44B4-8061-E20B8FF888C9}"/>
    <dgm:cxn modelId="{DF0B3734-FBF8-4E0B-A861-B1EE46247F7E}" type="presOf" srcId="{A402AF89-76C1-4442-AD25-B133EE4F9552}" destId="{D9B85855-7916-491B-805E-4A9E4B41E013}" srcOrd="0" destOrd="0" presId="urn:microsoft.com/office/officeart/2005/8/layout/hList1"/>
    <dgm:cxn modelId="{78D75835-DA87-4270-8678-F58666452B27}" type="presOf" srcId="{2287C66B-E7D2-49E0-9B21-37DD5D30712E}" destId="{D9B85855-7916-491B-805E-4A9E4B41E013}" srcOrd="0" destOrd="1" presId="urn:microsoft.com/office/officeart/2005/8/layout/hList1"/>
    <dgm:cxn modelId="{392AD136-94AD-479B-9394-E6087B944539}" srcId="{712EBB4A-9C84-47D8-8EA8-1F09E390B61D}" destId="{A402AF89-76C1-4442-AD25-B133EE4F9552}" srcOrd="0" destOrd="0" parTransId="{0D65D713-C57C-42C1-B68B-78239F7B8634}" sibTransId="{27309FA0-3E8C-4BE0-BE6A-79A6761C5545}"/>
    <dgm:cxn modelId="{B99AF63D-7E34-4DD8-8C14-ABECBBE562F6}" type="presOf" srcId="{7B0CB270-F9A3-4DAE-98DC-1DB4A7AFB98A}" destId="{8DC9D3C0-E750-4B2B-AFCB-58EE773EAB6B}" srcOrd="0" destOrd="0" presId="urn:microsoft.com/office/officeart/2005/8/layout/hList1"/>
    <dgm:cxn modelId="{ED824644-2842-42FA-AD6A-9E8949DE7D2E}" type="presOf" srcId="{4648439F-ADEA-4F47-B707-2FE9AAFB425F}" destId="{9DBC1C0C-3AD6-437C-B7AC-88031AA4904F}" srcOrd="0" destOrd="0" presId="urn:microsoft.com/office/officeart/2005/8/layout/hList1"/>
    <dgm:cxn modelId="{D8AFC895-50E8-469F-9924-600C550A65A6}" srcId="{7B0CB270-F9A3-4DAE-98DC-1DB4A7AFB98A}" destId="{712EBB4A-9C84-47D8-8EA8-1F09E390B61D}" srcOrd="0" destOrd="0" parTransId="{54D6D067-B7AA-4DF3-ABF5-93643F2EA676}" sibTransId="{393B223F-F969-4163-8BB2-E68B2BDD109B}"/>
    <dgm:cxn modelId="{46746B9C-3EC1-400B-B312-62141D6F9431}" srcId="{7B0CB270-F9A3-4DAE-98DC-1DB4A7AFB98A}" destId="{BD609C1C-D530-43B2-B45A-FD20EC61D0E3}" srcOrd="1" destOrd="0" parTransId="{6A09E965-B6CE-4857-A208-EB85E435A7AD}" sibTransId="{AB588983-72BD-4E76-BC1D-9099717F36F9}"/>
    <dgm:cxn modelId="{44D7F8AD-0670-4CD8-85E3-A963839EBAD5}" srcId="{BD609C1C-D530-43B2-B45A-FD20EC61D0E3}" destId="{4648439F-ADEA-4F47-B707-2FE9AAFB425F}" srcOrd="0" destOrd="0" parTransId="{4B1CC60B-A9CE-4735-BF4D-68D3D72D6AB3}" sibTransId="{1F3649E2-58BB-4482-AAA5-9EA72BFB43D3}"/>
    <dgm:cxn modelId="{E3DE5AED-D517-4C18-A013-44A25E322B76}" type="presOf" srcId="{BD609C1C-D530-43B2-B45A-FD20EC61D0E3}" destId="{6D7C5584-7516-4D44-A586-324ADEA9909C}" srcOrd="0" destOrd="0" presId="urn:microsoft.com/office/officeart/2005/8/layout/hList1"/>
    <dgm:cxn modelId="{2682110A-E65F-45C0-8F79-073F11099DFF}" type="presParOf" srcId="{8DC9D3C0-E750-4B2B-AFCB-58EE773EAB6B}" destId="{24802BE0-AD22-424B-B705-F4DB14D298DD}" srcOrd="0" destOrd="0" presId="urn:microsoft.com/office/officeart/2005/8/layout/hList1"/>
    <dgm:cxn modelId="{30CFBA5D-B634-4EC2-82BF-3F87F102C570}" type="presParOf" srcId="{24802BE0-AD22-424B-B705-F4DB14D298DD}" destId="{E254D223-3A78-431E-BCD8-60CD5665D09A}" srcOrd="0" destOrd="0" presId="urn:microsoft.com/office/officeart/2005/8/layout/hList1"/>
    <dgm:cxn modelId="{46339F21-5D3B-436E-8990-8550FAB2CB58}" type="presParOf" srcId="{24802BE0-AD22-424B-B705-F4DB14D298DD}" destId="{D9B85855-7916-491B-805E-4A9E4B41E013}" srcOrd="1" destOrd="0" presId="urn:microsoft.com/office/officeart/2005/8/layout/hList1"/>
    <dgm:cxn modelId="{5A258AC0-3171-480C-8924-F983274A7DC4}" type="presParOf" srcId="{8DC9D3C0-E750-4B2B-AFCB-58EE773EAB6B}" destId="{1E6A097F-D3E1-4244-9B31-27C06787365D}" srcOrd="1" destOrd="0" presId="urn:microsoft.com/office/officeart/2005/8/layout/hList1"/>
    <dgm:cxn modelId="{B5BB75D9-04EF-4DF4-9D36-EF4D3211E4E2}" type="presParOf" srcId="{8DC9D3C0-E750-4B2B-AFCB-58EE773EAB6B}" destId="{ADEB63F8-525A-4127-83A0-C5AC513A69C4}" srcOrd="2" destOrd="0" presId="urn:microsoft.com/office/officeart/2005/8/layout/hList1"/>
    <dgm:cxn modelId="{4D2909D9-D90B-4618-AAB5-80A54FD7F186}" type="presParOf" srcId="{ADEB63F8-525A-4127-83A0-C5AC513A69C4}" destId="{6D7C5584-7516-4D44-A586-324ADEA9909C}" srcOrd="0" destOrd="0" presId="urn:microsoft.com/office/officeart/2005/8/layout/hList1"/>
    <dgm:cxn modelId="{54078292-1E08-4D0F-BC14-E6A66FC5F283}" type="presParOf" srcId="{ADEB63F8-525A-4127-83A0-C5AC513A69C4}" destId="{9DBC1C0C-3AD6-437C-B7AC-88031AA4904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0D9177F-DFAF-4F65-AE8F-1BC54A8415A2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82E9360-28BC-4E8D-85C1-49CD33B471F1}">
      <dgm:prSet/>
      <dgm:spPr/>
      <dgm:t>
        <a:bodyPr/>
        <a:lstStyle/>
        <a:p>
          <a:r>
            <a:rPr lang="en-US" dirty="0"/>
            <a:t>Epoch</a:t>
          </a:r>
        </a:p>
      </dgm:t>
    </dgm:pt>
    <dgm:pt modelId="{F8F39095-9A9A-426F-9D13-8BB605ED9665}" type="parTrans" cxnId="{DB51F1A1-0D26-469A-898E-A77FA79A04F4}">
      <dgm:prSet/>
      <dgm:spPr/>
      <dgm:t>
        <a:bodyPr/>
        <a:lstStyle/>
        <a:p>
          <a:endParaRPr lang="en-US"/>
        </a:p>
      </dgm:t>
    </dgm:pt>
    <dgm:pt modelId="{263ECD7F-0FCA-4DA9-B23B-8F44FC0B91AC}" type="sibTrans" cxnId="{DB51F1A1-0D26-469A-898E-A77FA79A04F4}">
      <dgm:prSet/>
      <dgm:spPr/>
      <dgm:t>
        <a:bodyPr/>
        <a:lstStyle/>
        <a:p>
          <a:endParaRPr lang="en-US"/>
        </a:p>
      </dgm:t>
    </dgm:pt>
    <dgm:pt modelId="{DF5EC1D2-CEC4-41B5-A296-352FC067691E}">
      <dgm:prSet/>
      <dgm:spPr/>
      <dgm:t>
        <a:bodyPr/>
        <a:lstStyle/>
        <a:p>
          <a:r>
            <a:rPr lang="en-US"/>
            <a:t>aren’t very friendly</a:t>
          </a:r>
        </a:p>
      </dgm:t>
    </dgm:pt>
    <dgm:pt modelId="{3A6F9205-CF70-44E0-91A1-FBD50FCB6C33}" type="parTrans" cxnId="{9054E754-9DAE-4E51-9369-8501266E27DE}">
      <dgm:prSet/>
      <dgm:spPr/>
      <dgm:t>
        <a:bodyPr/>
        <a:lstStyle/>
        <a:p>
          <a:endParaRPr lang="en-US"/>
        </a:p>
      </dgm:t>
    </dgm:pt>
    <dgm:pt modelId="{AD96B62B-A659-48F6-83E5-77C1CB3D971D}" type="sibTrans" cxnId="{9054E754-9DAE-4E51-9369-8501266E27DE}">
      <dgm:prSet/>
      <dgm:spPr/>
      <dgm:t>
        <a:bodyPr/>
        <a:lstStyle/>
        <a:p>
          <a:endParaRPr lang="en-US"/>
        </a:p>
      </dgm:t>
    </dgm:pt>
    <dgm:pt modelId="{BD6F8BFC-3AF1-4F03-89B7-E45DBB54AC7B}">
      <dgm:prSet/>
      <dgm:spPr/>
      <dgm:t>
        <a:bodyPr/>
        <a:lstStyle/>
        <a:p>
          <a:r>
            <a:rPr lang="en-US"/>
            <a:t>to the human</a:t>
          </a:r>
          <a:r>
            <a:rPr lang="tr-TR"/>
            <a:t> </a:t>
          </a:r>
          <a:r>
            <a:rPr lang="en-US"/>
            <a:t>eye. </a:t>
          </a:r>
        </a:p>
      </dgm:t>
    </dgm:pt>
    <dgm:pt modelId="{1F409871-E2C6-4F4B-99C2-7FB1778B7786}" type="parTrans" cxnId="{1D6B68EE-A827-4159-A6C7-9037927E2ADA}">
      <dgm:prSet/>
      <dgm:spPr/>
      <dgm:t>
        <a:bodyPr/>
        <a:lstStyle/>
        <a:p>
          <a:endParaRPr lang="en-US"/>
        </a:p>
      </dgm:t>
    </dgm:pt>
    <dgm:pt modelId="{CAA60A49-1A64-4E55-949C-DC58F4C85062}" type="sibTrans" cxnId="{1D6B68EE-A827-4159-A6C7-9037927E2ADA}">
      <dgm:prSet/>
      <dgm:spPr/>
      <dgm:t>
        <a:bodyPr/>
        <a:lstStyle/>
        <a:p>
          <a:endParaRPr lang="en-US"/>
        </a:p>
      </dgm:t>
    </dgm:pt>
    <dgm:pt modelId="{366E13D9-2644-40BB-ADEB-4F7C63BB0C5B}">
      <dgm:prSet/>
      <dgm:spPr/>
      <dgm:t>
        <a:bodyPr/>
        <a:lstStyle/>
        <a:p>
          <a:r>
            <a:rPr lang="en-US" dirty="0"/>
            <a:t>Use</a:t>
          </a:r>
        </a:p>
      </dgm:t>
    </dgm:pt>
    <dgm:pt modelId="{37403252-6466-4CB6-86F2-9159B488299F}" type="parTrans" cxnId="{D47ADB40-E5BF-419E-BA00-CC796AE873E9}">
      <dgm:prSet/>
      <dgm:spPr/>
      <dgm:t>
        <a:bodyPr/>
        <a:lstStyle/>
        <a:p>
          <a:endParaRPr lang="en-US"/>
        </a:p>
      </dgm:t>
    </dgm:pt>
    <dgm:pt modelId="{FF33F40B-8E02-4158-987A-47762A3E4664}" type="sibTrans" cxnId="{D47ADB40-E5BF-419E-BA00-CC796AE873E9}">
      <dgm:prSet/>
      <dgm:spPr/>
      <dgm:t>
        <a:bodyPr/>
        <a:lstStyle/>
        <a:p>
          <a:endParaRPr lang="en-US"/>
        </a:p>
      </dgm:t>
    </dgm:pt>
    <dgm:pt modelId="{AFAA1E98-37F2-4F74-845F-8F2467839539}">
      <dgm:prSet/>
      <dgm:spPr/>
      <dgm:t>
        <a:bodyPr/>
        <a:lstStyle/>
        <a:p>
          <a:r>
            <a:rPr lang="en-US"/>
            <a:t>to display a datetime object as a string. </a:t>
          </a:r>
        </a:p>
      </dgm:t>
    </dgm:pt>
    <dgm:pt modelId="{BF6F7CD2-FC96-401F-9321-8D3FFE354BD6}" type="parTrans" cxnId="{3BB352C3-893B-43E4-B269-C70127530E46}">
      <dgm:prSet/>
      <dgm:spPr/>
      <dgm:t>
        <a:bodyPr/>
        <a:lstStyle/>
        <a:p>
          <a:endParaRPr lang="en-US"/>
        </a:p>
      </dgm:t>
    </dgm:pt>
    <dgm:pt modelId="{09BDE8C7-9402-4038-B003-9DD8B7EFE04C}" type="sibTrans" cxnId="{3BB352C3-893B-43E4-B269-C70127530E46}">
      <dgm:prSet/>
      <dgm:spPr/>
      <dgm:t>
        <a:bodyPr/>
        <a:lstStyle/>
        <a:p>
          <a:endParaRPr lang="en-US"/>
        </a:p>
      </dgm:t>
    </dgm:pt>
    <dgm:pt modelId="{8CFEF697-FCFA-413E-815F-0A887F4A1FC5}">
      <dgm:prSet/>
      <dgm:spPr/>
      <dgm:t>
        <a:bodyPr/>
        <a:lstStyle/>
        <a:p>
          <a:r>
            <a:rPr lang="en-US" dirty="0"/>
            <a:t>The</a:t>
          </a:r>
          <a:r>
            <a:rPr lang="tr-TR" dirty="0"/>
            <a:t> </a:t>
          </a:r>
          <a:r>
            <a:rPr lang="en-US" dirty="0"/>
            <a:t>f</a:t>
          </a:r>
        </a:p>
      </dgm:t>
    </dgm:pt>
    <dgm:pt modelId="{2D8F89E5-FA63-4C5F-A7F1-63B5F397B9E2}" type="parTrans" cxnId="{33E19497-6EFD-4C29-AF78-3B67CA49F164}">
      <dgm:prSet/>
      <dgm:spPr/>
      <dgm:t>
        <a:bodyPr/>
        <a:lstStyle/>
        <a:p>
          <a:endParaRPr lang="en-US"/>
        </a:p>
      </dgm:t>
    </dgm:pt>
    <dgm:pt modelId="{88341F2F-CE3B-4CFE-A66E-E6628BC5B7FF}" type="sibTrans" cxnId="{33E19497-6EFD-4C29-AF78-3B67CA49F164}">
      <dgm:prSet/>
      <dgm:spPr/>
      <dgm:t>
        <a:bodyPr/>
        <a:lstStyle/>
        <a:p>
          <a:endParaRPr lang="en-US"/>
        </a:p>
      </dgm:t>
    </dgm:pt>
    <dgm:pt modelId="{8F18260C-E429-433E-976A-E7B26B6D709F}">
      <dgm:prSet/>
      <dgm:spPr/>
      <dgm:t>
        <a:bodyPr/>
        <a:lstStyle/>
        <a:p>
          <a:r>
            <a:rPr lang="en-US"/>
            <a:t>stands for format.</a:t>
          </a:r>
        </a:p>
      </dgm:t>
    </dgm:pt>
    <dgm:pt modelId="{809BDCEB-3C22-49A8-9A4C-0FC4A90C2990}" type="parTrans" cxnId="{4FFF18BF-919E-412E-B42A-66343247F3E8}">
      <dgm:prSet/>
      <dgm:spPr/>
      <dgm:t>
        <a:bodyPr/>
        <a:lstStyle/>
        <a:p>
          <a:endParaRPr lang="en-US"/>
        </a:p>
      </dgm:t>
    </dgm:pt>
    <dgm:pt modelId="{BF5FBA69-A26E-4DCF-BD14-FCA051A5EC46}" type="sibTrans" cxnId="{4FFF18BF-919E-412E-B42A-66343247F3E8}">
      <dgm:prSet/>
      <dgm:spPr/>
      <dgm:t>
        <a:bodyPr/>
        <a:lstStyle/>
        <a:p>
          <a:endParaRPr lang="en-US"/>
        </a:p>
      </dgm:t>
    </dgm:pt>
    <dgm:pt modelId="{1493B1E2-A9D1-451C-969F-4A3A0966D56E}">
      <dgm:prSet/>
      <dgm:spPr/>
      <dgm:t>
        <a:bodyPr/>
        <a:lstStyle/>
        <a:p>
          <a:r>
            <a:rPr lang="en-US" dirty="0"/>
            <a:t>The </a:t>
          </a:r>
          <a:r>
            <a:rPr lang="en-US" i="1" dirty="0" err="1"/>
            <a:t>strftime</a:t>
          </a:r>
          <a:r>
            <a:rPr lang="en-US" i="1" dirty="0"/>
            <a:t>()</a:t>
          </a:r>
          <a:r>
            <a:rPr lang="en-US" dirty="0"/>
            <a:t> method</a:t>
          </a:r>
        </a:p>
      </dgm:t>
    </dgm:pt>
    <dgm:pt modelId="{0D862F19-47A7-4E4D-BAF7-12DF2FACD10B}" type="parTrans" cxnId="{432BD476-19DA-485A-8D8F-F046DA5DD26A}">
      <dgm:prSet/>
      <dgm:spPr/>
      <dgm:t>
        <a:bodyPr/>
        <a:lstStyle/>
        <a:p>
          <a:endParaRPr lang="en-US"/>
        </a:p>
      </dgm:t>
    </dgm:pt>
    <dgm:pt modelId="{D1DBCF53-46F7-4F16-BBD7-CB97CF7DEE7D}" type="sibTrans" cxnId="{432BD476-19DA-485A-8D8F-F046DA5DD26A}">
      <dgm:prSet/>
      <dgm:spPr/>
      <dgm:t>
        <a:bodyPr/>
        <a:lstStyle/>
        <a:p>
          <a:endParaRPr lang="en-US"/>
        </a:p>
      </dgm:t>
    </dgm:pt>
    <dgm:pt modelId="{BBDE3B60-CCD2-4C34-ACD7-B98765985EA1}">
      <dgm:prSet/>
      <dgm:spPr/>
      <dgm:t>
        <a:bodyPr/>
        <a:lstStyle/>
        <a:p>
          <a:r>
            <a:rPr lang="en-US" dirty="0"/>
            <a:t>uses directives similar to</a:t>
          </a:r>
        </a:p>
      </dgm:t>
    </dgm:pt>
    <dgm:pt modelId="{50B5E798-902F-49EF-826B-F4FE7F85C254}" type="parTrans" cxnId="{5F3FE1F2-7E2C-4B69-B2B0-C82D2B88C4B7}">
      <dgm:prSet/>
      <dgm:spPr/>
      <dgm:t>
        <a:bodyPr/>
        <a:lstStyle/>
        <a:p>
          <a:endParaRPr lang="en-US"/>
        </a:p>
      </dgm:t>
    </dgm:pt>
    <dgm:pt modelId="{1E9E2464-B1F9-4AFB-9782-C64EC7B7DE8B}" type="sibTrans" cxnId="{5F3FE1F2-7E2C-4B69-B2B0-C82D2B88C4B7}">
      <dgm:prSet/>
      <dgm:spPr/>
      <dgm:t>
        <a:bodyPr/>
        <a:lstStyle/>
        <a:p>
          <a:endParaRPr lang="en-US"/>
        </a:p>
      </dgm:t>
    </dgm:pt>
    <dgm:pt modelId="{9690DDF8-573F-4546-A891-4642F7B17905}">
      <dgm:prSet/>
      <dgm:spPr/>
      <dgm:t>
        <a:bodyPr/>
        <a:lstStyle/>
        <a:p>
          <a:r>
            <a:rPr lang="en-US"/>
            <a:t>timestamps and datetime objects</a:t>
          </a:r>
        </a:p>
      </dgm:t>
    </dgm:pt>
    <dgm:pt modelId="{D5929C8A-79F2-4C41-80C6-1A70503ECF83}" type="parTrans" cxnId="{7E5A98C2-9260-408E-BBD8-3984089EBFB3}">
      <dgm:prSet/>
      <dgm:spPr/>
      <dgm:t>
        <a:bodyPr/>
        <a:lstStyle/>
        <a:p>
          <a:endParaRPr lang="en-US"/>
        </a:p>
      </dgm:t>
    </dgm:pt>
    <dgm:pt modelId="{E76E6DB2-7C3A-4174-BD2A-577AE35C462B}" type="sibTrans" cxnId="{7E5A98C2-9260-408E-BBD8-3984089EBFB3}">
      <dgm:prSet/>
      <dgm:spPr/>
      <dgm:t>
        <a:bodyPr/>
        <a:lstStyle/>
        <a:p>
          <a:endParaRPr lang="en-US"/>
        </a:p>
      </dgm:t>
    </dgm:pt>
    <dgm:pt modelId="{87CED2A6-709C-4FA8-A083-4947987449B3}">
      <dgm:prSet/>
      <dgm:spPr/>
      <dgm:t>
        <a:bodyPr/>
        <a:lstStyle/>
        <a:p>
          <a:r>
            <a:rPr lang="en-US" dirty="0"/>
            <a:t>the </a:t>
          </a:r>
          <a:r>
            <a:rPr lang="en-US" i="1" dirty="0" err="1"/>
            <a:t>strftime</a:t>
          </a:r>
          <a:r>
            <a:rPr lang="en-US" i="1" dirty="0"/>
            <a:t>()</a:t>
          </a:r>
          <a:r>
            <a:rPr lang="en-US" dirty="0"/>
            <a:t> method</a:t>
          </a:r>
        </a:p>
      </dgm:t>
    </dgm:pt>
    <dgm:pt modelId="{5C6275DA-BA51-4066-B9EC-37CAC922BBFB}" type="parTrans" cxnId="{6CA1B6FA-0389-48CF-BFAB-AE5A85EA2AD5}">
      <dgm:prSet/>
      <dgm:spPr/>
      <dgm:t>
        <a:bodyPr/>
        <a:lstStyle/>
        <a:p>
          <a:endParaRPr lang="en-US"/>
        </a:p>
      </dgm:t>
    </dgm:pt>
    <dgm:pt modelId="{7487B3C3-D1EA-4B1C-B398-41A682E47409}" type="sibTrans" cxnId="{6CA1B6FA-0389-48CF-BFAB-AE5A85EA2AD5}">
      <dgm:prSet/>
      <dgm:spPr/>
      <dgm:t>
        <a:bodyPr/>
        <a:lstStyle/>
        <a:p>
          <a:endParaRPr lang="en-US"/>
        </a:p>
      </dgm:t>
    </dgm:pt>
    <dgm:pt modelId="{F761E5D4-12B0-4539-AFB7-8B156F2028E7}">
      <dgm:prSet/>
      <dgm:spPr/>
      <dgm:t>
        <a:bodyPr/>
        <a:lstStyle/>
        <a:p>
          <a:r>
            <a:rPr lang="en-US" dirty="0"/>
            <a:t>in the name of the </a:t>
          </a:r>
          <a:r>
            <a:rPr lang="en-US" i="1" dirty="0" err="1"/>
            <a:t>strftime</a:t>
          </a:r>
          <a:r>
            <a:rPr lang="en-US" i="1" dirty="0"/>
            <a:t>() </a:t>
          </a:r>
          <a:r>
            <a:rPr lang="en-US" dirty="0"/>
            <a:t>function</a:t>
          </a:r>
        </a:p>
      </dgm:t>
    </dgm:pt>
    <dgm:pt modelId="{47E1C45C-0ED6-4182-BA72-EB176E66FD06}" type="parTrans" cxnId="{8C8D9367-F1FF-4367-92B7-97636BE8E4C2}">
      <dgm:prSet/>
      <dgm:spPr/>
      <dgm:t>
        <a:bodyPr/>
        <a:lstStyle/>
        <a:p>
          <a:endParaRPr lang="en-US"/>
        </a:p>
      </dgm:t>
    </dgm:pt>
    <dgm:pt modelId="{DEFDF37F-D90C-411C-8E03-434EBE0C1BC1}" type="sibTrans" cxnId="{8C8D9367-F1FF-4367-92B7-97636BE8E4C2}">
      <dgm:prSet/>
      <dgm:spPr/>
      <dgm:t>
        <a:bodyPr/>
        <a:lstStyle/>
        <a:p>
          <a:endParaRPr lang="en-US"/>
        </a:p>
      </dgm:t>
    </dgm:pt>
    <dgm:pt modelId="{7977DEF4-5C3F-436D-86DB-8EDBAC9E3374}">
      <dgm:prSet/>
      <dgm:spPr/>
      <dgm:t>
        <a:bodyPr/>
        <a:lstStyle/>
        <a:p>
          <a:r>
            <a:rPr lang="en-US"/>
            <a:t>Python’s </a:t>
          </a:r>
          <a:r>
            <a:rPr lang="en-US" dirty="0"/>
            <a:t>string formatting.</a:t>
          </a:r>
        </a:p>
      </dgm:t>
    </dgm:pt>
    <dgm:pt modelId="{1E7346DA-01DC-481C-9103-B0FD860CB98A}" type="parTrans" cxnId="{D79839FB-4645-47D5-A1AB-60CBCE855E21}">
      <dgm:prSet/>
      <dgm:spPr/>
      <dgm:t>
        <a:bodyPr/>
        <a:lstStyle/>
        <a:p>
          <a:endParaRPr lang="en-US"/>
        </a:p>
      </dgm:t>
    </dgm:pt>
    <dgm:pt modelId="{A6F68ADB-DBF1-48D4-B587-D3DC8B9631C6}" type="sibTrans" cxnId="{D79839FB-4645-47D5-A1AB-60CBCE855E21}">
      <dgm:prSet/>
      <dgm:spPr/>
      <dgm:t>
        <a:bodyPr/>
        <a:lstStyle/>
        <a:p>
          <a:endParaRPr lang="en-US"/>
        </a:p>
      </dgm:t>
    </dgm:pt>
    <dgm:pt modelId="{48D8A0E2-C14C-4F05-9831-3B9A117F86F5}" type="pres">
      <dgm:prSet presAssocID="{00D9177F-DFAF-4F65-AE8F-1BC54A8415A2}" presName="Name0" presStyleCnt="0">
        <dgm:presLayoutVars>
          <dgm:dir/>
          <dgm:animLvl val="lvl"/>
          <dgm:resizeHandles val="exact"/>
        </dgm:presLayoutVars>
      </dgm:prSet>
      <dgm:spPr/>
    </dgm:pt>
    <dgm:pt modelId="{898556CF-36FE-4E6B-8C3D-885B1CCB0038}" type="pres">
      <dgm:prSet presAssocID="{482E9360-28BC-4E8D-85C1-49CD33B471F1}" presName="composite" presStyleCnt="0"/>
      <dgm:spPr/>
    </dgm:pt>
    <dgm:pt modelId="{C4C765A6-4D1C-4020-9DE2-BE0989AE87F6}" type="pres">
      <dgm:prSet presAssocID="{482E9360-28BC-4E8D-85C1-49CD33B471F1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D7F4FD5E-801F-423C-AEEF-2C36C03E8117}" type="pres">
      <dgm:prSet presAssocID="{482E9360-28BC-4E8D-85C1-49CD33B471F1}" presName="desTx" presStyleLbl="alignAccFollowNode1" presStyleIdx="0" presStyleCnt="4">
        <dgm:presLayoutVars>
          <dgm:bulletEnabled val="1"/>
        </dgm:presLayoutVars>
      </dgm:prSet>
      <dgm:spPr/>
    </dgm:pt>
    <dgm:pt modelId="{907FA899-6E28-46A1-9C8E-BD51E040130B}" type="pres">
      <dgm:prSet presAssocID="{263ECD7F-0FCA-4DA9-B23B-8F44FC0B91AC}" presName="space" presStyleCnt="0"/>
      <dgm:spPr/>
    </dgm:pt>
    <dgm:pt modelId="{7AE8502C-1DC8-40C9-9818-C7ED6A86F41D}" type="pres">
      <dgm:prSet presAssocID="{366E13D9-2644-40BB-ADEB-4F7C63BB0C5B}" presName="composite" presStyleCnt="0"/>
      <dgm:spPr/>
    </dgm:pt>
    <dgm:pt modelId="{DA605850-8348-42B0-ADD6-FB074DC9F04F}" type="pres">
      <dgm:prSet presAssocID="{366E13D9-2644-40BB-ADEB-4F7C63BB0C5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3B1B938-E8DF-4FEF-BE30-52FD344845D9}" type="pres">
      <dgm:prSet presAssocID="{366E13D9-2644-40BB-ADEB-4F7C63BB0C5B}" presName="desTx" presStyleLbl="alignAccFollowNode1" presStyleIdx="1" presStyleCnt="4">
        <dgm:presLayoutVars>
          <dgm:bulletEnabled val="1"/>
        </dgm:presLayoutVars>
      </dgm:prSet>
      <dgm:spPr/>
    </dgm:pt>
    <dgm:pt modelId="{97EEA3D9-9F68-4FEC-A067-FBCD5A31C014}" type="pres">
      <dgm:prSet presAssocID="{FF33F40B-8E02-4158-987A-47762A3E4664}" presName="space" presStyleCnt="0"/>
      <dgm:spPr/>
    </dgm:pt>
    <dgm:pt modelId="{B5D14D22-08B1-4A74-A3F2-D04ACC851A87}" type="pres">
      <dgm:prSet presAssocID="{8CFEF697-FCFA-413E-815F-0A887F4A1FC5}" presName="composite" presStyleCnt="0"/>
      <dgm:spPr/>
    </dgm:pt>
    <dgm:pt modelId="{E57A93EA-B972-461C-91F5-505ED2B4FC7F}" type="pres">
      <dgm:prSet presAssocID="{8CFEF697-FCFA-413E-815F-0A887F4A1FC5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D5FD99AD-9B54-42F2-8AAA-1A11C5950C84}" type="pres">
      <dgm:prSet presAssocID="{8CFEF697-FCFA-413E-815F-0A887F4A1FC5}" presName="desTx" presStyleLbl="alignAccFollowNode1" presStyleIdx="2" presStyleCnt="4">
        <dgm:presLayoutVars>
          <dgm:bulletEnabled val="1"/>
        </dgm:presLayoutVars>
      </dgm:prSet>
      <dgm:spPr/>
    </dgm:pt>
    <dgm:pt modelId="{9E20199C-D1DD-4074-B2E2-C65303205598}" type="pres">
      <dgm:prSet presAssocID="{88341F2F-CE3B-4CFE-A66E-E6628BC5B7FF}" presName="space" presStyleCnt="0"/>
      <dgm:spPr/>
    </dgm:pt>
    <dgm:pt modelId="{6A7D0FFC-90DC-44A5-9D68-4FCC13A1FFDD}" type="pres">
      <dgm:prSet presAssocID="{1493B1E2-A9D1-451C-969F-4A3A0966D56E}" presName="composite" presStyleCnt="0"/>
      <dgm:spPr/>
    </dgm:pt>
    <dgm:pt modelId="{7434D662-69D6-4D4D-8CA4-22971C282939}" type="pres">
      <dgm:prSet presAssocID="{1493B1E2-A9D1-451C-969F-4A3A0966D56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3CD9090E-5CA0-42E4-B177-550C8B05766B}" type="pres">
      <dgm:prSet presAssocID="{1493B1E2-A9D1-451C-969F-4A3A0966D56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09F3F0C-C1DC-4DF6-BFDA-CAA562D1D940}" type="presOf" srcId="{9690DDF8-573F-4546-A891-4642F7B17905}" destId="{D7F4FD5E-801F-423C-AEEF-2C36C03E8117}" srcOrd="0" destOrd="0" presId="urn:microsoft.com/office/officeart/2005/8/layout/hList1"/>
    <dgm:cxn modelId="{90D2C111-A818-4CBE-89AF-1ADC0F4B8878}" type="presOf" srcId="{7977DEF4-5C3F-436D-86DB-8EDBAC9E3374}" destId="{3CD9090E-5CA0-42E4-B177-550C8B05766B}" srcOrd="0" destOrd="1" presId="urn:microsoft.com/office/officeart/2005/8/layout/hList1"/>
    <dgm:cxn modelId="{F9DA5912-C1B3-46E1-B90E-DC0F21F29BA6}" type="presOf" srcId="{1493B1E2-A9D1-451C-969F-4A3A0966D56E}" destId="{7434D662-69D6-4D4D-8CA4-22971C282939}" srcOrd="0" destOrd="0" presId="urn:microsoft.com/office/officeart/2005/8/layout/hList1"/>
    <dgm:cxn modelId="{5AAF9E31-CD2D-42E8-A2B5-66DAB61D83FD}" type="presOf" srcId="{BD6F8BFC-3AF1-4F03-89B7-E45DBB54AC7B}" destId="{D7F4FD5E-801F-423C-AEEF-2C36C03E8117}" srcOrd="0" destOrd="2" presId="urn:microsoft.com/office/officeart/2005/8/layout/hList1"/>
    <dgm:cxn modelId="{D47ADB40-E5BF-419E-BA00-CC796AE873E9}" srcId="{00D9177F-DFAF-4F65-AE8F-1BC54A8415A2}" destId="{366E13D9-2644-40BB-ADEB-4F7C63BB0C5B}" srcOrd="1" destOrd="0" parTransId="{37403252-6466-4CB6-86F2-9159B488299F}" sibTransId="{FF33F40B-8E02-4158-987A-47762A3E4664}"/>
    <dgm:cxn modelId="{8C8D9367-F1FF-4367-92B7-97636BE8E4C2}" srcId="{8CFEF697-FCFA-413E-815F-0A887F4A1FC5}" destId="{F761E5D4-12B0-4539-AFB7-8B156F2028E7}" srcOrd="0" destOrd="0" parTransId="{47E1C45C-0ED6-4182-BA72-EB176E66FD06}" sibTransId="{DEFDF37F-D90C-411C-8E03-434EBE0C1BC1}"/>
    <dgm:cxn modelId="{6FA9DB4F-41CB-4E39-B98A-B15E0D760489}" type="presOf" srcId="{8F18260C-E429-433E-976A-E7B26B6D709F}" destId="{D5FD99AD-9B54-42F2-8AAA-1A11C5950C84}" srcOrd="0" destOrd="1" presId="urn:microsoft.com/office/officeart/2005/8/layout/hList1"/>
    <dgm:cxn modelId="{9054E754-9DAE-4E51-9369-8501266E27DE}" srcId="{482E9360-28BC-4E8D-85C1-49CD33B471F1}" destId="{DF5EC1D2-CEC4-41B5-A296-352FC067691E}" srcOrd="1" destOrd="0" parTransId="{3A6F9205-CF70-44E0-91A1-FBD50FCB6C33}" sibTransId="{AD96B62B-A659-48F6-83E5-77C1CB3D971D}"/>
    <dgm:cxn modelId="{432BD476-19DA-485A-8D8F-F046DA5DD26A}" srcId="{00D9177F-DFAF-4F65-AE8F-1BC54A8415A2}" destId="{1493B1E2-A9D1-451C-969F-4A3A0966D56E}" srcOrd="3" destOrd="0" parTransId="{0D862F19-47A7-4E4D-BAF7-12DF2FACD10B}" sibTransId="{D1DBCF53-46F7-4F16-BBD7-CB97CF7DEE7D}"/>
    <dgm:cxn modelId="{6FE12B7C-7DFA-433E-9C63-A292EF68ADBD}" type="presOf" srcId="{BBDE3B60-CCD2-4C34-ACD7-B98765985EA1}" destId="{3CD9090E-5CA0-42E4-B177-550C8B05766B}" srcOrd="0" destOrd="0" presId="urn:microsoft.com/office/officeart/2005/8/layout/hList1"/>
    <dgm:cxn modelId="{259BCF80-4CA6-4EC0-825F-DF366ECD1DD7}" type="presOf" srcId="{00D9177F-DFAF-4F65-AE8F-1BC54A8415A2}" destId="{48D8A0E2-C14C-4F05-9831-3B9A117F86F5}" srcOrd="0" destOrd="0" presId="urn:microsoft.com/office/officeart/2005/8/layout/hList1"/>
    <dgm:cxn modelId="{65B3F789-4E38-4286-8716-411AB34CA95D}" type="presOf" srcId="{F761E5D4-12B0-4539-AFB7-8B156F2028E7}" destId="{D5FD99AD-9B54-42F2-8AAA-1A11C5950C84}" srcOrd="0" destOrd="0" presId="urn:microsoft.com/office/officeart/2005/8/layout/hList1"/>
    <dgm:cxn modelId="{D89D4893-6BDA-4B99-92AE-F0A2B0A5804D}" type="presOf" srcId="{87CED2A6-709C-4FA8-A083-4947987449B3}" destId="{43B1B938-E8DF-4FEF-BE30-52FD344845D9}" srcOrd="0" destOrd="0" presId="urn:microsoft.com/office/officeart/2005/8/layout/hList1"/>
    <dgm:cxn modelId="{33E19497-6EFD-4C29-AF78-3B67CA49F164}" srcId="{00D9177F-DFAF-4F65-AE8F-1BC54A8415A2}" destId="{8CFEF697-FCFA-413E-815F-0A887F4A1FC5}" srcOrd="2" destOrd="0" parTransId="{2D8F89E5-FA63-4C5F-A7F1-63B5F397B9E2}" sibTransId="{88341F2F-CE3B-4CFE-A66E-E6628BC5B7FF}"/>
    <dgm:cxn modelId="{DB51F1A1-0D26-469A-898E-A77FA79A04F4}" srcId="{00D9177F-DFAF-4F65-AE8F-1BC54A8415A2}" destId="{482E9360-28BC-4E8D-85C1-49CD33B471F1}" srcOrd="0" destOrd="0" parTransId="{F8F39095-9A9A-426F-9D13-8BB605ED9665}" sibTransId="{263ECD7F-0FCA-4DA9-B23B-8F44FC0B91AC}"/>
    <dgm:cxn modelId="{0929F4AB-6B0B-484D-86EE-6E8EB64A2B27}" type="presOf" srcId="{482E9360-28BC-4E8D-85C1-49CD33B471F1}" destId="{C4C765A6-4D1C-4020-9DE2-BE0989AE87F6}" srcOrd="0" destOrd="0" presId="urn:microsoft.com/office/officeart/2005/8/layout/hList1"/>
    <dgm:cxn modelId="{C81FA5B8-CCC4-4FEB-9FF2-D4640534A669}" type="presOf" srcId="{DF5EC1D2-CEC4-41B5-A296-352FC067691E}" destId="{D7F4FD5E-801F-423C-AEEF-2C36C03E8117}" srcOrd="0" destOrd="1" presId="urn:microsoft.com/office/officeart/2005/8/layout/hList1"/>
    <dgm:cxn modelId="{4FFF18BF-919E-412E-B42A-66343247F3E8}" srcId="{8CFEF697-FCFA-413E-815F-0A887F4A1FC5}" destId="{8F18260C-E429-433E-976A-E7B26B6D709F}" srcOrd="1" destOrd="0" parTransId="{809BDCEB-3C22-49A8-9A4C-0FC4A90C2990}" sibTransId="{BF5FBA69-A26E-4DCF-BD14-FCA051A5EC46}"/>
    <dgm:cxn modelId="{1C3B1EC1-FFB0-49B9-BDC7-C722A4F93785}" type="presOf" srcId="{366E13D9-2644-40BB-ADEB-4F7C63BB0C5B}" destId="{DA605850-8348-42B0-ADD6-FB074DC9F04F}" srcOrd="0" destOrd="0" presId="urn:microsoft.com/office/officeart/2005/8/layout/hList1"/>
    <dgm:cxn modelId="{7E5A98C2-9260-408E-BBD8-3984089EBFB3}" srcId="{482E9360-28BC-4E8D-85C1-49CD33B471F1}" destId="{9690DDF8-573F-4546-A891-4642F7B17905}" srcOrd="0" destOrd="0" parTransId="{D5929C8A-79F2-4C41-80C6-1A70503ECF83}" sibTransId="{E76E6DB2-7C3A-4174-BD2A-577AE35C462B}"/>
    <dgm:cxn modelId="{3BB352C3-893B-43E4-B269-C70127530E46}" srcId="{366E13D9-2644-40BB-ADEB-4F7C63BB0C5B}" destId="{AFAA1E98-37F2-4F74-845F-8F2467839539}" srcOrd="1" destOrd="0" parTransId="{BF6F7CD2-FC96-401F-9321-8D3FFE354BD6}" sibTransId="{09BDE8C7-9402-4038-B003-9DD8B7EFE04C}"/>
    <dgm:cxn modelId="{045150D4-F862-458E-83E7-DA669950C8A5}" type="presOf" srcId="{AFAA1E98-37F2-4F74-845F-8F2467839539}" destId="{43B1B938-E8DF-4FEF-BE30-52FD344845D9}" srcOrd="0" destOrd="1" presId="urn:microsoft.com/office/officeart/2005/8/layout/hList1"/>
    <dgm:cxn modelId="{BEFD8EE8-8DD5-4E57-9876-A7BD9DEEAFB4}" type="presOf" srcId="{8CFEF697-FCFA-413E-815F-0A887F4A1FC5}" destId="{E57A93EA-B972-461C-91F5-505ED2B4FC7F}" srcOrd="0" destOrd="0" presId="urn:microsoft.com/office/officeart/2005/8/layout/hList1"/>
    <dgm:cxn modelId="{1D6B68EE-A827-4159-A6C7-9037927E2ADA}" srcId="{482E9360-28BC-4E8D-85C1-49CD33B471F1}" destId="{BD6F8BFC-3AF1-4F03-89B7-E45DBB54AC7B}" srcOrd="2" destOrd="0" parTransId="{1F409871-E2C6-4F4B-99C2-7FB1778B7786}" sibTransId="{CAA60A49-1A64-4E55-949C-DC58F4C85062}"/>
    <dgm:cxn modelId="{5F3FE1F2-7E2C-4B69-B2B0-C82D2B88C4B7}" srcId="{1493B1E2-A9D1-451C-969F-4A3A0966D56E}" destId="{BBDE3B60-CCD2-4C34-ACD7-B98765985EA1}" srcOrd="0" destOrd="0" parTransId="{50B5E798-902F-49EF-826B-F4FE7F85C254}" sibTransId="{1E9E2464-B1F9-4AFB-9782-C64EC7B7DE8B}"/>
    <dgm:cxn modelId="{6CA1B6FA-0389-48CF-BFAB-AE5A85EA2AD5}" srcId="{366E13D9-2644-40BB-ADEB-4F7C63BB0C5B}" destId="{87CED2A6-709C-4FA8-A083-4947987449B3}" srcOrd="0" destOrd="0" parTransId="{5C6275DA-BA51-4066-B9EC-37CAC922BBFB}" sibTransId="{7487B3C3-D1EA-4B1C-B398-41A682E47409}"/>
    <dgm:cxn modelId="{D79839FB-4645-47D5-A1AB-60CBCE855E21}" srcId="{1493B1E2-A9D1-451C-969F-4A3A0966D56E}" destId="{7977DEF4-5C3F-436D-86DB-8EDBAC9E3374}" srcOrd="1" destOrd="0" parTransId="{1E7346DA-01DC-481C-9103-B0FD860CB98A}" sibTransId="{A6F68ADB-DBF1-48D4-B587-D3DC8B9631C6}"/>
    <dgm:cxn modelId="{DE8157DA-A2E4-4DFF-BF41-6E9CD2297887}" type="presParOf" srcId="{48D8A0E2-C14C-4F05-9831-3B9A117F86F5}" destId="{898556CF-36FE-4E6B-8C3D-885B1CCB0038}" srcOrd="0" destOrd="0" presId="urn:microsoft.com/office/officeart/2005/8/layout/hList1"/>
    <dgm:cxn modelId="{F2DEE3EE-F465-4873-9D48-3252394544E1}" type="presParOf" srcId="{898556CF-36FE-4E6B-8C3D-885B1CCB0038}" destId="{C4C765A6-4D1C-4020-9DE2-BE0989AE87F6}" srcOrd="0" destOrd="0" presId="urn:microsoft.com/office/officeart/2005/8/layout/hList1"/>
    <dgm:cxn modelId="{480939A9-592D-42CD-B92E-1B6248B5B127}" type="presParOf" srcId="{898556CF-36FE-4E6B-8C3D-885B1CCB0038}" destId="{D7F4FD5E-801F-423C-AEEF-2C36C03E8117}" srcOrd="1" destOrd="0" presId="urn:microsoft.com/office/officeart/2005/8/layout/hList1"/>
    <dgm:cxn modelId="{CA5B4AD2-26E9-4063-9B6D-13BF9D79A251}" type="presParOf" srcId="{48D8A0E2-C14C-4F05-9831-3B9A117F86F5}" destId="{907FA899-6E28-46A1-9C8E-BD51E040130B}" srcOrd="1" destOrd="0" presId="urn:microsoft.com/office/officeart/2005/8/layout/hList1"/>
    <dgm:cxn modelId="{F0F39E1C-6B86-4086-A420-974D03A74377}" type="presParOf" srcId="{48D8A0E2-C14C-4F05-9831-3B9A117F86F5}" destId="{7AE8502C-1DC8-40C9-9818-C7ED6A86F41D}" srcOrd="2" destOrd="0" presId="urn:microsoft.com/office/officeart/2005/8/layout/hList1"/>
    <dgm:cxn modelId="{DC3E346E-BEB5-4619-9EF8-06FF0E659B13}" type="presParOf" srcId="{7AE8502C-1DC8-40C9-9818-C7ED6A86F41D}" destId="{DA605850-8348-42B0-ADD6-FB074DC9F04F}" srcOrd="0" destOrd="0" presId="urn:microsoft.com/office/officeart/2005/8/layout/hList1"/>
    <dgm:cxn modelId="{437854C0-6CFE-47E1-BED1-4BED572B1F25}" type="presParOf" srcId="{7AE8502C-1DC8-40C9-9818-C7ED6A86F41D}" destId="{43B1B938-E8DF-4FEF-BE30-52FD344845D9}" srcOrd="1" destOrd="0" presId="urn:microsoft.com/office/officeart/2005/8/layout/hList1"/>
    <dgm:cxn modelId="{DB23045B-7B9C-43BC-8C82-A917C984B781}" type="presParOf" srcId="{48D8A0E2-C14C-4F05-9831-3B9A117F86F5}" destId="{97EEA3D9-9F68-4FEC-A067-FBCD5A31C014}" srcOrd="3" destOrd="0" presId="urn:microsoft.com/office/officeart/2005/8/layout/hList1"/>
    <dgm:cxn modelId="{FB81137D-FF5D-4AD8-8592-36868D3490B9}" type="presParOf" srcId="{48D8A0E2-C14C-4F05-9831-3B9A117F86F5}" destId="{B5D14D22-08B1-4A74-A3F2-D04ACC851A87}" srcOrd="4" destOrd="0" presId="urn:microsoft.com/office/officeart/2005/8/layout/hList1"/>
    <dgm:cxn modelId="{D48E6782-3669-42FC-8CC7-6B31F6BAB0C0}" type="presParOf" srcId="{B5D14D22-08B1-4A74-A3F2-D04ACC851A87}" destId="{E57A93EA-B972-461C-91F5-505ED2B4FC7F}" srcOrd="0" destOrd="0" presId="urn:microsoft.com/office/officeart/2005/8/layout/hList1"/>
    <dgm:cxn modelId="{50E78835-390B-48C9-84B4-095A3CAEEA4E}" type="presParOf" srcId="{B5D14D22-08B1-4A74-A3F2-D04ACC851A87}" destId="{D5FD99AD-9B54-42F2-8AAA-1A11C5950C84}" srcOrd="1" destOrd="0" presId="urn:microsoft.com/office/officeart/2005/8/layout/hList1"/>
    <dgm:cxn modelId="{54E88C0F-BCD6-4CFA-B761-F6FCE31C07AB}" type="presParOf" srcId="{48D8A0E2-C14C-4F05-9831-3B9A117F86F5}" destId="{9E20199C-D1DD-4074-B2E2-C65303205598}" srcOrd="5" destOrd="0" presId="urn:microsoft.com/office/officeart/2005/8/layout/hList1"/>
    <dgm:cxn modelId="{46ACC147-ABEE-4A1F-BB24-E9AD71CDEFB6}" type="presParOf" srcId="{48D8A0E2-C14C-4F05-9831-3B9A117F86F5}" destId="{6A7D0FFC-90DC-44A5-9D68-4FCC13A1FFDD}" srcOrd="6" destOrd="0" presId="urn:microsoft.com/office/officeart/2005/8/layout/hList1"/>
    <dgm:cxn modelId="{6B3F6BD5-2193-4710-8F11-751678B0361B}" type="presParOf" srcId="{6A7D0FFC-90DC-44A5-9D68-4FCC13A1FFDD}" destId="{7434D662-69D6-4D4D-8CA4-22971C282939}" srcOrd="0" destOrd="0" presId="urn:microsoft.com/office/officeart/2005/8/layout/hList1"/>
    <dgm:cxn modelId="{712365B5-57DA-449D-9450-EADCC18E0E32}" type="presParOf" srcId="{6A7D0FFC-90DC-44A5-9D68-4FCC13A1FFDD}" destId="{3CD9090E-5CA0-42E4-B177-550C8B05766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6B8A2498-251F-44A3-90FF-0258F2756104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D115548-3E57-4683-AD9D-114D7DD07575}">
      <dgm:prSet/>
      <dgm:spPr/>
      <dgm:t>
        <a:bodyPr/>
        <a:lstStyle/>
        <a:p>
          <a:r>
            <a:rPr lang="en-US"/>
            <a:t>Pass strrftime()</a:t>
          </a:r>
        </a:p>
      </dgm:t>
    </dgm:pt>
    <dgm:pt modelId="{00DDC97D-8A58-4CD1-A345-20CCAF9B9AF5}" type="parTrans" cxnId="{F55BDE9F-9060-491C-AF73-89D33621E2D8}">
      <dgm:prSet/>
      <dgm:spPr/>
      <dgm:t>
        <a:bodyPr/>
        <a:lstStyle/>
        <a:p>
          <a:endParaRPr lang="en-US"/>
        </a:p>
      </dgm:t>
    </dgm:pt>
    <dgm:pt modelId="{1CF1478D-792E-40E6-AEC2-0B1411FF9713}" type="sibTrans" cxnId="{F55BDE9F-9060-491C-AF73-89D33621E2D8}">
      <dgm:prSet/>
      <dgm:spPr/>
      <dgm:t>
        <a:bodyPr/>
        <a:lstStyle/>
        <a:p>
          <a:endParaRPr lang="en-US"/>
        </a:p>
      </dgm:t>
    </dgm:pt>
    <dgm:pt modelId="{79D5C2FD-B9EB-4C68-A03F-932752C44234}">
      <dgm:prSet/>
      <dgm:spPr/>
      <dgm:t>
        <a:bodyPr/>
        <a:lstStyle/>
        <a:p>
          <a:r>
            <a:rPr lang="en-US" dirty="0"/>
            <a:t>a custom format string</a:t>
          </a:r>
        </a:p>
      </dgm:t>
    </dgm:pt>
    <dgm:pt modelId="{668A389C-14A0-41FB-831B-D49FBA740D5E}" type="parTrans" cxnId="{C996DBE7-343A-4A0B-BC51-50F2FA6D1D57}">
      <dgm:prSet/>
      <dgm:spPr/>
      <dgm:t>
        <a:bodyPr/>
        <a:lstStyle/>
        <a:p>
          <a:endParaRPr lang="en-US"/>
        </a:p>
      </dgm:t>
    </dgm:pt>
    <dgm:pt modelId="{8DF2C510-39E0-4A1A-B04D-90B42EB04DD8}" type="sibTrans" cxnId="{C996DBE7-343A-4A0B-BC51-50F2FA6D1D57}">
      <dgm:prSet/>
      <dgm:spPr/>
      <dgm:t>
        <a:bodyPr/>
        <a:lstStyle/>
        <a:p>
          <a:endParaRPr lang="en-US"/>
        </a:p>
      </dgm:t>
    </dgm:pt>
    <dgm:pt modelId="{413FA8CE-0EC9-41AD-A80C-EDEABD86C7D8}">
      <dgm:prSet/>
      <dgm:spPr/>
      <dgm:t>
        <a:bodyPr/>
        <a:lstStyle/>
        <a:p>
          <a:r>
            <a:rPr lang="en-US"/>
            <a:t>along with any desired</a:t>
          </a:r>
        </a:p>
      </dgm:t>
    </dgm:pt>
    <dgm:pt modelId="{2CC83BD5-2083-46CF-A251-68E00E1C93B7}" type="parTrans" cxnId="{B2EE242C-1411-4E6D-9840-7AA7DF1C7426}">
      <dgm:prSet/>
      <dgm:spPr/>
      <dgm:t>
        <a:bodyPr/>
        <a:lstStyle/>
        <a:p>
          <a:endParaRPr lang="en-US"/>
        </a:p>
      </dgm:t>
    </dgm:pt>
    <dgm:pt modelId="{7E08297D-4B1D-459E-88BB-889DD90EAA34}" type="sibTrans" cxnId="{B2EE242C-1411-4E6D-9840-7AA7DF1C7426}">
      <dgm:prSet/>
      <dgm:spPr/>
      <dgm:t>
        <a:bodyPr/>
        <a:lstStyle/>
        <a:p>
          <a:endParaRPr lang="en-US"/>
        </a:p>
      </dgm:t>
    </dgm:pt>
    <dgm:pt modelId="{160E1A1B-DCB4-4F24-854A-616FD44464BB}">
      <dgm:prSet/>
      <dgm:spPr/>
      <dgm:t>
        <a:bodyPr/>
        <a:lstStyle/>
        <a:p>
          <a:r>
            <a:rPr lang="en-US"/>
            <a:t>slashes, colons, and so on</a:t>
          </a:r>
        </a:p>
      </dgm:t>
    </dgm:pt>
    <dgm:pt modelId="{87428A0F-C19F-4353-8820-5E7F6AEBC213}" type="parTrans" cxnId="{8D5C37EB-9096-4C56-93AE-4FAF577B111D}">
      <dgm:prSet/>
      <dgm:spPr/>
      <dgm:t>
        <a:bodyPr/>
        <a:lstStyle/>
        <a:p>
          <a:endParaRPr lang="en-US"/>
        </a:p>
      </dgm:t>
    </dgm:pt>
    <dgm:pt modelId="{020717A2-DCE1-44C4-A81C-76203C409A2F}" type="sibTrans" cxnId="{8D5C37EB-9096-4C56-93AE-4FAF577B111D}">
      <dgm:prSet/>
      <dgm:spPr/>
      <dgm:t>
        <a:bodyPr/>
        <a:lstStyle/>
        <a:p>
          <a:endParaRPr lang="en-US"/>
        </a:p>
      </dgm:t>
    </dgm:pt>
    <dgm:pt modelId="{BD95484A-0DD9-4B47-BF26-0D1372449FDA}">
      <dgm:prSet/>
      <dgm:spPr/>
      <dgm:t>
        <a:bodyPr/>
        <a:lstStyle/>
        <a:p>
          <a:r>
            <a:rPr lang="en-US"/>
            <a:t>strftime()</a:t>
          </a:r>
        </a:p>
      </dgm:t>
    </dgm:pt>
    <dgm:pt modelId="{099544F8-8716-450C-A9B9-D53FFB644B1C}" type="parTrans" cxnId="{455CE812-EC82-492A-9944-2A8A22414632}">
      <dgm:prSet/>
      <dgm:spPr/>
      <dgm:t>
        <a:bodyPr/>
        <a:lstStyle/>
        <a:p>
          <a:endParaRPr lang="en-US"/>
        </a:p>
      </dgm:t>
    </dgm:pt>
    <dgm:pt modelId="{053D6F20-FF88-49E9-BA8E-ACBA12BABE97}" type="sibTrans" cxnId="{455CE812-EC82-492A-9944-2A8A22414632}">
      <dgm:prSet/>
      <dgm:spPr/>
      <dgm:t>
        <a:bodyPr/>
        <a:lstStyle/>
        <a:p>
          <a:endParaRPr lang="en-US"/>
        </a:p>
      </dgm:t>
    </dgm:pt>
    <dgm:pt modelId="{E624D601-ACCA-4D2E-A4BF-06267F78169F}">
      <dgm:prSet/>
      <dgm:spPr/>
      <dgm:t>
        <a:bodyPr/>
        <a:lstStyle/>
        <a:p>
          <a:r>
            <a:rPr lang="en-US"/>
            <a:t>will</a:t>
          </a:r>
          <a:r>
            <a:rPr lang="tr-TR"/>
            <a:t> </a:t>
          </a:r>
          <a:r>
            <a:rPr lang="en-US"/>
            <a:t>return the datetime object’s information</a:t>
          </a:r>
        </a:p>
      </dgm:t>
    </dgm:pt>
    <dgm:pt modelId="{AD9E6D7E-1870-48E1-A276-60321FD13091}" type="parTrans" cxnId="{F5194C76-02E7-4FD9-AE60-E8AA40390143}">
      <dgm:prSet/>
      <dgm:spPr/>
      <dgm:t>
        <a:bodyPr/>
        <a:lstStyle/>
        <a:p>
          <a:endParaRPr lang="en-US"/>
        </a:p>
      </dgm:t>
    </dgm:pt>
    <dgm:pt modelId="{486F6FA8-4E40-4E1C-861B-50B7B343BA66}" type="sibTrans" cxnId="{F5194C76-02E7-4FD9-AE60-E8AA40390143}">
      <dgm:prSet/>
      <dgm:spPr/>
      <dgm:t>
        <a:bodyPr/>
        <a:lstStyle/>
        <a:p>
          <a:endParaRPr lang="en-US"/>
        </a:p>
      </dgm:t>
    </dgm:pt>
    <dgm:pt modelId="{9F44C2E7-A25A-496C-B348-F305FD2A032A}">
      <dgm:prSet/>
      <dgm:spPr/>
      <dgm:t>
        <a:bodyPr/>
        <a:lstStyle/>
        <a:p>
          <a:r>
            <a:rPr lang="en-US"/>
            <a:t>as a formatted string.</a:t>
          </a:r>
        </a:p>
      </dgm:t>
    </dgm:pt>
    <dgm:pt modelId="{78171C96-BADB-4CCB-823A-F16EFCB2E886}" type="parTrans" cxnId="{C12E3678-2426-4083-B7D2-97BB8FE4EBDF}">
      <dgm:prSet/>
      <dgm:spPr/>
      <dgm:t>
        <a:bodyPr/>
        <a:lstStyle/>
        <a:p>
          <a:endParaRPr lang="en-US"/>
        </a:p>
      </dgm:t>
    </dgm:pt>
    <dgm:pt modelId="{09EFAE41-6BB1-41C5-B17D-630F7A0CFCEB}" type="sibTrans" cxnId="{C12E3678-2426-4083-B7D2-97BB8FE4EBDF}">
      <dgm:prSet/>
      <dgm:spPr/>
      <dgm:t>
        <a:bodyPr/>
        <a:lstStyle/>
        <a:p>
          <a:endParaRPr lang="en-US"/>
        </a:p>
      </dgm:t>
    </dgm:pt>
    <dgm:pt modelId="{A9230D6C-8A6A-401B-88F3-CCF7958FD797}">
      <dgm:prSet/>
      <dgm:spPr/>
      <dgm:t>
        <a:bodyPr/>
        <a:lstStyle/>
        <a:p>
          <a:r>
            <a:rPr lang="en-US"/>
            <a:t>containing formatting directives</a:t>
          </a:r>
        </a:p>
      </dgm:t>
    </dgm:pt>
    <dgm:pt modelId="{AAD3291C-2B44-4B27-B096-B41E2C35CB73}" type="parTrans" cxnId="{979EACAE-765C-4913-8391-4C6750981F28}">
      <dgm:prSet/>
      <dgm:spPr/>
      <dgm:t>
        <a:bodyPr/>
        <a:lstStyle/>
        <a:p>
          <a:endParaRPr lang="en-US"/>
        </a:p>
      </dgm:t>
    </dgm:pt>
    <dgm:pt modelId="{718A55A4-D871-4E86-A26D-F9DAA96984AB}" type="sibTrans" cxnId="{979EACAE-765C-4913-8391-4C6750981F28}">
      <dgm:prSet/>
      <dgm:spPr/>
      <dgm:t>
        <a:bodyPr/>
        <a:lstStyle/>
        <a:p>
          <a:endParaRPr lang="en-US"/>
        </a:p>
      </dgm:t>
    </dgm:pt>
    <dgm:pt modelId="{A40BA408-5196-46C4-A289-B3A02DC9C19D}" type="pres">
      <dgm:prSet presAssocID="{6B8A2498-251F-44A3-90FF-0258F2756104}" presName="Name0" presStyleCnt="0">
        <dgm:presLayoutVars>
          <dgm:dir/>
          <dgm:animLvl val="lvl"/>
          <dgm:resizeHandles val="exact"/>
        </dgm:presLayoutVars>
      </dgm:prSet>
      <dgm:spPr/>
    </dgm:pt>
    <dgm:pt modelId="{41C6F006-349E-4FB2-BCBB-D94C4265EC2B}" type="pres">
      <dgm:prSet presAssocID="{7D115548-3E57-4683-AD9D-114D7DD07575}" presName="composite" presStyleCnt="0"/>
      <dgm:spPr/>
    </dgm:pt>
    <dgm:pt modelId="{9A793AFF-9391-4BBD-8941-00D784125B24}" type="pres">
      <dgm:prSet presAssocID="{7D115548-3E57-4683-AD9D-114D7DD0757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4364D3B-C452-4A93-B423-2977FF6D669A}" type="pres">
      <dgm:prSet presAssocID="{7D115548-3E57-4683-AD9D-114D7DD07575}" presName="desTx" presStyleLbl="alignAccFollowNode1" presStyleIdx="0" presStyleCnt="3">
        <dgm:presLayoutVars>
          <dgm:bulletEnabled val="1"/>
        </dgm:presLayoutVars>
      </dgm:prSet>
      <dgm:spPr/>
    </dgm:pt>
    <dgm:pt modelId="{3F2C2E15-39D9-44CC-BF55-702A72A17EE9}" type="pres">
      <dgm:prSet presAssocID="{1CF1478D-792E-40E6-AEC2-0B1411FF9713}" presName="space" presStyleCnt="0"/>
      <dgm:spPr/>
    </dgm:pt>
    <dgm:pt modelId="{FECB9320-573E-46E9-A724-98803E9EFF19}" type="pres">
      <dgm:prSet presAssocID="{413FA8CE-0EC9-41AD-A80C-EDEABD86C7D8}" presName="composite" presStyleCnt="0"/>
      <dgm:spPr/>
    </dgm:pt>
    <dgm:pt modelId="{5C8A6693-2733-4822-AE54-4D706F99DACA}" type="pres">
      <dgm:prSet presAssocID="{413FA8CE-0EC9-41AD-A80C-EDEABD86C7D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FAEAC17-3207-409A-88BD-F37B18BC0E83}" type="pres">
      <dgm:prSet presAssocID="{413FA8CE-0EC9-41AD-A80C-EDEABD86C7D8}" presName="desTx" presStyleLbl="alignAccFollowNode1" presStyleIdx="1" presStyleCnt="3">
        <dgm:presLayoutVars>
          <dgm:bulletEnabled val="1"/>
        </dgm:presLayoutVars>
      </dgm:prSet>
      <dgm:spPr/>
    </dgm:pt>
    <dgm:pt modelId="{E2190C61-3D3B-4C1F-907F-B03B80277C84}" type="pres">
      <dgm:prSet presAssocID="{7E08297D-4B1D-459E-88BB-889DD90EAA34}" presName="space" presStyleCnt="0"/>
      <dgm:spPr/>
    </dgm:pt>
    <dgm:pt modelId="{23230C48-19A9-4F24-BC27-DF6B6C9395A8}" type="pres">
      <dgm:prSet presAssocID="{BD95484A-0DD9-4B47-BF26-0D1372449FDA}" presName="composite" presStyleCnt="0"/>
      <dgm:spPr/>
    </dgm:pt>
    <dgm:pt modelId="{01B99D28-B223-486B-806B-BE29C5EB23E6}" type="pres">
      <dgm:prSet presAssocID="{BD95484A-0DD9-4B47-BF26-0D1372449FDA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5D6BBA6-134E-4A77-8DFE-A9EAB3CCC13D}" type="pres">
      <dgm:prSet presAssocID="{BD95484A-0DD9-4B47-BF26-0D1372449FDA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55CE812-EC82-492A-9944-2A8A22414632}" srcId="{6B8A2498-251F-44A3-90FF-0258F2756104}" destId="{BD95484A-0DD9-4B47-BF26-0D1372449FDA}" srcOrd="2" destOrd="0" parTransId="{099544F8-8716-450C-A9B9-D53FFB644B1C}" sibTransId="{053D6F20-FF88-49E9-BA8E-ACBA12BABE97}"/>
    <dgm:cxn modelId="{60A5671D-F858-4FC7-8ECB-746007631A5E}" type="presOf" srcId="{9F44C2E7-A25A-496C-B348-F305FD2A032A}" destId="{B5D6BBA6-134E-4A77-8DFE-A9EAB3CCC13D}" srcOrd="0" destOrd="1" presId="urn:microsoft.com/office/officeart/2005/8/layout/hList1"/>
    <dgm:cxn modelId="{B2EE242C-1411-4E6D-9840-7AA7DF1C7426}" srcId="{6B8A2498-251F-44A3-90FF-0258F2756104}" destId="{413FA8CE-0EC9-41AD-A80C-EDEABD86C7D8}" srcOrd="1" destOrd="0" parTransId="{2CC83BD5-2083-46CF-A251-68E00E1C93B7}" sibTransId="{7E08297D-4B1D-459E-88BB-889DD90EAA34}"/>
    <dgm:cxn modelId="{1DA5D23E-25F9-4B00-8191-792FDF9AABC9}" type="presOf" srcId="{160E1A1B-DCB4-4F24-854A-616FD44464BB}" destId="{6FAEAC17-3207-409A-88BD-F37B18BC0E83}" srcOrd="0" destOrd="0" presId="urn:microsoft.com/office/officeart/2005/8/layout/hList1"/>
    <dgm:cxn modelId="{D8DC0E5D-355E-43B3-B667-AF2512EBA016}" type="presOf" srcId="{79D5C2FD-B9EB-4C68-A03F-932752C44234}" destId="{14364D3B-C452-4A93-B423-2977FF6D669A}" srcOrd="0" destOrd="0" presId="urn:microsoft.com/office/officeart/2005/8/layout/hList1"/>
    <dgm:cxn modelId="{C5ABBD4C-350A-4DAE-A8A8-4E88307EB8AA}" type="presOf" srcId="{413FA8CE-0EC9-41AD-A80C-EDEABD86C7D8}" destId="{5C8A6693-2733-4822-AE54-4D706F99DACA}" srcOrd="0" destOrd="0" presId="urn:microsoft.com/office/officeart/2005/8/layout/hList1"/>
    <dgm:cxn modelId="{F5194C76-02E7-4FD9-AE60-E8AA40390143}" srcId="{BD95484A-0DD9-4B47-BF26-0D1372449FDA}" destId="{E624D601-ACCA-4D2E-A4BF-06267F78169F}" srcOrd="0" destOrd="0" parTransId="{AD9E6D7E-1870-48E1-A276-60321FD13091}" sibTransId="{486F6FA8-4E40-4E1C-861B-50B7B343BA66}"/>
    <dgm:cxn modelId="{92D22258-E7D5-45FF-8574-917FBC743C51}" type="presOf" srcId="{6B8A2498-251F-44A3-90FF-0258F2756104}" destId="{A40BA408-5196-46C4-A289-B3A02DC9C19D}" srcOrd="0" destOrd="0" presId="urn:microsoft.com/office/officeart/2005/8/layout/hList1"/>
    <dgm:cxn modelId="{C12E3678-2426-4083-B7D2-97BB8FE4EBDF}" srcId="{BD95484A-0DD9-4B47-BF26-0D1372449FDA}" destId="{9F44C2E7-A25A-496C-B348-F305FD2A032A}" srcOrd="1" destOrd="0" parTransId="{78171C96-BADB-4CCB-823A-F16EFCB2E886}" sibTransId="{09EFAE41-6BB1-41C5-B17D-630F7A0CFCEB}"/>
    <dgm:cxn modelId="{1DA02A7F-3140-435C-BBC1-2F62A4680EAE}" type="presOf" srcId="{7D115548-3E57-4683-AD9D-114D7DD07575}" destId="{9A793AFF-9391-4BBD-8941-00D784125B24}" srcOrd="0" destOrd="0" presId="urn:microsoft.com/office/officeart/2005/8/layout/hList1"/>
    <dgm:cxn modelId="{083D9B8C-C1B7-49D9-8F05-CBFBFE4E270A}" type="presOf" srcId="{E624D601-ACCA-4D2E-A4BF-06267F78169F}" destId="{B5D6BBA6-134E-4A77-8DFE-A9EAB3CCC13D}" srcOrd="0" destOrd="0" presId="urn:microsoft.com/office/officeart/2005/8/layout/hList1"/>
    <dgm:cxn modelId="{F55BDE9F-9060-491C-AF73-89D33621E2D8}" srcId="{6B8A2498-251F-44A3-90FF-0258F2756104}" destId="{7D115548-3E57-4683-AD9D-114D7DD07575}" srcOrd="0" destOrd="0" parTransId="{00DDC97D-8A58-4CD1-A345-20CCAF9B9AF5}" sibTransId="{1CF1478D-792E-40E6-AEC2-0B1411FF9713}"/>
    <dgm:cxn modelId="{979EACAE-765C-4913-8391-4C6750981F28}" srcId="{7D115548-3E57-4683-AD9D-114D7DD07575}" destId="{A9230D6C-8A6A-401B-88F3-CCF7958FD797}" srcOrd="1" destOrd="0" parTransId="{AAD3291C-2B44-4B27-B096-B41E2C35CB73}" sibTransId="{718A55A4-D871-4E86-A26D-F9DAA96984AB}"/>
    <dgm:cxn modelId="{5B40BBB0-0C3D-4F23-A22B-679E4DF533BA}" type="presOf" srcId="{A9230D6C-8A6A-401B-88F3-CCF7958FD797}" destId="{14364D3B-C452-4A93-B423-2977FF6D669A}" srcOrd="0" destOrd="1" presId="urn:microsoft.com/office/officeart/2005/8/layout/hList1"/>
    <dgm:cxn modelId="{C996DBE7-343A-4A0B-BC51-50F2FA6D1D57}" srcId="{7D115548-3E57-4683-AD9D-114D7DD07575}" destId="{79D5C2FD-B9EB-4C68-A03F-932752C44234}" srcOrd="0" destOrd="0" parTransId="{668A389C-14A0-41FB-831B-D49FBA740D5E}" sibTransId="{8DF2C510-39E0-4A1A-B04D-90B42EB04DD8}"/>
    <dgm:cxn modelId="{8D5C37EB-9096-4C56-93AE-4FAF577B111D}" srcId="{413FA8CE-0EC9-41AD-A80C-EDEABD86C7D8}" destId="{160E1A1B-DCB4-4F24-854A-616FD44464BB}" srcOrd="0" destOrd="0" parTransId="{87428A0F-C19F-4353-8820-5E7F6AEBC213}" sibTransId="{020717A2-DCE1-44C4-A81C-76203C409A2F}"/>
    <dgm:cxn modelId="{9E8DBAFC-CE60-43A3-B6F6-C449D049E07D}" type="presOf" srcId="{BD95484A-0DD9-4B47-BF26-0D1372449FDA}" destId="{01B99D28-B223-486B-806B-BE29C5EB23E6}" srcOrd="0" destOrd="0" presId="urn:microsoft.com/office/officeart/2005/8/layout/hList1"/>
    <dgm:cxn modelId="{F584B08B-D87A-442A-B353-32E37DC8B734}" type="presParOf" srcId="{A40BA408-5196-46C4-A289-B3A02DC9C19D}" destId="{41C6F006-349E-4FB2-BCBB-D94C4265EC2B}" srcOrd="0" destOrd="0" presId="urn:microsoft.com/office/officeart/2005/8/layout/hList1"/>
    <dgm:cxn modelId="{1F011C39-96CF-4B55-A849-C7E10D791782}" type="presParOf" srcId="{41C6F006-349E-4FB2-BCBB-D94C4265EC2B}" destId="{9A793AFF-9391-4BBD-8941-00D784125B24}" srcOrd="0" destOrd="0" presId="urn:microsoft.com/office/officeart/2005/8/layout/hList1"/>
    <dgm:cxn modelId="{FC8ED2E3-3B67-440D-ABBE-DA8D678A6F55}" type="presParOf" srcId="{41C6F006-349E-4FB2-BCBB-D94C4265EC2B}" destId="{14364D3B-C452-4A93-B423-2977FF6D669A}" srcOrd="1" destOrd="0" presId="urn:microsoft.com/office/officeart/2005/8/layout/hList1"/>
    <dgm:cxn modelId="{EC2C57B8-1135-4F2C-A90D-FF39B5D437B3}" type="presParOf" srcId="{A40BA408-5196-46C4-A289-B3A02DC9C19D}" destId="{3F2C2E15-39D9-44CC-BF55-702A72A17EE9}" srcOrd="1" destOrd="0" presId="urn:microsoft.com/office/officeart/2005/8/layout/hList1"/>
    <dgm:cxn modelId="{8B83153D-3FD3-4C4E-93DD-EEB0AD1663DE}" type="presParOf" srcId="{A40BA408-5196-46C4-A289-B3A02DC9C19D}" destId="{FECB9320-573E-46E9-A724-98803E9EFF19}" srcOrd="2" destOrd="0" presId="urn:microsoft.com/office/officeart/2005/8/layout/hList1"/>
    <dgm:cxn modelId="{30FE737B-A6BF-4300-BB6D-D9F0B2F2A572}" type="presParOf" srcId="{FECB9320-573E-46E9-A724-98803E9EFF19}" destId="{5C8A6693-2733-4822-AE54-4D706F99DACA}" srcOrd="0" destOrd="0" presId="urn:microsoft.com/office/officeart/2005/8/layout/hList1"/>
    <dgm:cxn modelId="{B49E74D3-40DB-4AEA-BAAA-763A8D46D0D4}" type="presParOf" srcId="{FECB9320-573E-46E9-A724-98803E9EFF19}" destId="{6FAEAC17-3207-409A-88BD-F37B18BC0E83}" srcOrd="1" destOrd="0" presId="urn:microsoft.com/office/officeart/2005/8/layout/hList1"/>
    <dgm:cxn modelId="{F4DAA8AF-B644-4A95-9ECE-A2E4AA878946}" type="presParOf" srcId="{A40BA408-5196-46C4-A289-B3A02DC9C19D}" destId="{E2190C61-3D3B-4C1F-907F-B03B80277C84}" srcOrd="3" destOrd="0" presId="urn:microsoft.com/office/officeart/2005/8/layout/hList1"/>
    <dgm:cxn modelId="{43C68B44-BCAD-4D2E-A974-B21ED6E3BFEE}" type="presParOf" srcId="{A40BA408-5196-46C4-A289-B3A02DC9C19D}" destId="{23230C48-19A9-4F24-BC27-DF6B6C9395A8}" srcOrd="4" destOrd="0" presId="urn:microsoft.com/office/officeart/2005/8/layout/hList1"/>
    <dgm:cxn modelId="{CD83A4DA-CFCA-40CD-AB3E-A45690D72129}" type="presParOf" srcId="{23230C48-19A9-4F24-BC27-DF6B6C9395A8}" destId="{01B99D28-B223-486B-806B-BE29C5EB23E6}" srcOrd="0" destOrd="0" presId="urn:microsoft.com/office/officeart/2005/8/layout/hList1"/>
    <dgm:cxn modelId="{5ECA136E-A69A-4E10-8945-36818084DFCB}" type="presParOf" srcId="{23230C48-19A9-4F24-BC27-DF6B6C9395A8}" destId="{B5D6BBA6-134E-4A77-8DFE-A9EAB3CCC13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58F7E16-B540-4669-AAA8-0DF0F73A284B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56DAA69-1758-4A34-BA96-83CA0EAC0E0D}">
      <dgm:prSet/>
      <dgm:spPr/>
      <dgm:t>
        <a:bodyPr/>
        <a:lstStyle/>
        <a:p>
          <a:r>
            <a:rPr lang="tr-TR" dirty="0" err="1"/>
            <a:t>Converting</a:t>
          </a:r>
          <a:r>
            <a:rPr lang="tr-TR" dirty="0"/>
            <a:t> </a:t>
          </a:r>
          <a:r>
            <a:rPr lang="tr-TR" dirty="0" err="1"/>
            <a:t>string</a:t>
          </a:r>
          <a:r>
            <a:rPr lang="tr-TR" dirty="0"/>
            <a:t> </a:t>
          </a:r>
          <a:r>
            <a:rPr lang="tr-TR" dirty="0" err="1"/>
            <a:t>date</a:t>
          </a:r>
          <a:r>
            <a:rPr lang="tr-TR" dirty="0"/>
            <a:t> </a:t>
          </a:r>
          <a:r>
            <a:rPr lang="tr-TR" dirty="0" err="1"/>
            <a:t>information</a:t>
          </a:r>
          <a:endParaRPr lang="en-US" dirty="0"/>
        </a:p>
      </dgm:t>
    </dgm:pt>
    <dgm:pt modelId="{60160B8E-A0FB-47CD-A01F-01E0A9A13F52}" type="parTrans" cxnId="{EFAAE544-24BE-4938-AD4E-6BB2A282C96B}">
      <dgm:prSet/>
      <dgm:spPr/>
      <dgm:t>
        <a:bodyPr/>
        <a:lstStyle/>
        <a:p>
          <a:endParaRPr lang="en-US"/>
        </a:p>
      </dgm:t>
    </dgm:pt>
    <dgm:pt modelId="{FCE020C4-561B-4D43-9648-AFE0DAA27AF7}" type="sibTrans" cxnId="{EFAAE544-24BE-4938-AD4E-6BB2A282C96B}">
      <dgm:prSet/>
      <dgm:spPr/>
      <dgm:t>
        <a:bodyPr/>
        <a:lstStyle/>
        <a:p>
          <a:endParaRPr lang="en-US"/>
        </a:p>
      </dgm:t>
    </dgm:pt>
    <dgm:pt modelId="{1FCF2E53-69F3-44FC-B507-36F215FC8405}">
      <dgm:prSet/>
      <dgm:spPr/>
      <dgm:t>
        <a:bodyPr/>
        <a:lstStyle/>
        <a:p>
          <a:r>
            <a:rPr lang="en-US" dirty="0"/>
            <a:t>such as '2015/10/21 16:29:00’</a:t>
          </a:r>
        </a:p>
      </dgm:t>
    </dgm:pt>
    <dgm:pt modelId="{C7457830-6A00-494A-9C8A-C9F0585E0BCA}" type="parTrans" cxnId="{DB751CFE-EE1A-444B-936C-5781BAEB1474}">
      <dgm:prSet/>
      <dgm:spPr/>
      <dgm:t>
        <a:bodyPr/>
        <a:lstStyle/>
        <a:p>
          <a:endParaRPr lang="en-US"/>
        </a:p>
      </dgm:t>
    </dgm:pt>
    <dgm:pt modelId="{9332527F-767E-4A61-90B0-7C1D20228CAF}" type="sibTrans" cxnId="{DB751CFE-EE1A-444B-936C-5781BAEB1474}">
      <dgm:prSet/>
      <dgm:spPr/>
      <dgm:t>
        <a:bodyPr/>
        <a:lstStyle/>
        <a:p>
          <a:endParaRPr lang="en-US"/>
        </a:p>
      </dgm:t>
    </dgm:pt>
    <dgm:pt modelId="{EE63C95A-FD35-4844-8E5F-8D77F208D0B5}">
      <dgm:prSet/>
      <dgm:spPr/>
      <dgm:t>
        <a:bodyPr/>
        <a:lstStyle/>
        <a:p>
          <a:r>
            <a:rPr lang="en-US" dirty="0"/>
            <a:t>or 'October 21, 2015’</a:t>
          </a:r>
        </a:p>
      </dgm:t>
    </dgm:pt>
    <dgm:pt modelId="{E04359A4-36BA-4527-83C2-D34847F0D156}" type="parTrans" cxnId="{087C24A0-3CEF-467B-AD36-D760E610F1B1}">
      <dgm:prSet/>
      <dgm:spPr/>
      <dgm:t>
        <a:bodyPr/>
        <a:lstStyle/>
        <a:p>
          <a:endParaRPr lang="en-US"/>
        </a:p>
      </dgm:t>
    </dgm:pt>
    <dgm:pt modelId="{43EF6361-5F93-4DEA-9B0E-2937F0911D10}" type="sibTrans" cxnId="{087C24A0-3CEF-467B-AD36-D760E610F1B1}">
      <dgm:prSet/>
      <dgm:spPr/>
      <dgm:t>
        <a:bodyPr/>
        <a:lstStyle/>
        <a:p>
          <a:endParaRPr lang="en-US"/>
        </a:p>
      </dgm:t>
    </dgm:pt>
    <dgm:pt modelId="{E4B7CDF9-BA0D-4F42-9386-1ED78977DEE8}">
      <dgm:prSet/>
      <dgm:spPr/>
      <dgm:t>
        <a:bodyPr/>
        <a:lstStyle/>
        <a:p>
          <a:r>
            <a:rPr lang="en-US" dirty="0"/>
            <a:t>The</a:t>
          </a:r>
          <a:r>
            <a:rPr lang="tr-TR" dirty="0"/>
            <a:t> </a:t>
          </a:r>
          <a:r>
            <a:rPr lang="en-US" dirty="0"/>
            <a:t>function</a:t>
          </a:r>
        </a:p>
      </dgm:t>
    </dgm:pt>
    <dgm:pt modelId="{1BA22C87-CA78-4370-9F5E-337BC13A5BA0}" type="parTrans" cxnId="{2EBB39E3-ABE3-48D0-AF37-362CC8B4AAC9}">
      <dgm:prSet/>
      <dgm:spPr/>
      <dgm:t>
        <a:bodyPr/>
        <a:lstStyle/>
        <a:p>
          <a:endParaRPr lang="en-US"/>
        </a:p>
      </dgm:t>
    </dgm:pt>
    <dgm:pt modelId="{7E615EE4-5285-422A-BDC0-30EBFD285894}" type="sibTrans" cxnId="{2EBB39E3-ABE3-48D0-AF37-362CC8B4AAC9}">
      <dgm:prSet/>
      <dgm:spPr/>
      <dgm:t>
        <a:bodyPr/>
        <a:lstStyle/>
        <a:p>
          <a:endParaRPr lang="en-US"/>
        </a:p>
      </dgm:t>
    </dgm:pt>
    <dgm:pt modelId="{3796A95F-8D62-4B54-8C22-F6230EAFFC54}">
      <dgm:prSet/>
      <dgm:spPr/>
      <dgm:t>
        <a:bodyPr/>
        <a:lstStyle/>
        <a:p>
          <a:r>
            <a:rPr lang="en-US" dirty="0"/>
            <a:t>The </a:t>
          </a:r>
          <a:r>
            <a:rPr lang="en-US" i="1" dirty="0" err="1"/>
            <a:t>strptime</a:t>
          </a:r>
          <a:r>
            <a:rPr lang="en-US" i="1" dirty="0"/>
            <a:t>() </a:t>
          </a:r>
          <a:r>
            <a:rPr lang="en-US" dirty="0"/>
            <a:t>function</a:t>
          </a:r>
        </a:p>
      </dgm:t>
    </dgm:pt>
    <dgm:pt modelId="{0255F31E-9475-406F-82B6-BB99A5C7E744}" type="parTrans" cxnId="{FFB6B65A-8DD7-4D65-B966-1BA4E717C674}">
      <dgm:prSet/>
      <dgm:spPr/>
      <dgm:t>
        <a:bodyPr/>
        <a:lstStyle/>
        <a:p>
          <a:endParaRPr lang="en-US"/>
        </a:p>
      </dgm:t>
    </dgm:pt>
    <dgm:pt modelId="{83695764-BAB8-4173-A8D6-A5EEA0B2399A}" type="sibTrans" cxnId="{FFB6B65A-8DD7-4D65-B966-1BA4E717C674}">
      <dgm:prSet/>
      <dgm:spPr/>
      <dgm:t>
        <a:bodyPr/>
        <a:lstStyle/>
        <a:p>
          <a:endParaRPr lang="en-US"/>
        </a:p>
      </dgm:t>
    </dgm:pt>
    <dgm:pt modelId="{6E03D070-0DCD-4848-ABB9-0A0A91A4E180}">
      <dgm:prSet/>
      <dgm:spPr/>
      <dgm:t>
        <a:bodyPr/>
        <a:lstStyle/>
        <a:p>
          <a:r>
            <a:rPr lang="en-US" dirty="0"/>
            <a:t>is the inverse</a:t>
          </a:r>
          <a:r>
            <a:rPr lang="tr-TR" dirty="0"/>
            <a:t> </a:t>
          </a:r>
          <a:r>
            <a:rPr lang="en-US" dirty="0"/>
            <a:t>of</a:t>
          </a:r>
        </a:p>
      </dgm:t>
    </dgm:pt>
    <dgm:pt modelId="{A25D5F77-BD26-44BB-A319-C153DD8BDD55}" type="parTrans" cxnId="{919ADC7D-A755-4C71-810F-EC8A1C9F307F}">
      <dgm:prSet/>
      <dgm:spPr/>
      <dgm:t>
        <a:bodyPr/>
        <a:lstStyle/>
        <a:p>
          <a:endParaRPr lang="en-US"/>
        </a:p>
      </dgm:t>
    </dgm:pt>
    <dgm:pt modelId="{13C4F880-EA28-4E7E-9187-EE50534AFE77}" type="sibTrans" cxnId="{919ADC7D-A755-4C71-810F-EC8A1C9F307F}">
      <dgm:prSet/>
      <dgm:spPr/>
      <dgm:t>
        <a:bodyPr/>
        <a:lstStyle/>
        <a:p>
          <a:endParaRPr lang="en-US"/>
        </a:p>
      </dgm:t>
    </dgm:pt>
    <dgm:pt modelId="{DD418E6D-ADEA-44A1-915C-3C6583AB314D}">
      <dgm:prSet/>
      <dgm:spPr/>
      <dgm:t>
        <a:bodyPr/>
        <a:lstStyle/>
        <a:p>
          <a:r>
            <a:rPr lang="en-US" dirty="0"/>
            <a:t>of date information</a:t>
          </a:r>
        </a:p>
      </dgm:t>
    </dgm:pt>
    <dgm:pt modelId="{C138BB37-1199-4386-B861-33B0B52BF79B}" type="parTrans" cxnId="{4D987A83-B286-4557-A7A0-405C4B33918C}">
      <dgm:prSet/>
      <dgm:spPr/>
      <dgm:t>
        <a:bodyPr/>
        <a:lstStyle/>
        <a:p>
          <a:endParaRPr lang="en-US"/>
        </a:p>
      </dgm:t>
    </dgm:pt>
    <dgm:pt modelId="{44B5D2F9-5864-489E-AAA8-ED6D162BE91B}" type="sibTrans" cxnId="{4D987A83-B286-4557-A7A0-405C4B33918C}">
      <dgm:prSet/>
      <dgm:spPr/>
      <dgm:t>
        <a:bodyPr/>
        <a:lstStyle/>
        <a:p>
          <a:endParaRPr lang="en-US"/>
        </a:p>
      </dgm:t>
    </dgm:pt>
    <dgm:pt modelId="{31B47F3C-09C5-4C3F-9378-A526F3EBE31C}">
      <dgm:prSet/>
      <dgm:spPr/>
      <dgm:t>
        <a:bodyPr/>
        <a:lstStyle/>
        <a:p>
          <a:r>
            <a:rPr lang="en-US" i="1" dirty="0" err="1"/>
            <a:t>datetime.datetime.strptime</a:t>
          </a:r>
          <a:r>
            <a:rPr lang="en-US" i="1" dirty="0"/>
            <a:t>()</a:t>
          </a:r>
          <a:r>
            <a:rPr lang="en-US" dirty="0"/>
            <a:t>. </a:t>
          </a:r>
        </a:p>
      </dgm:t>
    </dgm:pt>
    <dgm:pt modelId="{8C1B903A-52DB-4E4A-B0AA-1FAFC4C2C928}" type="parTrans" cxnId="{4F74EADB-2099-40B8-A5EE-3E48BE796482}">
      <dgm:prSet/>
      <dgm:spPr/>
      <dgm:t>
        <a:bodyPr/>
        <a:lstStyle/>
        <a:p>
          <a:endParaRPr lang="en-US"/>
        </a:p>
      </dgm:t>
    </dgm:pt>
    <dgm:pt modelId="{B81EEAEE-C998-4979-99AA-EF4FA9DD5602}" type="sibTrans" cxnId="{4F74EADB-2099-40B8-A5EE-3E48BE796482}">
      <dgm:prSet/>
      <dgm:spPr/>
      <dgm:t>
        <a:bodyPr/>
        <a:lstStyle/>
        <a:p>
          <a:endParaRPr lang="en-US"/>
        </a:p>
      </dgm:t>
    </dgm:pt>
    <dgm:pt modelId="{A0CDE7AA-8BFB-4B53-8747-1685378C24EF}">
      <dgm:prSet/>
      <dgm:spPr/>
      <dgm:t>
        <a:bodyPr/>
        <a:lstStyle/>
        <a:p>
          <a:r>
            <a:rPr lang="en-US" dirty="0"/>
            <a:t>the </a:t>
          </a:r>
          <a:r>
            <a:rPr lang="en-US" i="1" dirty="0" err="1"/>
            <a:t>strftime</a:t>
          </a:r>
          <a:r>
            <a:rPr lang="en-US" i="1" dirty="0"/>
            <a:t>()</a:t>
          </a:r>
          <a:r>
            <a:rPr lang="en-US" dirty="0"/>
            <a:t> method. </a:t>
          </a:r>
        </a:p>
      </dgm:t>
    </dgm:pt>
    <dgm:pt modelId="{BF9D47F2-456B-4527-95F4-34C20F140B01}" type="parTrans" cxnId="{AB639A9C-C91B-4766-8C16-A0335E568260}">
      <dgm:prSet/>
      <dgm:spPr/>
      <dgm:t>
        <a:bodyPr/>
        <a:lstStyle/>
        <a:p>
          <a:endParaRPr lang="en-US"/>
        </a:p>
      </dgm:t>
    </dgm:pt>
    <dgm:pt modelId="{550BEE77-D0D4-4174-9490-8E3E6F4226FF}" type="sibTrans" cxnId="{AB639A9C-C91B-4766-8C16-A0335E568260}">
      <dgm:prSet/>
      <dgm:spPr/>
      <dgm:t>
        <a:bodyPr/>
        <a:lstStyle/>
        <a:p>
          <a:endParaRPr lang="en-US"/>
        </a:p>
      </dgm:t>
    </dgm:pt>
    <dgm:pt modelId="{98E8F51B-77F8-4A69-ABD5-7ED469BE66AE}">
      <dgm:prSet/>
      <dgm:spPr/>
      <dgm:t>
        <a:bodyPr/>
        <a:lstStyle/>
        <a:p>
          <a:r>
            <a:rPr lang="en-US"/>
            <a:t>to a datetime object</a:t>
          </a:r>
          <a:endParaRPr lang="en-US" dirty="0"/>
        </a:p>
      </dgm:t>
    </dgm:pt>
    <dgm:pt modelId="{B3AF864F-266B-465F-A632-D7BD05EDE63C}" type="parTrans" cxnId="{4DA5F877-C2B5-4F98-9621-087463915475}">
      <dgm:prSet/>
      <dgm:spPr/>
      <dgm:t>
        <a:bodyPr/>
        <a:lstStyle/>
        <a:p>
          <a:endParaRPr lang="en-US"/>
        </a:p>
      </dgm:t>
    </dgm:pt>
    <dgm:pt modelId="{F599451F-DE7E-41FE-B0F8-F47002345382}" type="sibTrans" cxnId="{4DA5F877-C2B5-4F98-9621-087463915475}">
      <dgm:prSet/>
      <dgm:spPr/>
      <dgm:t>
        <a:bodyPr/>
        <a:lstStyle/>
        <a:p>
          <a:endParaRPr lang="en-US"/>
        </a:p>
      </dgm:t>
    </dgm:pt>
    <dgm:pt modelId="{1B47B0A9-F311-4CD7-A998-928DD5432471}" type="pres">
      <dgm:prSet presAssocID="{A58F7E16-B540-4669-AAA8-0DF0F73A284B}" presName="Name0" presStyleCnt="0">
        <dgm:presLayoutVars>
          <dgm:dir/>
          <dgm:animLvl val="lvl"/>
          <dgm:resizeHandles val="exact"/>
        </dgm:presLayoutVars>
      </dgm:prSet>
      <dgm:spPr/>
    </dgm:pt>
    <dgm:pt modelId="{EBF79F47-0097-4EB1-8B7E-A587339FDE7C}" type="pres">
      <dgm:prSet presAssocID="{156DAA69-1758-4A34-BA96-83CA0EAC0E0D}" presName="composite" presStyleCnt="0"/>
      <dgm:spPr/>
    </dgm:pt>
    <dgm:pt modelId="{9094CEA6-964C-47A2-96E7-0B4A7F93C476}" type="pres">
      <dgm:prSet presAssocID="{156DAA69-1758-4A34-BA96-83CA0EAC0E0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26F277B-CBF6-477A-999A-CED3E0910FEB}" type="pres">
      <dgm:prSet presAssocID="{156DAA69-1758-4A34-BA96-83CA0EAC0E0D}" presName="desTx" presStyleLbl="alignAccFollowNode1" presStyleIdx="0" presStyleCnt="3">
        <dgm:presLayoutVars>
          <dgm:bulletEnabled val="1"/>
        </dgm:presLayoutVars>
      </dgm:prSet>
      <dgm:spPr/>
    </dgm:pt>
    <dgm:pt modelId="{352A3A27-EA61-418B-A77D-B691CA79409D}" type="pres">
      <dgm:prSet presAssocID="{FCE020C4-561B-4D43-9648-AFE0DAA27AF7}" presName="space" presStyleCnt="0"/>
      <dgm:spPr/>
    </dgm:pt>
    <dgm:pt modelId="{16FCF9A3-7D49-4F33-8306-A86F5333BB74}" type="pres">
      <dgm:prSet presAssocID="{E4B7CDF9-BA0D-4F42-9386-1ED78977DEE8}" presName="composite" presStyleCnt="0"/>
      <dgm:spPr/>
    </dgm:pt>
    <dgm:pt modelId="{8FCCCE75-49D9-47C5-89B9-379CD5EE1B71}" type="pres">
      <dgm:prSet presAssocID="{E4B7CDF9-BA0D-4F42-9386-1ED78977DEE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900C442-9F48-48EC-BEA4-A7C720F8C2C0}" type="pres">
      <dgm:prSet presAssocID="{E4B7CDF9-BA0D-4F42-9386-1ED78977DEE8}" presName="desTx" presStyleLbl="alignAccFollowNode1" presStyleIdx="1" presStyleCnt="3">
        <dgm:presLayoutVars>
          <dgm:bulletEnabled val="1"/>
        </dgm:presLayoutVars>
      </dgm:prSet>
      <dgm:spPr/>
    </dgm:pt>
    <dgm:pt modelId="{5C6D6D6D-FEEB-48D9-9477-F1D575AA84EB}" type="pres">
      <dgm:prSet presAssocID="{7E615EE4-5285-422A-BDC0-30EBFD285894}" presName="space" presStyleCnt="0"/>
      <dgm:spPr/>
    </dgm:pt>
    <dgm:pt modelId="{293A05BB-B5B4-497F-A065-084EA1C24984}" type="pres">
      <dgm:prSet presAssocID="{3796A95F-8D62-4B54-8C22-F6230EAFFC54}" presName="composite" presStyleCnt="0"/>
      <dgm:spPr/>
    </dgm:pt>
    <dgm:pt modelId="{E1E4A574-ED7B-4351-876F-60737536933E}" type="pres">
      <dgm:prSet presAssocID="{3796A95F-8D62-4B54-8C22-F6230EAFFC5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DBC29BC-CD6F-4DF7-8E86-135AB1D4BDEA}" type="pres">
      <dgm:prSet presAssocID="{3796A95F-8D62-4B54-8C22-F6230EAFFC5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B721D18-095B-4051-B6CE-8668536FBDD6}" type="presOf" srcId="{1FCF2E53-69F3-44FC-B507-36F215FC8405}" destId="{126F277B-CBF6-477A-999A-CED3E0910FEB}" srcOrd="0" destOrd="1" presId="urn:microsoft.com/office/officeart/2005/8/layout/hList1"/>
    <dgm:cxn modelId="{56C26A25-1B90-4BB7-B94E-6CCE42510C6D}" type="presOf" srcId="{A58F7E16-B540-4669-AAA8-0DF0F73A284B}" destId="{1B47B0A9-F311-4CD7-A998-928DD5432471}" srcOrd="0" destOrd="0" presId="urn:microsoft.com/office/officeart/2005/8/layout/hList1"/>
    <dgm:cxn modelId="{EFAAE544-24BE-4938-AD4E-6BB2A282C96B}" srcId="{A58F7E16-B540-4669-AAA8-0DF0F73A284B}" destId="{156DAA69-1758-4A34-BA96-83CA0EAC0E0D}" srcOrd="0" destOrd="0" parTransId="{60160B8E-A0FB-47CD-A01F-01E0A9A13F52}" sibTransId="{FCE020C4-561B-4D43-9648-AFE0DAA27AF7}"/>
    <dgm:cxn modelId="{5EF14568-0CB4-4DE8-85A2-3BCF5F0A1025}" type="presOf" srcId="{6E03D070-0DCD-4848-ABB9-0A0A91A4E180}" destId="{7DBC29BC-CD6F-4DF7-8E86-135AB1D4BDEA}" srcOrd="0" destOrd="0" presId="urn:microsoft.com/office/officeart/2005/8/layout/hList1"/>
    <dgm:cxn modelId="{92D6896E-E399-46D6-8A65-18F3CD302D91}" type="presOf" srcId="{A0CDE7AA-8BFB-4B53-8747-1685378C24EF}" destId="{7DBC29BC-CD6F-4DF7-8E86-135AB1D4BDEA}" srcOrd="0" destOrd="1" presId="urn:microsoft.com/office/officeart/2005/8/layout/hList1"/>
    <dgm:cxn modelId="{37FD1A75-C60A-4DB7-B30E-CC87A3B83301}" type="presOf" srcId="{E4B7CDF9-BA0D-4F42-9386-1ED78977DEE8}" destId="{8FCCCE75-49D9-47C5-89B9-379CD5EE1B71}" srcOrd="0" destOrd="0" presId="urn:microsoft.com/office/officeart/2005/8/layout/hList1"/>
    <dgm:cxn modelId="{0EF86877-321E-4A06-9085-1EA5229E666B}" type="presOf" srcId="{EE63C95A-FD35-4844-8E5F-8D77F208D0B5}" destId="{126F277B-CBF6-477A-999A-CED3E0910FEB}" srcOrd="0" destOrd="2" presId="urn:microsoft.com/office/officeart/2005/8/layout/hList1"/>
    <dgm:cxn modelId="{4DA5F877-C2B5-4F98-9621-087463915475}" srcId="{156DAA69-1758-4A34-BA96-83CA0EAC0E0D}" destId="{98E8F51B-77F8-4A69-ABD5-7ED469BE66AE}" srcOrd="3" destOrd="0" parTransId="{B3AF864F-266B-465F-A632-D7BD05EDE63C}" sibTransId="{F599451F-DE7E-41FE-B0F8-F47002345382}"/>
    <dgm:cxn modelId="{549D6158-45C9-4196-B7F7-5EA507C7C787}" type="presOf" srcId="{31B47F3C-09C5-4C3F-9378-A526F3EBE31C}" destId="{9900C442-9F48-48EC-BEA4-A7C720F8C2C0}" srcOrd="0" destOrd="0" presId="urn:microsoft.com/office/officeart/2005/8/layout/hList1"/>
    <dgm:cxn modelId="{FFB6B65A-8DD7-4D65-B966-1BA4E717C674}" srcId="{A58F7E16-B540-4669-AAA8-0DF0F73A284B}" destId="{3796A95F-8D62-4B54-8C22-F6230EAFFC54}" srcOrd="2" destOrd="0" parTransId="{0255F31E-9475-406F-82B6-BB99A5C7E744}" sibTransId="{83695764-BAB8-4173-A8D6-A5EEA0B2399A}"/>
    <dgm:cxn modelId="{919ADC7D-A755-4C71-810F-EC8A1C9F307F}" srcId="{3796A95F-8D62-4B54-8C22-F6230EAFFC54}" destId="{6E03D070-0DCD-4848-ABB9-0A0A91A4E180}" srcOrd="0" destOrd="0" parTransId="{A25D5F77-BD26-44BB-A319-C153DD8BDD55}" sibTransId="{13C4F880-EA28-4E7E-9187-EE50534AFE77}"/>
    <dgm:cxn modelId="{4D987A83-B286-4557-A7A0-405C4B33918C}" srcId="{156DAA69-1758-4A34-BA96-83CA0EAC0E0D}" destId="{DD418E6D-ADEA-44A1-915C-3C6583AB314D}" srcOrd="0" destOrd="0" parTransId="{C138BB37-1199-4386-B861-33B0B52BF79B}" sibTransId="{44B5D2F9-5864-489E-AAA8-ED6D162BE91B}"/>
    <dgm:cxn modelId="{49B7DA95-7CEC-4A3F-9A59-BC7CBA0BB7EC}" type="presOf" srcId="{DD418E6D-ADEA-44A1-915C-3C6583AB314D}" destId="{126F277B-CBF6-477A-999A-CED3E0910FEB}" srcOrd="0" destOrd="0" presId="urn:microsoft.com/office/officeart/2005/8/layout/hList1"/>
    <dgm:cxn modelId="{AB639A9C-C91B-4766-8C16-A0335E568260}" srcId="{3796A95F-8D62-4B54-8C22-F6230EAFFC54}" destId="{A0CDE7AA-8BFB-4B53-8747-1685378C24EF}" srcOrd="1" destOrd="0" parTransId="{BF9D47F2-456B-4527-95F4-34C20F140B01}" sibTransId="{550BEE77-D0D4-4174-9490-8E3E6F4226FF}"/>
    <dgm:cxn modelId="{087C24A0-3CEF-467B-AD36-D760E610F1B1}" srcId="{156DAA69-1758-4A34-BA96-83CA0EAC0E0D}" destId="{EE63C95A-FD35-4844-8E5F-8D77F208D0B5}" srcOrd="2" destOrd="0" parTransId="{E04359A4-36BA-4527-83C2-D34847F0D156}" sibTransId="{43EF6361-5F93-4DEA-9B0E-2937F0911D10}"/>
    <dgm:cxn modelId="{A07C16AA-5C49-4785-AFC6-913E23AA9EF3}" type="presOf" srcId="{3796A95F-8D62-4B54-8C22-F6230EAFFC54}" destId="{E1E4A574-ED7B-4351-876F-60737536933E}" srcOrd="0" destOrd="0" presId="urn:microsoft.com/office/officeart/2005/8/layout/hList1"/>
    <dgm:cxn modelId="{9BD690D4-9BFC-47C4-92D8-1930369474C8}" type="presOf" srcId="{156DAA69-1758-4A34-BA96-83CA0EAC0E0D}" destId="{9094CEA6-964C-47A2-96E7-0B4A7F93C476}" srcOrd="0" destOrd="0" presId="urn:microsoft.com/office/officeart/2005/8/layout/hList1"/>
    <dgm:cxn modelId="{4F74EADB-2099-40B8-A5EE-3E48BE796482}" srcId="{E4B7CDF9-BA0D-4F42-9386-1ED78977DEE8}" destId="{31B47F3C-09C5-4C3F-9378-A526F3EBE31C}" srcOrd="0" destOrd="0" parTransId="{8C1B903A-52DB-4E4A-B0AA-1FAFC4C2C928}" sibTransId="{B81EEAEE-C998-4979-99AA-EF4FA9DD5602}"/>
    <dgm:cxn modelId="{2EBB39E3-ABE3-48D0-AF37-362CC8B4AAC9}" srcId="{A58F7E16-B540-4669-AAA8-0DF0F73A284B}" destId="{E4B7CDF9-BA0D-4F42-9386-1ED78977DEE8}" srcOrd="1" destOrd="0" parTransId="{1BA22C87-CA78-4370-9F5E-337BC13A5BA0}" sibTransId="{7E615EE4-5285-422A-BDC0-30EBFD285894}"/>
    <dgm:cxn modelId="{9348A5F4-1DAF-47ED-B2E2-8C4939A4064B}" type="presOf" srcId="{98E8F51B-77F8-4A69-ABD5-7ED469BE66AE}" destId="{126F277B-CBF6-477A-999A-CED3E0910FEB}" srcOrd="0" destOrd="3" presId="urn:microsoft.com/office/officeart/2005/8/layout/hList1"/>
    <dgm:cxn modelId="{DB751CFE-EE1A-444B-936C-5781BAEB1474}" srcId="{156DAA69-1758-4A34-BA96-83CA0EAC0E0D}" destId="{1FCF2E53-69F3-44FC-B507-36F215FC8405}" srcOrd="1" destOrd="0" parTransId="{C7457830-6A00-494A-9C8A-C9F0585E0BCA}" sibTransId="{9332527F-767E-4A61-90B0-7C1D20228CAF}"/>
    <dgm:cxn modelId="{B1CF6839-6DDE-4AFC-AC3E-03AE37915A3D}" type="presParOf" srcId="{1B47B0A9-F311-4CD7-A998-928DD5432471}" destId="{EBF79F47-0097-4EB1-8B7E-A587339FDE7C}" srcOrd="0" destOrd="0" presId="urn:microsoft.com/office/officeart/2005/8/layout/hList1"/>
    <dgm:cxn modelId="{25A4B53E-27BD-448C-84AC-4D51A0299066}" type="presParOf" srcId="{EBF79F47-0097-4EB1-8B7E-A587339FDE7C}" destId="{9094CEA6-964C-47A2-96E7-0B4A7F93C476}" srcOrd="0" destOrd="0" presId="urn:microsoft.com/office/officeart/2005/8/layout/hList1"/>
    <dgm:cxn modelId="{9934F406-3FC5-4E13-B1C3-D9B00F20BA53}" type="presParOf" srcId="{EBF79F47-0097-4EB1-8B7E-A587339FDE7C}" destId="{126F277B-CBF6-477A-999A-CED3E0910FEB}" srcOrd="1" destOrd="0" presId="urn:microsoft.com/office/officeart/2005/8/layout/hList1"/>
    <dgm:cxn modelId="{D8CAA365-28AA-4E33-A845-C30697FCDA46}" type="presParOf" srcId="{1B47B0A9-F311-4CD7-A998-928DD5432471}" destId="{352A3A27-EA61-418B-A77D-B691CA79409D}" srcOrd="1" destOrd="0" presId="urn:microsoft.com/office/officeart/2005/8/layout/hList1"/>
    <dgm:cxn modelId="{FDD43715-65C9-4234-AE03-2515AE954E7C}" type="presParOf" srcId="{1B47B0A9-F311-4CD7-A998-928DD5432471}" destId="{16FCF9A3-7D49-4F33-8306-A86F5333BB74}" srcOrd="2" destOrd="0" presId="urn:microsoft.com/office/officeart/2005/8/layout/hList1"/>
    <dgm:cxn modelId="{F9AA93C2-90B4-4C00-88A7-C19674D6073D}" type="presParOf" srcId="{16FCF9A3-7D49-4F33-8306-A86F5333BB74}" destId="{8FCCCE75-49D9-47C5-89B9-379CD5EE1B71}" srcOrd="0" destOrd="0" presId="urn:microsoft.com/office/officeart/2005/8/layout/hList1"/>
    <dgm:cxn modelId="{CBB8CFC7-4E09-4A30-9CD7-FE7F794627AD}" type="presParOf" srcId="{16FCF9A3-7D49-4F33-8306-A86F5333BB74}" destId="{9900C442-9F48-48EC-BEA4-A7C720F8C2C0}" srcOrd="1" destOrd="0" presId="urn:microsoft.com/office/officeart/2005/8/layout/hList1"/>
    <dgm:cxn modelId="{9697892A-36E6-4571-8139-D57F43FDF925}" type="presParOf" srcId="{1B47B0A9-F311-4CD7-A998-928DD5432471}" destId="{5C6D6D6D-FEEB-48D9-9477-F1D575AA84EB}" srcOrd="3" destOrd="0" presId="urn:microsoft.com/office/officeart/2005/8/layout/hList1"/>
    <dgm:cxn modelId="{59C7E65B-D993-4E32-8506-9710B96F7FE8}" type="presParOf" srcId="{1B47B0A9-F311-4CD7-A998-928DD5432471}" destId="{293A05BB-B5B4-497F-A065-084EA1C24984}" srcOrd="4" destOrd="0" presId="urn:microsoft.com/office/officeart/2005/8/layout/hList1"/>
    <dgm:cxn modelId="{D6147B34-51F4-4E54-9E15-C42ACD3B0B32}" type="presParOf" srcId="{293A05BB-B5B4-497F-A065-084EA1C24984}" destId="{E1E4A574-ED7B-4351-876F-60737536933E}" srcOrd="0" destOrd="0" presId="urn:microsoft.com/office/officeart/2005/8/layout/hList1"/>
    <dgm:cxn modelId="{DCB79F91-4DFA-49C5-AD08-1FF8AA5BD384}" type="presParOf" srcId="{293A05BB-B5B4-497F-A065-084EA1C24984}" destId="{7DBC29BC-CD6F-4DF7-8E86-135AB1D4BDE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A58F7E16-B540-4669-AAA8-0DF0F73A284B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B344F6C-DB24-49BE-AC52-5B6F2B8F8043}">
      <dgm:prSet/>
      <dgm:spPr/>
      <dgm:t>
        <a:bodyPr/>
        <a:lstStyle/>
        <a:p>
          <a:r>
            <a:rPr lang="en-US"/>
            <a:t>A custom format string</a:t>
          </a:r>
        </a:p>
      </dgm:t>
    </dgm:pt>
    <dgm:pt modelId="{9BCC680B-C151-40A6-9071-ECD58279337C}" type="parTrans" cxnId="{762EAE33-6F80-41C1-BF8A-590324BD126B}">
      <dgm:prSet/>
      <dgm:spPr/>
      <dgm:t>
        <a:bodyPr/>
        <a:lstStyle/>
        <a:p>
          <a:endParaRPr lang="en-US"/>
        </a:p>
      </dgm:t>
    </dgm:pt>
    <dgm:pt modelId="{778E10C5-E1F0-48DD-A615-204EB38EC6AE}" type="sibTrans" cxnId="{762EAE33-6F80-41C1-BF8A-590324BD126B}">
      <dgm:prSet/>
      <dgm:spPr/>
      <dgm:t>
        <a:bodyPr/>
        <a:lstStyle/>
        <a:p>
          <a:endParaRPr lang="en-US"/>
        </a:p>
      </dgm:t>
    </dgm:pt>
    <dgm:pt modelId="{004AD745-1D1E-487D-89F7-8842FF51D12A}">
      <dgm:prSet/>
      <dgm:spPr/>
      <dgm:t>
        <a:bodyPr/>
        <a:lstStyle/>
        <a:p>
          <a:r>
            <a:rPr lang="en-US" dirty="0"/>
            <a:t>using the same directives</a:t>
          </a:r>
          <a:r>
            <a:rPr lang="tr-TR" dirty="0"/>
            <a:t> </a:t>
          </a:r>
          <a:r>
            <a:rPr lang="en-US" dirty="0"/>
            <a:t>as </a:t>
          </a:r>
          <a:r>
            <a:rPr lang="en-US" i="1" dirty="0" err="1"/>
            <a:t>strftime</a:t>
          </a:r>
          <a:r>
            <a:rPr lang="en-US" i="1" dirty="0"/>
            <a:t>()</a:t>
          </a:r>
        </a:p>
      </dgm:t>
    </dgm:pt>
    <dgm:pt modelId="{0E744459-FFE8-475F-9A1C-6B416AB0B92C}" type="parTrans" cxnId="{3E92E0E3-176D-4537-8219-4ED4D45FE3AD}">
      <dgm:prSet/>
      <dgm:spPr/>
      <dgm:t>
        <a:bodyPr/>
        <a:lstStyle/>
        <a:p>
          <a:endParaRPr lang="en-US"/>
        </a:p>
      </dgm:t>
    </dgm:pt>
    <dgm:pt modelId="{A0D661BC-86AF-49B6-A99C-083B3D352C3A}" type="sibTrans" cxnId="{3E92E0E3-176D-4537-8219-4ED4D45FE3AD}">
      <dgm:prSet/>
      <dgm:spPr/>
      <dgm:t>
        <a:bodyPr/>
        <a:lstStyle/>
        <a:p>
          <a:endParaRPr lang="en-US"/>
        </a:p>
      </dgm:t>
    </dgm:pt>
    <dgm:pt modelId="{1B234BA9-521A-4D44-BBF0-3CF9F4553AD1}">
      <dgm:prSet/>
      <dgm:spPr/>
      <dgm:t>
        <a:bodyPr/>
        <a:lstStyle/>
        <a:p>
          <a:r>
            <a:rPr lang="en-US" dirty="0"/>
            <a:t>must be passed so that </a:t>
          </a:r>
          <a:r>
            <a:rPr lang="en-US" i="1" dirty="0" err="1"/>
            <a:t>strptime</a:t>
          </a:r>
          <a:r>
            <a:rPr lang="en-US" i="1" dirty="0"/>
            <a:t>()</a:t>
          </a:r>
        </a:p>
      </dgm:t>
    </dgm:pt>
    <dgm:pt modelId="{2BF77D46-F5A0-4B53-9F5C-C07B056BA7C3}" type="parTrans" cxnId="{782133B7-6FDC-4E4C-A3E2-155514E08B10}">
      <dgm:prSet/>
      <dgm:spPr/>
      <dgm:t>
        <a:bodyPr/>
        <a:lstStyle/>
        <a:p>
          <a:endParaRPr lang="en-US"/>
        </a:p>
      </dgm:t>
    </dgm:pt>
    <dgm:pt modelId="{08E76983-8586-4F8B-BFF8-2F7645B41D82}" type="sibTrans" cxnId="{782133B7-6FDC-4E4C-A3E2-155514E08B10}">
      <dgm:prSet/>
      <dgm:spPr/>
      <dgm:t>
        <a:bodyPr/>
        <a:lstStyle/>
        <a:p>
          <a:endParaRPr lang="en-US"/>
        </a:p>
      </dgm:t>
    </dgm:pt>
    <dgm:pt modelId="{7B56EBE4-8973-405A-AC6A-AC382520B87E}">
      <dgm:prSet/>
      <dgm:spPr/>
      <dgm:t>
        <a:bodyPr/>
        <a:lstStyle/>
        <a:p>
          <a:r>
            <a:rPr lang="en-US"/>
            <a:t>Knows</a:t>
          </a:r>
        </a:p>
      </dgm:t>
    </dgm:pt>
    <dgm:pt modelId="{70FEEDAD-7267-4111-A580-A33D005F6B96}" type="parTrans" cxnId="{F25CDA35-467B-4036-A3D6-391C7D1D2BC4}">
      <dgm:prSet/>
      <dgm:spPr/>
      <dgm:t>
        <a:bodyPr/>
        <a:lstStyle/>
        <a:p>
          <a:endParaRPr lang="en-US"/>
        </a:p>
      </dgm:t>
    </dgm:pt>
    <dgm:pt modelId="{611F0127-8601-464C-9371-61577FC7B379}" type="sibTrans" cxnId="{F25CDA35-467B-4036-A3D6-391C7D1D2BC4}">
      <dgm:prSet/>
      <dgm:spPr/>
      <dgm:t>
        <a:bodyPr/>
        <a:lstStyle/>
        <a:p>
          <a:endParaRPr lang="en-US"/>
        </a:p>
      </dgm:t>
    </dgm:pt>
    <dgm:pt modelId="{3E5A8CE1-AD3C-4F59-BF36-9A7EDA07E12C}">
      <dgm:prSet/>
      <dgm:spPr/>
      <dgm:t>
        <a:bodyPr/>
        <a:lstStyle/>
        <a:p>
          <a:r>
            <a:rPr lang="en-US"/>
            <a:t>how to parse</a:t>
          </a:r>
          <a:r>
            <a:rPr lang="tr-TR"/>
            <a:t> </a:t>
          </a:r>
          <a:r>
            <a:rPr lang="en-US"/>
            <a:t>and understand the string.</a:t>
          </a:r>
        </a:p>
      </dgm:t>
    </dgm:pt>
    <dgm:pt modelId="{81C4930A-78F1-4ABA-87F0-C1A4118D2195}" type="parTrans" cxnId="{E674E1C5-2F03-46BD-98B9-A3EB9F068920}">
      <dgm:prSet/>
      <dgm:spPr/>
      <dgm:t>
        <a:bodyPr/>
        <a:lstStyle/>
        <a:p>
          <a:endParaRPr lang="en-US"/>
        </a:p>
      </dgm:t>
    </dgm:pt>
    <dgm:pt modelId="{BD20B4E5-7ECE-4C19-930F-C5364C360ECF}" type="sibTrans" cxnId="{E674E1C5-2F03-46BD-98B9-A3EB9F068920}">
      <dgm:prSet/>
      <dgm:spPr/>
      <dgm:t>
        <a:bodyPr/>
        <a:lstStyle/>
        <a:p>
          <a:endParaRPr lang="en-US"/>
        </a:p>
      </dgm:t>
    </dgm:pt>
    <dgm:pt modelId="{4787EC0C-70D9-497B-BF63-910D3D5B1B48}">
      <dgm:prSet/>
      <dgm:spPr/>
      <dgm:t>
        <a:bodyPr/>
        <a:lstStyle/>
        <a:p>
          <a:r>
            <a:rPr lang="tr-TR"/>
            <a:t>p is parse</a:t>
          </a:r>
          <a:endParaRPr lang="en-US"/>
        </a:p>
      </dgm:t>
    </dgm:pt>
    <dgm:pt modelId="{6FF02490-5DA1-44FD-AD6F-8B8B0B9FA7DF}" type="parTrans" cxnId="{F5598F79-7A43-4E73-9233-3035EE5CC74B}">
      <dgm:prSet/>
      <dgm:spPr/>
      <dgm:t>
        <a:bodyPr/>
        <a:lstStyle/>
        <a:p>
          <a:endParaRPr lang="en-US"/>
        </a:p>
      </dgm:t>
    </dgm:pt>
    <dgm:pt modelId="{58170F87-AE9F-4B29-84B9-9F363BC8F5F1}" type="sibTrans" cxnId="{F5598F79-7A43-4E73-9233-3035EE5CC74B}">
      <dgm:prSet/>
      <dgm:spPr/>
      <dgm:t>
        <a:bodyPr/>
        <a:lstStyle/>
        <a:p>
          <a:endParaRPr lang="en-US"/>
        </a:p>
      </dgm:t>
    </dgm:pt>
    <dgm:pt modelId="{59C84AE2-B5ED-429A-AE87-C324653A6D7F}">
      <dgm:prSet/>
      <dgm:spPr/>
      <dgm:t>
        <a:bodyPr/>
        <a:lstStyle/>
        <a:p>
          <a:r>
            <a:rPr lang="en-US" dirty="0"/>
            <a:t>The </a:t>
          </a:r>
          <a:r>
            <a:rPr lang="en-US" b="1" dirty="0"/>
            <a:t>p</a:t>
          </a:r>
          <a:r>
            <a:rPr lang="en-US" dirty="0"/>
            <a:t> in the name of the </a:t>
          </a:r>
          <a:r>
            <a:rPr lang="en-US" i="1" dirty="0" err="1"/>
            <a:t>strptime</a:t>
          </a:r>
          <a:r>
            <a:rPr lang="en-US" i="1" dirty="0"/>
            <a:t>() </a:t>
          </a:r>
          <a:r>
            <a:rPr lang="en-US" dirty="0"/>
            <a:t>function</a:t>
          </a:r>
        </a:p>
      </dgm:t>
    </dgm:pt>
    <dgm:pt modelId="{389154C3-BEAF-4DAE-9CB2-BB8A9F7E48F8}" type="parTrans" cxnId="{5B1C4B0E-1A2D-4A1E-B422-FA27CD13FD0C}">
      <dgm:prSet/>
      <dgm:spPr/>
      <dgm:t>
        <a:bodyPr/>
        <a:lstStyle/>
        <a:p>
          <a:endParaRPr lang="en-US"/>
        </a:p>
      </dgm:t>
    </dgm:pt>
    <dgm:pt modelId="{4AFD8E4C-18C0-4731-BEC8-989AC886EA00}" type="sibTrans" cxnId="{5B1C4B0E-1A2D-4A1E-B422-FA27CD13FD0C}">
      <dgm:prSet/>
      <dgm:spPr/>
      <dgm:t>
        <a:bodyPr/>
        <a:lstStyle/>
        <a:p>
          <a:endParaRPr lang="en-US"/>
        </a:p>
      </dgm:t>
    </dgm:pt>
    <dgm:pt modelId="{969E31E9-064E-4353-880A-ACA7C70EFD5D}">
      <dgm:prSet/>
      <dgm:spPr/>
      <dgm:t>
        <a:bodyPr/>
        <a:lstStyle/>
        <a:p>
          <a:r>
            <a:rPr lang="en-US"/>
            <a:t>stands for parse.</a:t>
          </a:r>
        </a:p>
      </dgm:t>
    </dgm:pt>
    <dgm:pt modelId="{A0F9B182-9392-4CC0-9598-9DC9ECA8D6A2}" type="parTrans" cxnId="{ED282906-25E7-46BF-823E-A15F646ADC60}">
      <dgm:prSet/>
      <dgm:spPr/>
      <dgm:t>
        <a:bodyPr/>
        <a:lstStyle/>
        <a:p>
          <a:endParaRPr lang="en-US"/>
        </a:p>
      </dgm:t>
    </dgm:pt>
    <dgm:pt modelId="{226FB605-6BEC-4CF4-8F72-DB45020D2E54}" type="sibTrans" cxnId="{ED282906-25E7-46BF-823E-A15F646ADC60}">
      <dgm:prSet/>
      <dgm:spPr/>
      <dgm:t>
        <a:bodyPr/>
        <a:lstStyle/>
        <a:p>
          <a:endParaRPr lang="en-US"/>
        </a:p>
      </dgm:t>
    </dgm:pt>
    <dgm:pt modelId="{407B08A4-78CD-4B49-A4BA-20006157B76A}" type="pres">
      <dgm:prSet presAssocID="{A58F7E16-B540-4669-AAA8-0DF0F73A284B}" presName="Name0" presStyleCnt="0">
        <dgm:presLayoutVars>
          <dgm:dir/>
          <dgm:animLvl val="lvl"/>
          <dgm:resizeHandles val="exact"/>
        </dgm:presLayoutVars>
      </dgm:prSet>
      <dgm:spPr/>
    </dgm:pt>
    <dgm:pt modelId="{78B4CD72-57CF-452B-BFE1-E5DA01E749AA}" type="pres">
      <dgm:prSet presAssocID="{AB344F6C-DB24-49BE-AC52-5B6F2B8F8043}" presName="composite" presStyleCnt="0"/>
      <dgm:spPr/>
    </dgm:pt>
    <dgm:pt modelId="{9D4D403E-A31B-4E79-ACF7-B2455F6CA63C}" type="pres">
      <dgm:prSet presAssocID="{AB344F6C-DB24-49BE-AC52-5B6F2B8F804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B82944A-7572-4351-99DF-401BBA8834F9}" type="pres">
      <dgm:prSet presAssocID="{AB344F6C-DB24-49BE-AC52-5B6F2B8F8043}" presName="desTx" presStyleLbl="alignAccFollowNode1" presStyleIdx="0" presStyleCnt="3">
        <dgm:presLayoutVars>
          <dgm:bulletEnabled val="1"/>
        </dgm:presLayoutVars>
      </dgm:prSet>
      <dgm:spPr/>
    </dgm:pt>
    <dgm:pt modelId="{868C9A68-0652-4C34-ACFD-CF8B70D6AEA1}" type="pres">
      <dgm:prSet presAssocID="{778E10C5-E1F0-48DD-A615-204EB38EC6AE}" presName="space" presStyleCnt="0"/>
      <dgm:spPr/>
    </dgm:pt>
    <dgm:pt modelId="{D2DD20B3-C46D-4BD7-9570-9EB08A113EF4}" type="pres">
      <dgm:prSet presAssocID="{7B56EBE4-8973-405A-AC6A-AC382520B87E}" presName="composite" presStyleCnt="0"/>
      <dgm:spPr/>
    </dgm:pt>
    <dgm:pt modelId="{766BBBF2-DD43-4674-9A27-7DB23E4A8FA0}" type="pres">
      <dgm:prSet presAssocID="{7B56EBE4-8973-405A-AC6A-AC382520B87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249278A-AA75-47F7-9261-84C44F561DC0}" type="pres">
      <dgm:prSet presAssocID="{7B56EBE4-8973-405A-AC6A-AC382520B87E}" presName="desTx" presStyleLbl="alignAccFollowNode1" presStyleIdx="1" presStyleCnt="3">
        <dgm:presLayoutVars>
          <dgm:bulletEnabled val="1"/>
        </dgm:presLayoutVars>
      </dgm:prSet>
      <dgm:spPr/>
    </dgm:pt>
    <dgm:pt modelId="{871C09D4-C8F3-4355-8DBE-BCC4195EBC7A}" type="pres">
      <dgm:prSet presAssocID="{611F0127-8601-464C-9371-61577FC7B379}" presName="space" presStyleCnt="0"/>
      <dgm:spPr/>
    </dgm:pt>
    <dgm:pt modelId="{1DE100E6-E86D-4946-A177-8A0375764974}" type="pres">
      <dgm:prSet presAssocID="{4787EC0C-70D9-497B-BF63-910D3D5B1B48}" presName="composite" presStyleCnt="0"/>
      <dgm:spPr/>
    </dgm:pt>
    <dgm:pt modelId="{34D46A64-07EB-4B63-A794-7BE04E5EB985}" type="pres">
      <dgm:prSet presAssocID="{4787EC0C-70D9-497B-BF63-910D3D5B1B4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CC2554E-08E5-4A74-8499-3B06F8A07476}" type="pres">
      <dgm:prSet presAssocID="{4787EC0C-70D9-497B-BF63-910D3D5B1B4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D282906-25E7-46BF-823E-A15F646ADC60}" srcId="{4787EC0C-70D9-497B-BF63-910D3D5B1B48}" destId="{969E31E9-064E-4353-880A-ACA7C70EFD5D}" srcOrd="1" destOrd="0" parTransId="{A0F9B182-9392-4CC0-9598-9DC9ECA8D6A2}" sibTransId="{226FB605-6BEC-4CF4-8F72-DB45020D2E54}"/>
    <dgm:cxn modelId="{5B1C4B0E-1A2D-4A1E-B422-FA27CD13FD0C}" srcId="{4787EC0C-70D9-497B-BF63-910D3D5B1B48}" destId="{59C84AE2-B5ED-429A-AE87-C324653A6D7F}" srcOrd="0" destOrd="0" parTransId="{389154C3-BEAF-4DAE-9CB2-BB8A9F7E48F8}" sibTransId="{4AFD8E4C-18C0-4731-BEC8-989AC886EA00}"/>
    <dgm:cxn modelId="{2BE69425-0A49-4D97-834D-329444E1440B}" type="presOf" srcId="{A58F7E16-B540-4669-AAA8-0DF0F73A284B}" destId="{407B08A4-78CD-4B49-A4BA-20006157B76A}" srcOrd="0" destOrd="0" presId="urn:microsoft.com/office/officeart/2005/8/layout/hList1"/>
    <dgm:cxn modelId="{762EAE33-6F80-41C1-BF8A-590324BD126B}" srcId="{A58F7E16-B540-4669-AAA8-0DF0F73A284B}" destId="{AB344F6C-DB24-49BE-AC52-5B6F2B8F8043}" srcOrd="0" destOrd="0" parTransId="{9BCC680B-C151-40A6-9071-ECD58279337C}" sibTransId="{778E10C5-E1F0-48DD-A615-204EB38EC6AE}"/>
    <dgm:cxn modelId="{F25CDA35-467B-4036-A3D6-391C7D1D2BC4}" srcId="{A58F7E16-B540-4669-AAA8-0DF0F73A284B}" destId="{7B56EBE4-8973-405A-AC6A-AC382520B87E}" srcOrd="1" destOrd="0" parTransId="{70FEEDAD-7267-4111-A580-A33D005F6B96}" sibTransId="{611F0127-8601-464C-9371-61577FC7B379}"/>
    <dgm:cxn modelId="{94731842-46BA-41D0-8BBF-4F6A0DD1882E}" type="presOf" srcId="{7B56EBE4-8973-405A-AC6A-AC382520B87E}" destId="{766BBBF2-DD43-4674-9A27-7DB23E4A8FA0}" srcOrd="0" destOrd="0" presId="urn:microsoft.com/office/officeart/2005/8/layout/hList1"/>
    <dgm:cxn modelId="{804A036C-93F6-44BD-A1AE-69B7EB19AF93}" type="presOf" srcId="{4787EC0C-70D9-497B-BF63-910D3D5B1B48}" destId="{34D46A64-07EB-4B63-A794-7BE04E5EB985}" srcOrd="0" destOrd="0" presId="urn:microsoft.com/office/officeart/2005/8/layout/hList1"/>
    <dgm:cxn modelId="{C9324F59-0AE8-4E5A-A4C5-D45ECB2526D4}" type="presOf" srcId="{969E31E9-064E-4353-880A-ACA7C70EFD5D}" destId="{BCC2554E-08E5-4A74-8499-3B06F8A07476}" srcOrd="0" destOrd="1" presId="urn:microsoft.com/office/officeart/2005/8/layout/hList1"/>
    <dgm:cxn modelId="{F5598F79-7A43-4E73-9233-3035EE5CC74B}" srcId="{A58F7E16-B540-4669-AAA8-0DF0F73A284B}" destId="{4787EC0C-70D9-497B-BF63-910D3D5B1B48}" srcOrd="2" destOrd="0" parTransId="{6FF02490-5DA1-44FD-AD6F-8B8B0B9FA7DF}" sibTransId="{58170F87-AE9F-4B29-84B9-9F363BC8F5F1}"/>
    <dgm:cxn modelId="{89979F85-578F-4FFA-847F-87957E45E30C}" type="presOf" srcId="{3E5A8CE1-AD3C-4F59-BF36-9A7EDA07E12C}" destId="{3249278A-AA75-47F7-9261-84C44F561DC0}" srcOrd="0" destOrd="0" presId="urn:microsoft.com/office/officeart/2005/8/layout/hList1"/>
    <dgm:cxn modelId="{8DFC1789-F686-4E2F-9850-10480657EB35}" type="presOf" srcId="{1B234BA9-521A-4D44-BBF0-3CF9F4553AD1}" destId="{8B82944A-7572-4351-99DF-401BBA8834F9}" srcOrd="0" destOrd="1" presId="urn:microsoft.com/office/officeart/2005/8/layout/hList1"/>
    <dgm:cxn modelId="{CAF830AD-B9FB-4EEB-A76A-1BC1DA63AE7D}" type="presOf" srcId="{AB344F6C-DB24-49BE-AC52-5B6F2B8F8043}" destId="{9D4D403E-A31B-4E79-ACF7-B2455F6CA63C}" srcOrd="0" destOrd="0" presId="urn:microsoft.com/office/officeart/2005/8/layout/hList1"/>
    <dgm:cxn modelId="{782133B7-6FDC-4E4C-A3E2-155514E08B10}" srcId="{AB344F6C-DB24-49BE-AC52-5B6F2B8F8043}" destId="{1B234BA9-521A-4D44-BBF0-3CF9F4553AD1}" srcOrd="1" destOrd="0" parTransId="{2BF77D46-F5A0-4B53-9F5C-C07B056BA7C3}" sibTransId="{08E76983-8586-4F8B-BFF8-2F7645B41D82}"/>
    <dgm:cxn modelId="{E674E1C5-2F03-46BD-98B9-A3EB9F068920}" srcId="{7B56EBE4-8973-405A-AC6A-AC382520B87E}" destId="{3E5A8CE1-AD3C-4F59-BF36-9A7EDA07E12C}" srcOrd="0" destOrd="0" parTransId="{81C4930A-78F1-4ABA-87F0-C1A4118D2195}" sibTransId="{BD20B4E5-7ECE-4C19-930F-C5364C360ECF}"/>
    <dgm:cxn modelId="{0D5BFEC9-8A62-421B-8567-31153C1EE5A8}" type="presOf" srcId="{59C84AE2-B5ED-429A-AE87-C324653A6D7F}" destId="{BCC2554E-08E5-4A74-8499-3B06F8A07476}" srcOrd="0" destOrd="0" presId="urn:microsoft.com/office/officeart/2005/8/layout/hList1"/>
    <dgm:cxn modelId="{3E92E0E3-176D-4537-8219-4ED4D45FE3AD}" srcId="{AB344F6C-DB24-49BE-AC52-5B6F2B8F8043}" destId="{004AD745-1D1E-487D-89F7-8842FF51D12A}" srcOrd="0" destOrd="0" parTransId="{0E744459-FFE8-475F-9A1C-6B416AB0B92C}" sibTransId="{A0D661BC-86AF-49B6-A99C-083B3D352C3A}"/>
    <dgm:cxn modelId="{29ECC7FD-22E4-45C6-85B7-A6FD4E7618D7}" type="presOf" srcId="{004AD745-1D1E-487D-89F7-8842FF51D12A}" destId="{8B82944A-7572-4351-99DF-401BBA8834F9}" srcOrd="0" destOrd="0" presId="urn:microsoft.com/office/officeart/2005/8/layout/hList1"/>
    <dgm:cxn modelId="{DE1D0FCE-561D-4458-82FA-2B87C06914DE}" type="presParOf" srcId="{407B08A4-78CD-4B49-A4BA-20006157B76A}" destId="{78B4CD72-57CF-452B-BFE1-E5DA01E749AA}" srcOrd="0" destOrd="0" presId="urn:microsoft.com/office/officeart/2005/8/layout/hList1"/>
    <dgm:cxn modelId="{332A177F-27F3-4D58-B18B-8CDFDCCAB552}" type="presParOf" srcId="{78B4CD72-57CF-452B-BFE1-E5DA01E749AA}" destId="{9D4D403E-A31B-4E79-ACF7-B2455F6CA63C}" srcOrd="0" destOrd="0" presId="urn:microsoft.com/office/officeart/2005/8/layout/hList1"/>
    <dgm:cxn modelId="{0BF64CE4-7858-4183-832C-80663A25FEAF}" type="presParOf" srcId="{78B4CD72-57CF-452B-BFE1-E5DA01E749AA}" destId="{8B82944A-7572-4351-99DF-401BBA8834F9}" srcOrd="1" destOrd="0" presId="urn:microsoft.com/office/officeart/2005/8/layout/hList1"/>
    <dgm:cxn modelId="{8E90571F-FCE8-4025-BB98-F421AF46B2F5}" type="presParOf" srcId="{407B08A4-78CD-4B49-A4BA-20006157B76A}" destId="{868C9A68-0652-4C34-ACFD-CF8B70D6AEA1}" srcOrd="1" destOrd="0" presId="urn:microsoft.com/office/officeart/2005/8/layout/hList1"/>
    <dgm:cxn modelId="{4A8CBE43-664F-4F27-ABA5-75EDF71573A0}" type="presParOf" srcId="{407B08A4-78CD-4B49-A4BA-20006157B76A}" destId="{D2DD20B3-C46D-4BD7-9570-9EB08A113EF4}" srcOrd="2" destOrd="0" presId="urn:microsoft.com/office/officeart/2005/8/layout/hList1"/>
    <dgm:cxn modelId="{A19BFE2A-9C59-4567-8E36-E100483E9AE1}" type="presParOf" srcId="{D2DD20B3-C46D-4BD7-9570-9EB08A113EF4}" destId="{766BBBF2-DD43-4674-9A27-7DB23E4A8FA0}" srcOrd="0" destOrd="0" presId="urn:microsoft.com/office/officeart/2005/8/layout/hList1"/>
    <dgm:cxn modelId="{14EDF64D-6E99-444B-ADCC-0CE21B8596E9}" type="presParOf" srcId="{D2DD20B3-C46D-4BD7-9570-9EB08A113EF4}" destId="{3249278A-AA75-47F7-9261-84C44F561DC0}" srcOrd="1" destOrd="0" presId="urn:microsoft.com/office/officeart/2005/8/layout/hList1"/>
    <dgm:cxn modelId="{B86EF328-CBA3-4C60-A0D5-6CF59D31A1EA}" type="presParOf" srcId="{407B08A4-78CD-4B49-A4BA-20006157B76A}" destId="{871C09D4-C8F3-4355-8DBE-BCC4195EBC7A}" srcOrd="3" destOrd="0" presId="urn:microsoft.com/office/officeart/2005/8/layout/hList1"/>
    <dgm:cxn modelId="{7786FE93-ED63-46E8-A540-044E6B51783A}" type="presParOf" srcId="{407B08A4-78CD-4B49-A4BA-20006157B76A}" destId="{1DE100E6-E86D-4946-A177-8A0375764974}" srcOrd="4" destOrd="0" presId="urn:microsoft.com/office/officeart/2005/8/layout/hList1"/>
    <dgm:cxn modelId="{62A84A3E-701B-49B8-8036-5B0126B7F108}" type="presParOf" srcId="{1DE100E6-E86D-4946-A177-8A0375764974}" destId="{34D46A64-07EB-4B63-A794-7BE04E5EB985}" srcOrd="0" destOrd="0" presId="urn:microsoft.com/office/officeart/2005/8/layout/hList1"/>
    <dgm:cxn modelId="{D79BA06E-DCEB-4867-9D3B-1F4FFC97B5C8}" type="presParOf" srcId="{1DE100E6-E86D-4946-A177-8A0375764974}" destId="{BCC2554E-08E5-4A74-8499-3B06F8A0747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04E2622-A89D-41D4-9EA5-1AE5072D4466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F88777B-EA6B-445B-BA34-A0128946C987}">
      <dgm:prSet/>
      <dgm:spPr/>
      <dgm:t>
        <a:bodyPr/>
        <a:lstStyle/>
        <a:p>
          <a:r>
            <a:rPr lang="en-US" dirty="0"/>
            <a:t>let’s look at an example situation</a:t>
          </a:r>
          <a:r>
            <a:rPr lang="tr-TR" dirty="0"/>
            <a:t> </a:t>
          </a:r>
          <a:r>
            <a:rPr lang="tr-TR" dirty="0" err="1"/>
            <a:t>to</a:t>
          </a:r>
          <a:r>
            <a:rPr lang="tr-TR" dirty="0"/>
            <a:t> </a:t>
          </a:r>
          <a:r>
            <a:rPr lang="tr-TR" dirty="0" err="1"/>
            <a:t>introduce</a:t>
          </a:r>
          <a:r>
            <a:rPr lang="en-US" dirty="0"/>
            <a:t>.</a:t>
          </a:r>
        </a:p>
      </dgm:t>
    </dgm:pt>
    <dgm:pt modelId="{6ACE5735-44B2-4A24-B0A2-0FCDB3789C6F}" type="parTrans" cxnId="{DD072E4A-53C1-4E67-9543-0149C2C6158F}">
      <dgm:prSet/>
      <dgm:spPr/>
      <dgm:t>
        <a:bodyPr/>
        <a:lstStyle/>
        <a:p>
          <a:endParaRPr lang="en-US"/>
        </a:p>
      </dgm:t>
    </dgm:pt>
    <dgm:pt modelId="{53F24C5A-CADE-4B23-8C33-CA902C0B99D3}" type="sibTrans" cxnId="{DD072E4A-53C1-4E67-9543-0149C2C6158F}">
      <dgm:prSet/>
      <dgm:spPr/>
      <dgm:t>
        <a:bodyPr/>
        <a:lstStyle/>
        <a:p>
          <a:endParaRPr lang="en-US"/>
        </a:p>
      </dgm:t>
    </dgm:pt>
    <dgm:pt modelId="{9345C6E0-DC42-4E2A-8C44-17737DADD12A}">
      <dgm:prSet/>
      <dgm:spPr/>
      <dgm:t>
        <a:bodyPr/>
        <a:lstStyle/>
        <a:p>
          <a:r>
            <a:rPr lang="en-US"/>
            <a:t>to schedule some code</a:t>
          </a:r>
        </a:p>
      </dgm:t>
    </dgm:pt>
    <dgm:pt modelId="{1587EB6C-B05A-4047-A6B7-4AC927A30654}" type="parTrans" cxnId="{0C793F44-8DB0-4E1E-B6C8-456F2A231024}">
      <dgm:prSet/>
      <dgm:spPr/>
      <dgm:t>
        <a:bodyPr/>
        <a:lstStyle/>
        <a:p>
          <a:endParaRPr lang="en-US"/>
        </a:p>
      </dgm:t>
    </dgm:pt>
    <dgm:pt modelId="{7EC6734F-9F25-45AF-8AEC-191C31EA674F}" type="sibTrans" cxnId="{0C793F44-8DB0-4E1E-B6C8-456F2A231024}">
      <dgm:prSet/>
      <dgm:spPr/>
      <dgm:t>
        <a:bodyPr/>
        <a:lstStyle/>
        <a:p>
          <a:endParaRPr lang="en-US"/>
        </a:p>
      </dgm:t>
    </dgm:pt>
    <dgm:pt modelId="{F4C067D7-4922-4DC1-9F4B-E08AEDD2E21F}">
      <dgm:prSet/>
      <dgm:spPr/>
      <dgm:t>
        <a:bodyPr/>
        <a:lstStyle/>
        <a:p>
          <a:r>
            <a:rPr lang="en-US" dirty="0"/>
            <a:t>to run after a delay</a:t>
          </a:r>
        </a:p>
      </dgm:t>
    </dgm:pt>
    <dgm:pt modelId="{0F66E135-9FB4-46DF-8C4F-F5F5596C0C47}" type="parTrans" cxnId="{99800068-CE8F-4F4B-A05E-5C988821E008}">
      <dgm:prSet/>
      <dgm:spPr/>
      <dgm:t>
        <a:bodyPr/>
        <a:lstStyle/>
        <a:p>
          <a:endParaRPr lang="en-US"/>
        </a:p>
      </dgm:t>
    </dgm:pt>
    <dgm:pt modelId="{8B34EA3C-49D0-4B41-943B-104ECB617841}" type="sibTrans" cxnId="{99800068-CE8F-4F4B-A05E-5C988821E008}">
      <dgm:prSet/>
      <dgm:spPr/>
      <dgm:t>
        <a:bodyPr/>
        <a:lstStyle/>
        <a:p>
          <a:endParaRPr lang="en-US"/>
        </a:p>
      </dgm:t>
    </dgm:pt>
    <dgm:pt modelId="{66F2C702-0FD6-41C8-BE6F-C8D7F33F38FE}">
      <dgm:prSet/>
      <dgm:spPr/>
      <dgm:t>
        <a:bodyPr/>
        <a:lstStyle/>
        <a:p>
          <a:r>
            <a:rPr lang="en-US"/>
            <a:t>or at a</a:t>
          </a:r>
          <a:r>
            <a:rPr lang="tr-TR"/>
            <a:t> </a:t>
          </a:r>
          <a:r>
            <a:rPr lang="en-US"/>
            <a:t>specific</a:t>
          </a:r>
          <a:r>
            <a:rPr lang="tr-TR"/>
            <a:t> </a:t>
          </a:r>
          <a:r>
            <a:rPr lang="en-US"/>
            <a:t>time.</a:t>
          </a:r>
        </a:p>
      </dgm:t>
    </dgm:pt>
    <dgm:pt modelId="{4467B898-2278-4A68-BA9F-22896136847D}" type="parTrans" cxnId="{F4A6A969-DDBD-48EC-878A-FFBD232CB78B}">
      <dgm:prSet/>
      <dgm:spPr/>
      <dgm:t>
        <a:bodyPr/>
        <a:lstStyle/>
        <a:p>
          <a:endParaRPr lang="en-US"/>
        </a:p>
      </dgm:t>
    </dgm:pt>
    <dgm:pt modelId="{17A41FEC-825B-4AC6-B093-FBEF1221CE64}" type="sibTrans" cxnId="{F4A6A969-DDBD-48EC-878A-FFBD232CB78B}">
      <dgm:prSet/>
      <dgm:spPr/>
      <dgm:t>
        <a:bodyPr/>
        <a:lstStyle/>
        <a:p>
          <a:endParaRPr lang="en-US"/>
        </a:p>
      </dgm:t>
    </dgm:pt>
    <dgm:pt modelId="{511A298F-141F-4AF4-8103-AE82ACD461E2}">
      <dgm:prSet/>
      <dgm:spPr/>
      <dgm:t>
        <a:bodyPr/>
        <a:lstStyle/>
        <a:p>
          <a:r>
            <a:rPr lang="en-US" dirty="0"/>
            <a:t>the concept of multithreading</a:t>
          </a:r>
        </a:p>
      </dgm:t>
    </dgm:pt>
    <dgm:pt modelId="{834B160F-3952-49C8-8908-D712FBEE45E5}" type="parTrans" cxnId="{4A2B95E9-344C-4104-B4C3-F05D544A5516}">
      <dgm:prSet/>
      <dgm:spPr/>
      <dgm:t>
        <a:bodyPr/>
        <a:lstStyle/>
        <a:p>
          <a:endParaRPr lang="en-US"/>
        </a:p>
      </dgm:t>
    </dgm:pt>
    <dgm:pt modelId="{D8D63531-C7F3-4735-86D7-5C07CB5D2C05}" type="sibTrans" cxnId="{4A2B95E9-344C-4104-B4C3-F05D544A5516}">
      <dgm:prSet/>
      <dgm:spPr/>
      <dgm:t>
        <a:bodyPr/>
        <a:lstStyle/>
        <a:p>
          <a:endParaRPr lang="en-US"/>
        </a:p>
      </dgm:t>
    </dgm:pt>
    <dgm:pt modelId="{82412BD4-924F-4C87-B8C2-7E5CF904F2A5}" type="pres">
      <dgm:prSet presAssocID="{004E2622-A89D-41D4-9EA5-1AE5072D4466}" presName="Name0" presStyleCnt="0">
        <dgm:presLayoutVars>
          <dgm:dir/>
          <dgm:animLvl val="lvl"/>
          <dgm:resizeHandles val="exact"/>
        </dgm:presLayoutVars>
      </dgm:prSet>
      <dgm:spPr/>
    </dgm:pt>
    <dgm:pt modelId="{FCBF7BBA-BA05-497B-8A05-2D5272F5CC5F}" type="pres">
      <dgm:prSet presAssocID="{511A298F-141F-4AF4-8103-AE82ACD461E2}" presName="composite" presStyleCnt="0"/>
      <dgm:spPr/>
    </dgm:pt>
    <dgm:pt modelId="{AFD710A7-E086-40B6-8D13-FF44C67F71F5}" type="pres">
      <dgm:prSet presAssocID="{511A298F-141F-4AF4-8103-AE82ACD461E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5E40E059-4929-4460-A72D-4AF834985C92}" type="pres">
      <dgm:prSet presAssocID="{511A298F-141F-4AF4-8103-AE82ACD461E2}" presName="desTx" presStyleLbl="alignAccFollowNode1" presStyleIdx="0" presStyleCnt="2">
        <dgm:presLayoutVars>
          <dgm:bulletEnabled val="1"/>
        </dgm:presLayoutVars>
      </dgm:prSet>
      <dgm:spPr/>
    </dgm:pt>
    <dgm:pt modelId="{FEDFC90B-4FF7-4105-B393-56CED09CDB36}" type="pres">
      <dgm:prSet presAssocID="{D8D63531-C7F3-4735-86D7-5C07CB5D2C05}" presName="space" presStyleCnt="0"/>
      <dgm:spPr/>
    </dgm:pt>
    <dgm:pt modelId="{65C01DAA-2328-450C-B27A-C60D53C4B9CC}" type="pres">
      <dgm:prSet presAssocID="{9345C6E0-DC42-4E2A-8C44-17737DADD12A}" presName="composite" presStyleCnt="0"/>
      <dgm:spPr/>
    </dgm:pt>
    <dgm:pt modelId="{ABFAC41C-5E14-4D22-8305-51D727F34C64}" type="pres">
      <dgm:prSet presAssocID="{9345C6E0-DC42-4E2A-8C44-17737DADD12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FECFD16-751A-4ABD-88E5-B76CC41CA0FF}" type="pres">
      <dgm:prSet presAssocID="{9345C6E0-DC42-4E2A-8C44-17737DADD12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4DEFD13-C2A1-4405-9F89-F591B13E5982}" type="presOf" srcId="{511A298F-141F-4AF4-8103-AE82ACD461E2}" destId="{AFD710A7-E086-40B6-8D13-FF44C67F71F5}" srcOrd="0" destOrd="0" presId="urn:microsoft.com/office/officeart/2005/8/layout/hList1"/>
    <dgm:cxn modelId="{D2CB2F2F-9307-4DBC-87C0-FAF90C19E15C}" type="presOf" srcId="{9345C6E0-DC42-4E2A-8C44-17737DADD12A}" destId="{ABFAC41C-5E14-4D22-8305-51D727F34C64}" srcOrd="0" destOrd="0" presId="urn:microsoft.com/office/officeart/2005/8/layout/hList1"/>
    <dgm:cxn modelId="{0C793F44-8DB0-4E1E-B6C8-456F2A231024}" srcId="{004E2622-A89D-41D4-9EA5-1AE5072D4466}" destId="{9345C6E0-DC42-4E2A-8C44-17737DADD12A}" srcOrd="1" destOrd="0" parTransId="{1587EB6C-B05A-4047-A6B7-4AC927A30654}" sibTransId="{7EC6734F-9F25-45AF-8AEC-191C31EA674F}"/>
    <dgm:cxn modelId="{99800068-CE8F-4F4B-A05E-5C988821E008}" srcId="{9345C6E0-DC42-4E2A-8C44-17737DADD12A}" destId="{F4C067D7-4922-4DC1-9F4B-E08AEDD2E21F}" srcOrd="0" destOrd="0" parTransId="{0F66E135-9FB4-46DF-8C4F-F5F5596C0C47}" sibTransId="{8B34EA3C-49D0-4B41-943B-104ECB617841}"/>
    <dgm:cxn modelId="{F4A6A969-DDBD-48EC-878A-FFBD232CB78B}" srcId="{9345C6E0-DC42-4E2A-8C44-17737DADD12A}" destId="{66F2C702-0FD6-41C8-BE6F-C8D7F33F38FE}" srcOrd="1" destOrd="0" parTransId="{4467B898-2278-4A68-BA9F-22896136847D}" sibTransId="{17A41FEC-825B-4AC6-B093-FBEF1221CE64}"/>
    <dgm:cxn modelId="{DD072E4A-53C1-4E67-9543-0149C2C6158F}" srcId="{511A298F-141F-4AF4-8103-AE82ACD461E2}" destId="{1F88777B-EA6B-445B-BA34-A0128946C987}" srcOrd="0" destOrd="0" parTransId="{6ACE5735-44B2-4A24-B0A2-0FCDB3789C6F}" sibTransId="{53F24C5A-CADE-4B23-8C33-CA902C0B99D3}"/>
    <dgm:cxn modelId="{F7942B77-C626-4D1C-97F3-2D8998994747}" type="presOf" srcId="{1F88777B-EA6B-445B-BA34-A0128946C987}" destId="{5E40E059-4929-4460-A72D-4AF834985C92}" srcOrd="0" destOrd="0" presId="urn:microsoft.com/office/officeart/2005/8/layout/hList1"/>
    <dgm:cxn modelId="{ED8A5294-5586-40CA-A930-8E1F3BB67F90}" type="presOf" srcId="{66F2C702-0FD6-41C8-BE6F-C8D7F33F38FE}" destId="{BFECFD16-751A-4ABD-88E5-B76CC41CA0FF}" srcOrd="0" destOrd="1" presId="urn:microsoft.com/office/officeart/2005/8/layout/hList1"/>
    <dgm:cxn modelId="{EC9A51A2-DDB2-42FB-BA2C-FAF93B6CD9FE}" type="presOf" srcId="{004E2622-A89D-41D4-9EA5-1AE5072D4466}" destId="{82412BD4-924F-4C87-B8C2-7E5CF904F2A5}" srcOrd="0" destOrd="0" presId="urn:microsoft.com/office/officeart/2005/8/layout/hList1"/>
    <dgm:cxn modelId="{6D8C01B1-7525-4F47-B023-542139AC74F7}" type="presOf" srcId="{F4C067D7-4922-4DC1-9F4B-E08AEDD2E21F}" destId="{BFECFD16-751A-4ABD-88E5-B76CC41CA0FF}" srcOrd="0" destOrd="0" presId="urn:microsoft.com/office/officeart/2005/8/layout/hList1"/>
    <dgm:cxn modelId="{4A2B95E9-344C-4104-B4C3-F05D544A5516}" srcId="{004E2622-A89D-41D4-9EA5-1AE5072D4466}" destId="{511A298F-141F-4AF4-8103-AE82ACD461E2}" srcOrd="0" destOrd="0" parTransId="{834B160F-3952-49C8-8908-D712FBEE45E5}" sibTransId="{D8D63531-C7F3-4735-86D7-5C07CB5D2C05}"/>
    <dgm:cxn modelId="{37251A1A-28EE-4C91-9C17-E62115A3F110}" type="presParOf" srcId="{82412BD4-924F-4C87-B8C2-7E5CF904F2A5}" destId="{FCBF7BBA-BA05-497B-8A05-2D5272F5CC5F}" srcOrd="0" destOrd="0" presId="urn:microsoft.com/office/officeart/2005/8/layout/hList1"/>
    <dgm:cxn modelId="{46A34BC3-F8A9-46B2-834F-A963C235D69E}" type="presParOf" srcId="{FCBF7BBA-BA05-497B-8A05-2D5272F5CC5F}" destId="{AFD710A7-E086-40B6-8D13-FF44C67F71F5}" srcOrd="0" destOrd="0" presId="urn:microsoft.com/office/officeart/2005/8/layout/hList1"/>
    <dgm:cxn modelId="{0BF3D116-977D-4D2A-8C4F-E2EE3924B493}" type="presParOf" srcId="{FCBF7BBA-BA05-497B-8A05-2D5272F5CC5F}" destId="{5E40E059-4929-4460-A72D-4AF834985C92}" srcOrd="1" destOrd="0" presId="urn:microsoft.com/office/officeart/2005/8/layout/hList1"/>
    <dgm:cxn modelId="{F3349C2B-96EA-4EEA-826A-9DD4EB992808}" type="presParOf" srcId="{82412BD4-924F-4C87-B8C2-7E5CF904F2A5}" destId="{FEDFC90B-4FF7-4105-B393-56CED09CDB36}" srcOrd="1" destOrd="0" presId="urn:microsoft.com/office/officeart/2005/8/layout/hList1"/>
    <dgm:cxn modelId="{0B3F2137-8891-4128-8B66-AD067EDDDADE}" type="presParOf" srcId="{82412BD4-924F-4C87-B8C2-7E5CF904F2A5}" destId="{65C01DAA-2328-450C-B27A-C60D53C4B9CC}" srcOrd="2" destOrd="0" presId="urn:microsoft.com/office/officeart/2005/8/layout/hList1"/>
    <dgm:cxn modelId="{1C638441-B533-4C49-969B-C2AC1254F8DD}" type="presParOf" srcId="{65C01DAA-2328-450C-B27A-C60D53C4B9CC}" destId="{ABFAC41C-5E14-4D22-8305-51D727F34C64}" srcOrd="0" destOrd="0" presId="urn:microsoft.com/office/officeart/2005/8/layout/hList1"/>
    <dgm:cxn modelId="{0222576A-8A09-4B16-B460-B78E78339612}" type="presParOf" srcId="{65C01DAA-2328-450C-B27A-C60D53C4B9CC}" destId="{BFECFD16-751A-4ABD-88E5-B76CC41CA0F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34812384-CDBD-4B0C-89EE-BB3A1C8968C8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3A945D9-D4E1-4FE5-B829-7BA2B37A70A4}">
      <dgm:prSet/>
      <dgm:spPr/>
      <dgm:t>
        <a:bodyPr/>
        <a:lstStyle/>
        <a:p>
          <a:r>
            <a:rPr lang="en-US"/>
            <a:t>A singlethreaded</a:t>
          </a:r>
          <a:r>
            <a:rPr lang="tr-TR"/>
            <a:t> </a:t>
          </a:r>
          <a:r>
            <a:rPr lang="en-US"/>
            <a:t>program</a:t>
          </a:r>
        </a:p>
      </dgm:t>
    </dgm:pt>
    <dgm:pt modelId="{28D9D705-A575-48E7-9845-B4B2FD31C56D}" type="parTrans" cxnId="{992A9E59-6A87-454A-9EA1-C84E52ED8BE5}">
      <dgm:prSet/>
      <dgm:spPr/>
      <dgm:t>
        <a:bodyPr/>
        <a:lstStyle/>
        <a:p>
          <a:endParaRPr lang="en-US"/>
        </a:p>
      </dgm:t>
    </dgm:pt>
    <dgm:pt modelId="{C77ECE23-CDDC-41EF-9646-148A4181CE4D}" type="sibTrans" cxnId="{992A9E59-6A87-454A-9EA1-C84E52ED8BE5}">
      <dgm:prSet/>
      <dgm:spPr/>
      <dgm:t>
        <a:bodyPr/>
        <a:lstStyle/>
        <a:p>
          <a:endParaRPr lang="en-US"/>
        </a:p>
      </dgm:t>
    </dgm:pt>
    <dgm:pt modelId="{25396FB1-DF21-48A4-A40B-68FD7183E1A7}">
      <dgm:prSet/>
      <dgm:spPr/>
      <dgm:t>
        <a:bodyPr/>
        <a:lstStyle/>
        <a:p>
          <a:r>
            <a:rPr lang="en-US"/>
            <a:t>has only one finger</a:t>
          </a:r>
        </a:p>
      </dgm:t>
    </dgm:pt>
    <dgm:pt modelId="{98F7E235-D6BF-4AEE-AB85-6E5EC7A42F4B}" type="parTrans" cxnId="{28F2945D-7FA4-4DB6-9702-162B61AB0AEA}">
      <dgm:prSet/>
      <dgm:spPr/>
      <dgm:t>
        <a:bodyPr/>
        <a:lstStyle/>
        <a:p>
          <a:endParaRPr lang="en-US"/>
        </a:p>
      </dgm:t>
    </dgm:pt>
    <dgm:pt modelId="{97DC45C5-A551-4A90-BDA5-F3F26DD7DD45}" type="sibTrans" cxnId="{28F2945D-7FA4-4DB6-9702-162B61AB0AEA}">
      <dgm:prSet/>
      <dgm:spPr/>
      <dgm:t>
        <a:bodyPr/>
        <a:lstStyle/>
        <a:p>
          <a:endParaRPr lang="en-US"/>
        </a:p>
      </dgm:t>
    </dgm:pt>
    <dgm:pt modelId="{E8EC4B7B-831B-434D-9BA9-5D48D7DF5EDC}">
      <dgm:prSet/>
      <dgm:spPr/>
      <dgm:t>
        <a:bodyPr/>
        <a:lstStyle/>
        <a:p>
          <a:r>
            <a:rPr lang="tr-TR"/>
            <a:t>to point to the next line</a:t>
          </a:r>
          <a:endParaRPr lang="en-US"/>
        </a:p>
      </dgm:t>
    </dgm:pt>
    <dgm:pt modelId="{B3FB4841-EFF0-48CC-B9CF-9A5FA528C612}" type="parTrans" cxnId="{4B43A65A-F864-49CB-8858-1C253719224C}">
      <dgm:prSet/>
      <dgm:spPr/>
      <dgm:t>
        <a:bodyPr/>
        <a:lstStyle/>
        <a:p>
          <a:endParaRPr lang="en-US"/>
        </a:p>
      </dgm:t>
    </dgm:pt>
    <dgm:pt modelId="{B1561213-E76C-4875-B2D5-59C6A67F70E1}" type="sibTrans" cxnId="{4B43A65A-F864-49CB-8858-1C253719224C}">
      <dgm:prSet/>
      <dgm:spPr/>
      <dgm:t>
        <a:bodyPr/>
        <a:lstStyle/>
        <a:p>
          <a:endParaRPr lang="en-US"/>
        </a:p>
      </dgm:t>
    </dgm:pt>
    <dgm:pt modelId="{BF20E62D-54D2-4AE8-AF84-816A613E261D}">
      <dgm:prSet/>
      <dgm:spPr/>
      <dgm:t>
        <a:bodyPr/>
        <a:lstStyle/>
        <a:p>
          <a:r>
            <a:rPr lang="en-US" dirty="0"/>
            <a:t>A</a:t>
          </a:r>
          <a:r>
            <a:rPr lang="tr-TR" dirty="0"/>
            <a:t> </a:t>
          </a:r>
          <a:r>
            <a:rPr lang="en-US" dirty="0"/>
            <a:t>multithreaded program</a:t>
          </a:r>
        </a:p>
      </dgm:t>
    </dgm:pt>
    <dgm:pt modelId="{5EB0F5C8-F12E-4ADA-87EB-881E54DAD783}" type="parTrans" cxnId="{E4326FE7-EF4A-40C9-96F9-39E907771B46}">
      <dgm:prSet/>
      <dgm:spPr/>
      <dgm:t>
        <a:bodyPr/>
        <a:lstStyle/>
        <a:p>
          <a:endParaRPr lang="en-US"/>
        </a:p>
      </dgm:t>
    </dgm:pt>
    <dgm:pt modelId="{6922A72E-9A29-4D9F-80B9-A2DF2396D9A0}" type="sibTrans" cxnId="{E4326FE7-EF4A-40C9-96F9-39E907771B46}">
      <dgm:prSet/>
      <dgm:spPr/>
      <dgm:t>
        <a:bodyPr/>
        <a:lstStyle/>
        <a:p>
          <a:endParaRPr lang="en-US"/>
        </a:p>
      </dgm:t>
    </dgm:pt>
    <dgm:pt modelId="{29791173-0559-4CAF-B4DA-810670B84278}">
      <dgm:prSet/>
      <dgm:spPr/>
      <dgm:t>
        <a:bodyPr/>
        <a:lstStyle/>
        <a:p>
          <a:r>
            <a:rPr lang="en-US"/>
            <a:t>has multiple</a:t>
          </a:r>
          <a:r>
            <a:rPr lang="tr-TR"/>
            <a:t> </a:t>
          </a:r>
          <a:r>
            <a:rPr lang="en-US"/>
            <a:t>fingers</a:t>
          </a:r>
          <a:r>
            <a:rPr lang="tr-TR"/>
            <a:t> </a:t>
          </a:r>
          <a:endParaRPr lang="en-US"/>
        </a:p>
      </dgm:t>
    </dgm:pt>
    <dgm:pt modelId="{75BF84AF-A143-4149-8D59-B339E04B4171}" type="parTrans" cxnId="{E6E72BCE-5C48-468B-A31F-B49E9FCAE730}">
      <dgm:prSet/>
      <dgm:spPr/>
      <dgm:t>
        <a:bodyPr/>
        <a:lstStyle/>
        <a:p>
          <a:endParaRPr lang="en-US"/>
        </a:p>
      </dgm:t>
    </dgm:pt>
    <dgm:pt modelId="{02C70026-24E4-4DB9-ADA3-9822EFF5C523}" type="sibTrans" cxnId="{E6E72BCE-5C48-468B-A31F-B49E9FCAE730}">
      <dgm:prSet/>
      <dgm:spPr/>
      <dgm:t>
        <a:bodyPr/>
        <a:lstStyle/>
        <a:p>
          <a:endParaRPr lang="en-US"/>
        </a:p>
      </dgm:t>
    </dgm:pt>
    <dgm:pt modelId="{8ABFB6C2-FE2E-4071-B808-F34DEBBD0338}">
      <dgm:prSet/>
      <dgm:spPr/>
      <dgm:t>
        <a:bodyPr/>
        <a:lstStyle/>
        <a:p>
          <a:r>
            <a:rPr lang="en-US" dirty="0"/>
            <a:t>to </a:t>
          </a:r>
          <a:r>
            <a:rPr lang="tr-TR" dirty="0" err="1"/>
            <a:t>point</a:t>
          </a:r>
          <a:r>
            <a:rPr lang="tr-TR" dirty="0"/>
            <a:t> </a:t>
          </a:r>
          <a:r>
            <a:rPr lang="tr-TR" dirty="0" err="1"/>
            <a:t>and</a:t>
          </a:r>
          <a:r>
            <a:rPr lang="en-US" dirty="0"/>
            <a:t> executing different lines of code</a:t>
          </a:r>
        </a:p>
      </dgm:t>
    </dgm:pt>
    <dgm:pt modelId="{06FF02D6-9D6F-46B2-998A-0D57E6D6CA2C}" type="parTrans" cxnId="{29CDD285-E965-4E22-9F2A-1C58A3E16408}">
      <dgm:prSet/>
      <dgm:spPr/>
      <dgm:t>
        <a:bodyPr/>
        <a:lstStyle/>
        <a:p>
          <a:endParaRPr lang="en-US"/>
        </a:p>
      </dgm:t>
    </dgm:pt>
    <dgm:pt modelId="{6339556C-BE62-4190-8661-19FA571DE39D}" type="sibTrans" cxnId="{29CDD285-E965-4E22-9F2A-1C58A3E16408}">
      <dgm:prSet/>
      <dgm:spPr/>
      <dgm:t>
        <a:bodyPr/>
        <a:lstStyle/>
        <a:p>
          <a:endParaRPr lang="en-US"/>
        </a:p>
      </dgm:t>
    </dgm:pt>
    <dgm:pt modelId="{85183EC1-14E4-47C7-8C4F-38E1CDE238FF}">
      <dgm:prSet/>
      <dgm:spPr/>
      <dgm:t>
        <a:bodyPr/>
        <a:lstStyle/>
        <a:p>
          <a:r>
            <a:rPr lang="en-US"/>
            <a:t>at the same time.</a:t>
          </a:r>
        </a:p>
      </dgm:t>
    </dgm:pt>
    <dgm:pt modelId="{F49FD8E5-0788-4B5F-AC69-61465EA1D1BE}" type="parTrans" cxnId="{4296C438-281F-4291-9838-F1AD7B2BD95C}">
      <dgm:prSet/>
      <dgm:spPr/>
      <dgm:t>
        <a:bodyPr/>
        <a:lstStyle/>
        <a:p>
          <a:endParaRPr lang="en-US"/>
        </a:p>
      </dgm:t>
    </dgm:pt>
    <dgm:pt modelId="{A7EB00AB-667A-446E-8CAC-CBEC40BE5804}" type="sibTrans" cxnId="{4296C438-281F-4291-9838-F1AD7B2BD95C}">
      <dgm:prSet/>
      <dgm:spPr/>
      <dgm:t>
        <a:bodyPr/>
        <a:lstStyle/>
        <a:p>
          <a:endParaRPr lang="en-US"/>
        </a:p>
      </dgm:t>
    </dgm:pt>
    <dgm:pt modelId="{4818F112-AE6B-4795-93D9-07293177297F}">
      <dgm:prSet/>
      <dgm:spPr/>
      <dgm:t>
        <a:bodyPr/>
        <a:lstStyle/>
        <a:p>
          <a:r>
            <a:rPr lang="en-US"/>
            <a:t>Rather than</a:t>
          </a:r>
        </a:p>
      </dgm:t>
    </dgm:pt>
    <dgm:pt modelId="{D2164BC4-452E-4232-8CA3-DBDFAC919203}" type="parTrans" cxnId="{7D176DEF-5C9B-4C99-AE16-D7B382F3A0F8}">
      <dgm:prSet/>
      <dgm:spPr/>
      <dgm:t>
        <a:bodyPr/>
        <a:lstStyle/>
        <a:p>
          <a:endParaRPr lang="en-US"/>
        </a:p>
      </dgm:t>
    </dgm:pt>
    <dgm:pt modelId="{A50200F8-E4A9-49FF-A8D6-3C0F988DB29D}" type="sibTrans" cxnId="{7D176DEF-5C9B-4C99-AE16-D7B382F3A0F8}">
      <dgm:prSet/>
      <dgm:spPr/>
      <dgm:t>
        <a:bodyPr/>
        <a:lstStyle/>
        <a:p>
          <a:endParaRPr lang="en-US"/>
        </a:p>
      </dgm:t>
    </dgm:pt>
    <dgm:pt modelId="{02EE0C1D-A883-4099-A070-F0965C3A93AC}">
      <dgm:prSet/>
      <dgm:spPr/>
      <dgm:t>
        <a:bodyPr/>
        <a:lstStyle/>
        <a:p>
          <a:r>
            <a:rPr lang="en-US" dirty="0"/>
            <a:t>having all of your code wait until the </a:t>
          </a:r>
          <a:r>
            <a:rPr lang="en-US" i="1" dirty="0" err="1"/>
            <a:t>time.sleep</a:t>
          </a:r>
          <a:r>
            <a:rPr lang="en-US" i="1" dirty="0"/>
            <a:t>() </a:t>
          </a:r>
          <a:r>
            <a:rPr lang="en-US" dirty="0"/>
            <a:t>function</a:t>
          </a:r>
          <a:r>
            <a:rPr lang="tr-TR" dirty="0"/>
            <a:t> </a:t>
          </a:r>
          <a:r>
            <a:rPr lang="en-US" dirty="0"/>
            <a:t>finishes</a:t>
          </a:r>
        </a:p>
      </dgm:t>
    </dgm:pt>
    <dgm:pt modelId="{48B8E4E4-96CA-427F-83A2-E561580ADEC3}" type="parTrans" cxnId="{537C4D90-6C04-448C-A6BD-EBE27E9E2B82}">
      <dgm:prSet/>
      <dgm:spPr/>
      <dgm:t>
        <a:bodyPr/>
        <a:lstStyle/>
        <a:p>
          <a:endParaRPr lang="en-US"/>
        </a:p>
      </dgm:t>
    </dgm:pt>
    <dgm:pt modelId="{DFA2B32D-19B4-4B4F-B9ED-85CCE067CACB}" type="sibTrans" cxnId="{537C4D90-6C04-448C-A6BD-EBE27E9E2B82}">
      <dgm:prSet/>
      <dgm:spPr/>
      <dgm:t>
        <a:bodyPr/>
        <a:lstStyle/>
        <a:p>
          <a:endParaRPr lang="en-US"/>
        </a:p>
      </dgm:t>
    </dgm:pt>
    <dgm:pt modelId="{71F29319-B68F-47DB-AF89-153E784707C2}" type="pres">
      <dgm:prSet presAssocID="{34812384-CDBD-4B0C-89EE-BB3A1C8968C8}" presName="Name0" presStyleCnt="0">
        <dgm:presLayoutVars>
          <dgm:dir/>
          <dgm:animLvl val="lvl"/>
          <dgm:resizeHandles val="exact"/>
        </dgm:presLayoutVars>
      </dgm:prSet>
      <dgm:spPr/>
    </dgm:pt>
    <dgm:pt modelId="{A85DAFA2-D646-48FE-BB64-65B4D74593A0}" type="pres">
      <dgm:prSet presAssocID="{C3A945D9-D4E1-4FE5-B829-7BA2B37A70A4}" presName="composite" presStyleCnt="0"/>
      <dgm:spPr/>
    </dgm:pt>
    <dgm:pt modelId="{3FF701FC-CD67-41A5-AA1A-60E424888425}" type="pres">
      <dgm:prSet presAssocID="{C3A945D9-D4E1-4FE5-B829-7BA2B37A70A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C6411DA-E7A1-4C7A-B9D4-D0568A07343B}" type="pres">
      <dgm:prSet presAssocID="{C3A945D9-D4E1-4FE5-B829-7BA2B37A70A4}" presName="desTx" presStyleLbl="alignAccFollowNode1" presStyleIdx="0" presStyleCnt="3">
        <dgm:presLayoutVars>
          <dgm:bulletEnabled val="1"/>
        </dgm:presLayoutVars>
      </dgm:prSet>
      <dgm:spPr/>
    </dgm:pt>
    <dgm:pt modelId="{61A3B9E5-BB9F-4C67-9D27-6D1B354D87FD}" type="pres">
      <dgm:prSet presAssocID="{C77ECE23-CDDC-41EF-9646-148A4181CE4D}" presName="space" presStyleCnt="0"/>
      <dgm:spPr/>
    </dgm:pt>
    <dgm:pt modelId="{059CA26C-A863-4DAE-9D20-36E57C962976}" type="pres">
      <dgm:prSet presAssocID="{BF20E62D-54D2-4AE8-AF84-816A613E261D}" presName="composite" presStyleCnt="0"/>
      <dgm:spPr/>
    </dgm:pt>
    <dgm:pt modelId="{B0A2194A-D875-4E9D-8F36-705CC10018DF}" type="pres">
      <dgm:prSet presAssocID="{BF20E62D-54D2-4AE8-AF84-816A613E261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44ABA70-AC2D-4900-A26A-7A4C1315A29A}" type="pres">
      <dgm:prSet presAssocID="{BF20E62D-54D2-4AE8-AF84-816A613E261D}" presName="desTx" presStyleLbl="alignAccFollowNode1" presStyleIdx="1" presStyleCnt="3">
        <dgm:presLayoutVars>
          <dgm:bulletEnabled val="1"/>
        </dgm:presLayoutVars>
      </dgm:prSet>
      <dgm:spPr/>
    </dgm:pt>
    <dgm:pt modelId="{D90EB2FE-9B8F-4C02-BB52-A55B75B9FFF5}" type="pres">
      <dgm:prSet presAssocID="{6922A72E-9A29-4D9F-80B9-A2DF2396D9A0}" presName="space" presStyleCnt="0"/>
      <dgm:spPr/>
    </dgm:pt>
    <dgm:pt modelId="{7D169E86-8781-40AD-A0AA-9E81982CC067}" type="pres">
      <dgm:prSet presAssocID="{4818F112-AE6B-4795-93D9-07293177297F}" presName="composite" presStyleCnt="0"/>
      <dgm:spPr/>
    </dgm:pt>
    <dgm:pt modelId="{CE1431FC-FD07-4799-9987-801EF7FCD73F}" type="pres">
      <dgm:prSet presAssocID="{4818F112-AE6B-4795-93D9-07293177297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E366CF8-0DD4-4DFC-B5E8-A162DA80E7FA}" type="pres">
      <dgm:prSet presAssocID="{4818F112-AE6B-4795-93D9-07293177297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7337E00-7FD6-4557-B345-B3233858BE50}" type="presOf" srcId="{02EE0C1D-A883-4099-A070-F0965C3A93AC}" destId="{3E366CF8-0DD4-4DFC-B5E8-A162DA80E7FA}" srcOrd="0" destOrd="0" presId="urn:microsoft.com/office/officeart/2005/8/layout/hList1"/>
    <dgm:cxn modelId="{1E192103-6DDC-4B9C-8152-4C16F0F846E4}" type="presOf" srcId="{BF20E62D-54D2-4AE8-AF84-816A613E261D}" destId="{B0A2194A-D875-4E9D-8F36-705CC10018DF}" srcOrd="0" destOrd="0" presId="urn:microsoft.com/office/officeart/2005/8/layout/hList1"/>
    <dgm:cxn modelId="{03739C27-E0FD-48B1-9998-97144EE0C156}" type="presOf" srcId="{8ABFB6C2-FE2E-4071-B808-F34DEBBD0338}" destId="{B44ABA70-AC2D-4900-A26A-7A4C1315A29A}" srcOrd="0" destOrd="1" presId="urn:microsoft.com/office/officeart/2005/8/layout/hList1"/>
    <dgm:cxn modelId="{7844D52B-0D6C-47B0-9D05-E7862C541874}" type="presOf" srcId="{4818F112-AE6B-4795-93D9-07293177297F}" destId="{CE1431FC-FD07-4799-9987-801EF7FCD73F}" srcOrd="0" destOrd="0" presId="urn:microsoft.com/office/officeart/2005/8/layout/hList1"/>
    <dgm:cxn modelId="{4296C438-281F-4291-9838-F1AD7B2BD95C}" srcId="{BF20E62D-54D2-4AE8-AF84-816A613E261D}" destId="{85183EC1-14E4-47C7-8C4F-38E1CDE238FF}" srcOrd="2" destOrd="0" parTransId="{F49FD8E5-0788-4B5F-AC69-61465EA1D1BE}" sibTransId="{A7EB00AB-667A-446E-8CAC-CBEC40BE5804}"/>
    <dgm:cxn modelId="{28F2945D-7FA4-4DB6-9702-162B61AB0AEA}" srcId="{C3A945D9-D4E1-4FE5-B829-7BA2B37A70A4}" destId="{25396FB1-DF21-48A4-A40B-68FD7183E1A7}" srcOrd="0" destOrd="0" parTransId="{98F7E235-D6BF-4AEE-AB85-6E5EC7A42F4B}" sibTransId="{97DC45C5-A551-4A90-BDA5-F3F26DD7DD45}"/>
    <dgm:cxn modelId="{AA611F52-B5B4-4BEC-9096-BB28184C4EC4}" type="presOf" srcId="{85183EC1-14E4-47C7-8C4F-38E1CDE238FF}" destId="{B44ABA70-AC2D-4900-A26A-7A4C1315A29A}" srcOrd="0" destOrd="2" presId="urn:microsoft.com/office/officeart/2005/8/layout/hList1"/>
    <dgm:cxn modelId="{992A9E59-6A87-454A-9EA1-C84E52ED8BE5}" srcId="{34812384-CDBD-4B0C-89EE-BB3A1C8968C8}" destId="{C3A945D9-D4E1-4FE5-B829-7BA2B37A70A4}" srcOrd="0" destOrd="0" parTransId="{28D9D705-A575-48E7-9845-B4B2FD31C56D}" sibTransId="{C77ECE23-CDDC-41EF-9646-148A4181CE4D}"/>
    <dgm:cxn modelId="{18856D5A-0ED5-4931-AA03-A7C28776577D}" type="presOf" srcId="{C3A945D9-D4E1-4FE5-B829-7BA2B37A70A4}" destId="{3FF701FC-CD67-41A5-AA1A-60E424888425}" srcOrd="0" destOrd="0" presId="urn:microsoft.com/office/officeart/2005/8/layout/hList1"/>
    <dgm:cxn modelId="{4B43A65A-F864-49CB-8858-1C253719224C}" srcId="{C3A945D9-D4E1-4FE5-B829-7BA2B37A70A4}" destId="{E8EC4B7B-831B-434D-9BA9-5D48D7DF5EDC}" srcOrd="1" destOrd="0" parTransId="{B3FB4841-EFF0-48CC-B9CF-9A5FA528C612}" sibTransId="{B1561213-E76C-4875-B2D5-59C6A67F70E1}"/>
    <dgm:cxn modelId="{29CDD285-E965-4E22-9F2A-1C58A3E16408}" srcId="{BF20E62D-54D2-4AE8-AF84-816A613E261D}" destId="{8ABFB6C2-FE2E-4071-B808-F34DEBBD0338}" srcOrd="1" destOrd="0" parTransId="{06FF02D6-9D6F-46B2-998A-0D57E6D6CA2C}" sibTransId="{6339556C-BE62-4190-8661-19FA571DE39D}"/>
    <dgm:cxn modelId="{537C4D90-6C04-448C-A6BD-EBE27E9E2B82}" srcId="{4818F112-AE6B-4795-93D9-07293177297F}" destId="{02EE0C1D-A883-4099-A070-F0965C3A93AC}" srcOrd="0" destOrd="0" parTransId="{48B8E4E4-96CA-427F-83A2-E561580ADEC3}" sibTransId="{DFA2B32D-19B4-4B4F-B9ED-85CCE067CACB}"/>
    <dgm:cxn modelId="{A0F142BB-EDA9-4349-B39F-0FF47B791492}" type="presOf" srcId="{25396FB1-DF21-48A4-A40B-68FD7183E1A7}" destId="{DC6411DA-E7A1-4C7A-B9D4-D0568A07343B}" srcOrd="0" destOrd="0" presId="urn:microsoft.com/office/officeart/2005/8/layout/hList1"/>
    <dgm:cxn modelId="{FF8B3EC2-D4E5-4876-8298-8665C7CF26CC}" type="presOf" srcId="{E8EC4B7B-831B-434D-9BA9-5D48D7DF5EDC}" destId="{DC6411DA-E7A1-4C7A-B9D4-D0568A07343B}" srcOrd="0" destOrd="1" presId="urn:microsoft.com/office/officeart/2005/8/layout/hList1"/>
    <dgm:cxn modelId="{3B0B87CC-C835-4842-A426-41A4AB5857B5}" type="presOf" srcId="{34812384-CDBD-4B0C-89EE-BB3A1C8968C8}" destId="{71F29319-B68F-47DB-AF89-153E784707C2}" srcOrd="0" destOrd="0" presId="urn:microsoft.com/office/officeart/2005/8/layout/hList1"/>
    <dgm:cxn modelId="{E6E72BCE-5C48-468B-A31F-B49E9FCAE730}" srcId="{BF20E62D-54D2-4AE8-AF84-816A613E261D}" destId="{29791173-0559-4CAF-B4DA-810670B84278}" srcOrd="0" destOrd="0" parTransId="{75BF84AF-A143-4149-8D59-B339E04B4171}" sibTransId="{02C70026-24E4-4DB9-ADA3-9822EFF5C523}"/>
    <dgm:cxn modelId="{E4326FE7-EF4A-40C9-96F9-39E907771B46}" srcId="{34812384-CDBD-4B0C-89EE-BB3A1C8968C8}" destId="{BF20E62D-54D2-4AE8-AF84-816A613E261D}" srcOrd="1" destOrd="0" parTransId="{5EB0F5C8-F12E-4ADA-87EB-881E54DAD783}" sibTransId="{6922A72E-9A29-4D9F-80B9-A2DF2396D9A0}"/>
    <dgm:cxn modelId="{7D176DEF-5C9B-4C99-AE16-D7B382F3A0F8}" srcId="{34812384-CDBD-4B0C-89EE-BB3A1C8968C8}" destId="{4818F112-AE6B-4795-93D9-07293177297F}" srcOrd="2" destOrd="0" parTransId="{D2164BC4-452E-4232-8CA3-DBDFAC919203}" sibTransId="{A50200F8-E4A9-49FF-A8D6-3C0F988DB29D}"/>
    <dgm:cxn modelId="{D21217F0-27A5-47B5-BABD-CFC5F2A88F70}" type="presOf" srcId="{29791173-0559-4CAF-B4DA-810670B84278}" destId="{B44ABA70-AC2D-4900-A26A-7A4C1315A29A}" srcOrd="0" destOrd="0" presId="urn:microsoft.com/office/officeart/2005/8/layout/hList1"/>
    <dgm:cxn modelId="{85D33977-647D-4DBF-95A0-042504021142}" type="presParOf" srcId="{71F29319-B68F-47DB-AF89-153E784707C2}" destId="{A85DAFA2-D646-48FE-BB64-65B4D74593A0}" srcOrd="0" destOrd="0" presId="urn:microsoft.com/office/officeart/2005/8/layout/hList1"/>
    <dgm:cxn modelId="{99344B75-CB8A-458E-BC9F-A267B6324347}" type="presParOf" srcId="{A85DAFA2-D646-48FE-BB64-65B4D74593A0}" destId="{3FF701FC-CD67-41A5-AA1A-60E424888425}" srcOrd="0" destOrd="0" presId="urn:microsoft.com/office/officeart/2005/8/layout/hList1"/>
    <dgm:cxn modelId="{855E7E92-1933-4050-8D04-B2D0B393AB75}" type="presParOf" srcId="{A85DAFA2-D646-48FE-BB64-65B4D74593A0}" destId="{DC6411DA-E7A1-4C7A-B9D4-D0568A07343B}" srcOrd="1" destOrd="0" presId="urn:microsoft.com/office/officeart/2005/8/layout/hList1"/>
    <dgm:cxn modelId="{DADCFA05-4403-4BA1-8941-37F23FE9FCA2}" type="presParOf" srcId="{71F29319-B68F-47DB-AF89-153E784707C2}" destId="{61A3B9E5-BB9F-4C67-9D27-6D1B354D87FD}" srcOrd="1" destOrd="0" presId="urn:microsoft.com/office/officeart/2005/8/layout/hList1"/>
    <dgm:cxn modelId="{28543F3E-B662-4ACC-8FB0-98C0994BE58C}" type="presParOf" srcId="{71F29319-B68F-47DB-AF89-153E784707C2}" destId="{059CA26C-A863-4DAE-9D20-36E57C962976}" srcOrd="2" destOrd="0" presId="urn:microsoft.com/office/officeart/2005/8/layout/hList1"/>
    <dgm:cxn modelId="{BC4AB593-2FE0-4C97-A2CF-D1CA8DFC1CFD}" type="presParOf" srcId="{059CA26C-A863-4DAE-9D20-36E57C962976}" destId="{B0A2194A-D875-4E9D-8F36-705CC10018DF}" srcOrd="0" destOrd="0" presId="urn:microsoft.com/office/officeart/2005/8/layout/hList1"/>
    <dgm:cxn modelId="{1F714ECD-62C7-4613-8899-734D82D6E223}" type="presParOf" srcId="{059CA26C-A863-4DAE-9D20-36E57C962976}" destId="{B44ABA70-AC2D-4900-A26A-7A4C1315A29A}" srcOrd="1" destOrd="0" presId="urn:microsoft.com/office/officeart/2005/8/layout/hList1"/>
    <dgm:cxn modelId="{CC9E16BD-C011-45C0-841B-8DB39EB928DF}" type="presParOf" srcId="{71F29319-B68F-47DB-AF89-153E784707C2}" destId="{D90EB2FE-9B8F-4C02-BB52-A55B75B9FFF5}" srcOrd="3" destOrd="0" presId="urn:microsoft.com/office/officeart/2005/8/layout/hList1"/>
    <dgm:cxn modelId="{BA7F9DF0-EE01-4EBA-98EC-1296ADE24222}" type="presParOf" srcId="{71F29319-B68F-47DB-AF89-153E784707C2}" destId="{7D169E86-8781-40AD-A0AA-9E81982CC067}" srcOrd="4" destOrd="0" presId="urn:microsoft.com/office/officeart/2005/8/layout/hList1"/>
    <dgm:cxn modelId="{93600FB2-7A62-446E-B4A3-3A0649BD218C}" type="presParOf" srcId="{7D169E86-8781-40AD-A0AA-9E81982CC067}" destId="{CE1431FC-FD07-4799-9987-801EF7FCD73F}" srcOrd="0" destOrd="0" presId="urn:microsoft.com/office/officeart/2005/8/layout/hList1"/>
    <dgm:cxn modelId="{36033DEC-25B4-4A8E-A5B4-6E83E16B76F4}" type="presParOf" srcId="{7D169E86-8781-40AD-A0AA-9E81982CC067}" destId="{3E366CF8-0DD4-4DFC-B5E8-A162DA80E7F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34812384-CDBD-4B0C-89EE-BB3A1C8968C8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5F476EBE-A4CB-482D-B72E-4079C87892F4}">
      <dgm:prSet/>
      <dgm:spPr/>
      <dgm:t>
        <a:bodyPr/>
        <a:lstStyle/>
        <a:p>
          <a:r>
            <a:rPr lang="en-US" dirty="0"/>
            <a:t>Execute</a:t>
          </a:r>
          <a:r>
            <a:rPr lang="tr-TR" dirty="0"/>
            <a:t> </a:t>
          </a:r>
          <a:r>
            <a:rPr lang="en-US" dirty="0"/>
            <a:t>the delayed or scheduled code</a:t>
          </a:r>
        </a:p>
      </dgm:t>
    </dgm:pt>
    <dgm:pt modelId="{043F8280-6781-4800-BC7E-C01DA08BA0BF}" type="parTrans" cxnId="{591F5048-7E19-4C3E-9C9E-5F73A3ABC069}">
      <dgm:prSet/>
      <dgm:spPr/>
      <dgm:t>
        <a:bodyPr/>
        <a:lstStyle/>
        <a:p>
          <a:endParaRPr lang="en-US"/>
        </a:p>
      </dgm:t>
    </dgm:pt>
    <dgm:pt modelId="{2B177A07-8DE9-4A30-8F9A-D7A10F24E5F5}" type="sibTrans" cxnId="{591F5048-7E19-4C3E-9C9E-5F73A3ABC069}">
      <dgm:prSet/>
      <dgm:spPr/>
      <dgm:t>
        <a:bodyPr/>
        <a:lstStyle/>
        <a:p>
          <a:endParaRPr lang="en-US"/>
        </a:p>
      </dgm:t>
    </dgm:pt>
    <dgm:pt modelId="{C7492F07-DCF5-4DFB-A32C-8A82890DDFE7}">
      <dgm:prSet/>
      <dgm:spPr/>
      <dgm:t>
        <a:bodyPr/>
        <a:lstStyle/>
        <a:p>
          <a:r>
            <a:rPr lang="en-US"/>
            <a:t>in a separate</a:t>
          </a:r>
          <a:r>
            <a:rPr lang="tr-TR"/>
            <a:t> </a:t>
          </a:r>
          <a:r>
            <a:rPr lang="en-US"/>
            <a:t>thread</a:t>
          </a:r>
        </a:p>
      </dgm:t>
    </dgm:pt>
    <dgm:pt modelId="{D7EB4139-B45F-4E8C-AC96-C2EDEFD1C813}" type="parTrans" cxnId="{36C8BDEF-FF56-413F-86D0-455862723CFE}">
      <dgm:prSet/>
      <dgm:spPr/>
      <dgm:t>
        <a:bodyPr/>
        <a:lstStyle/>
        <a:p>
          <a:endParaRPr lang="en-US"/>
        </a:p>
      </dgm:t>
    </dgm:pt>
    <dgm:pt modelId="{E24F03CC-5752-4D1A-991A-708C23762491}" type="sibTrans" cxnId="{36C8BDEF-FF56-413F-86D0-455862723CFE}">
      <dgm:prSet/>
      <dgm:spPr/>
      <dgm:t>
        <a:bodyPr/>
        <a:lstStyle/>
        <a:p>
          <a:endParaRPr lang="en-US"/>
        </a:p>
      </dgm:t>
    </dgm:pt>
    <dgm:pt modelId="{165D1014-956F-4557-9B0B-07C675C220E8}">
      <dgm:prSet/>
      <dgm:spPr/>
      <dgm:t>
        <a:bodyPr/>
        <a:lstStyle/>
        <a:p>
          <a:r>
            <a:rPr lang="en-US"/>
            <a:t>using Python’s threading module.</a:t>
          </a:r>
        </a:p>
      </dgm:t>
    </dgm:pt>
    <dgm:pt modelId="{BC2CEC6B-3AD5-4A73-8D49-68E955CC47C1}" type="parTrans" cxnId="{89B77F46-B1B7-40A8-AC8C-21C020223E20}">
      <dgm:prSet/>
      <dgm:spPr/>
      <dgm:t>
        <a:bodyPr/>
        <a:lstStyle/>
        <a:p>
          <a:endParaRPr lang="en-US"/>
        </a:p>
      </dgm:t>
    </dgm:pt>
    <dgm:pt modelId="{2E3E147E-9F98-4F8D-A616-B2D1AB414FE6}" type="sibTrans" cxnId="{89B77F46-B1B7-40A8-AC8C-21C020223E20}">
      <dgm:prSet/>
      <dgm:spPr/>
      <dgm:t>
        <a:bodyPr/>
        <a:lstStyle/>
        <a:p>
          <a:endParaRPr lang="en-US"/>
        </a:p>
      </dgm:t>
    </dgm:pt>
    <dgm:pt modelId="{DE21FAAA-75A2-440B-9E43-75891E90A799}">
      <dgm:prSet/>
      <dgm:spPr/>
      <dgm:t>
        <a:bodyPr/>
        <a:lstStyle/>
        <a:p>
          <a:r>
            <a:rPr lang="en-US"/>
            <a:t>The separate thread</a:t>
          </a:r>
        </a:p>
      </dgm:t>
    </dgm:pt>
    <dgm:pt modelId="{B531312E-2B58-4F68-A011-F31587403E94}" type="parTrans" cxnId="{0DF6F941-22C7-4E26-9FB3-923B8CA062E5}">
      <dgm:prSet/>
      <dgm:spPr/>
      <dgm:t>
        <a:bodyPr/>
        <a:lstStyle/>
        <a:p>
          <a:endParaRPr lang="en-US"/>
        </a:p>
      </dgm:t>
    </dgm:pt>
    <dgm:pt modelId="{5BB21807-E8B6-418A-B9AB-9C97EA7AE7D3}" type="sibTrans" cxnId="{0DF6F941-22C7-4E26-9FB3-923B8CA062E5}">
      <dgm:prSet/>
      <dgm:spPr/>
      <dgm:t>
        <a:bodyPr/>
        <a:lstStyle/>
        <a:p>
          <a:endParaRPr lang="en-US"/>
        </a:p>
      </dgm:t>
    </dgm:pt>
    <dgm:pt modelId="{E36A5942-A1CB-4411-8F51-9B0F4FBA80E1}">
      <dgm:prSet/>
      <dgm:spPr/>
      <dgm:t>
        <a:bodyPr/>
        <a:lstStyle/>
        <a:p>
          <a:r>
            <a:rPr lang="en-US" dirty="0"/>
            <a:t>will pause</a:t>
          </a:r>
          <a:r>
            <a:rPr lang="tr-TR" dirty="0"/>
            <a:t> </a:t>
          </a:r>
          <a:r>
            <a:rPr lang="en-US" dirty="0"/>
            <a:t>for the </a:t>
          </a:r>
          <a:r>
            <a:rPr lang="en-US" i="1" dirty="0" err="1"/>
            <a:t>time.sleep</a:t>
          </a:r>
          <a:r>
            <a:rPr lang="en-US" i="1" dirty="0"/>
            <a:t> </a:t>
          </a:r>
          <a:r>
            <a:rPr lang="en-US" dirty="0"/>
            <a:t>calls. </a:t>
          </a:r>
        </a:p>
      </dgm:t>
    </dgm:pt>
    <dgm:pt modelId="{CFD19B20-4FB3-40A2-BB76-42C779685AEA}" type="parTrans" cxnId="{735475E3-D83D-4B3A-BC52-41885437F8D1}">
      <dgm:prSet/>
      <dgm:spPr/>
      <dgm:t>
        <a:bodyPr/>
        <a:lstStyle/>
        <a:p>
          <a:endParaRPr lang="en-US"/>
        </a:p>
      </dgm:t>
    </dgm:pt>
    <dgm:pt modelId="{A15F489A-24CB-4707-82F4-CD909C58B782}" type="sibTrans" cxnId="{735475E3-D83D-4B3A-BC52-41885437F8D1}">
      <dgm:prSet/>
      <dgm:spPr/>
      <dgm:t>
        <a:bodyPr/>
        <a:lstStyle/>
        <a:p>
          <a:endParaRPr lang="en-US"/>
        </a:p>
      </dgm:t>
    </dgm:pt>
    <dgm:pt modelId="{B0DAC4E0-D204-482B-B779-5178D5A7E61A}">
      <dgm:prSet/>
      <dgm:spPr/>
      <dgm:t>
        <a:bodyPr/>
        <a:lstStyle/>
        <a:p>
          <a:r>
            <a:rPr lang="en-US" dirty="0"/>
            <a:t>Meanwhile</a:t>
          </a:r>
          <a:r>
            <a:rPr lang="tr-TR" dirty="0"/>
            <a:t> </a:t>
          </a:r>
          <a:r>
            <a:rPr lang="tr-TR" dirty="0" err="1"/>
            <a:t>the</a:t>
          </a:r>
          <a:r>
            <a:rPr lang="en-US" dirty="0"/>
            <a:t> program can do other work</a:t>
          </a:r>
        </a:p>
      </dgm:t>
    </dgm:pt>
    <dgm:pt modelId="{43804228-DCBD-494B-BF35-F595825787E2}" type="parTrans" cxnId="{FBB59025-059E-4DC9-85DA-61AA101A1D5D}">
      <dgm:prSet/>
      <dgm:spPr/>
      <dgm:t>
        <a:bodyPr/>
        <a:lstStyle/>
        <a:p>
          <a:endParaRPr lang="en-US"/>
        </a:p>
      </dgm:t>
    </dgm:pt>
    <dgm:pt modelId="{E4462F19-DEEE-4354-AE0E-3F2635B989EA}" type="sibTrans" cxnId="{FBB59025-059E-4DC9-85DA-61AA101A1D5D}">
      <dgm:prSet/>
      <dgm:spPr/>
      <dgm:t>
        <a:bodyPr/>
        <a:lstStyle/>
        <a:p>
          <a:endParaRPr lang="en-US"/>
        </a:p>
      </dgm:t>
    </dgm:pt>
    <dgm:pt modelId="{DF579172-8618-45C3-91D2-65C09C2CA248}">
      <dgm:prSet/>
      <dgm:spPr/>
      <dgm:t>
        <a:bodyPr/>
        <a:lstStyle/>
        <a:p>
          <a:r>
            <a:rPr lang="en-US"/>
            <a:t>in the</a:t>
          </a:r>
          <a:r>
            <a:rPr lang="tr-TR"/>
            <a:t> </a:t>
          </a:r>
          <a:r>
            <a:rPr lang="en-US"/>
            <a:t>original thread.</a:t>
          </a:r>
        </a:p>
      </dgm:t>
    </dgm:pt>
    <dgm:pt modelId="{96E420E5-2314-4E46-ABC7-8B78111A7A46}" type="parTrans" cxnId="{DAF6F455-F2F4-46B5-AECD-79F0B088F4E3}">
      <dgm:prSet/>
      <dgm:spPr/>
      <dgm:t>
        <a:bodyPr/>
        <a:lstStyle/>
        <a:p>
          <a:endParaRPr lang="en-US"/>
        </a:p>
      </dgm:t>
    </dgm:pt>
    <dgm:pt modelId="{DB64384C-8703-445A-B9C5-C829B8C2FBFF}" type="sibTrans" cxnId="{DAF6F455-F2F4-46B5-AECD-79F0B088F4E3}">
      <dgm:prSet/>
      <dgm:spPr/>
      <dgm:t>
        <a:bodyPr/>
        <a:lstStyle/>
        <a:p>
          <a:endParaRPr lang="en-US"/>
        </a:p>
      </dgm:t>
    </dgm:pt>
    <dgm:pt modelId="{7742BDB1-20B4-458F-B4F8-75A41ABF48BF}">
      <dgm:prSet/>
      <dgm:spPr/>
      <dgm:t>
        <a:bodyPr/>
        <a:lstStyle/>
        <a:p>
          <a:r>
            <a:rPr lang="en-US"/>
            <a:t>To make a separate thread</a:t>
          </a:r>
        </a:p>
      </dgm:t>
    </dgm:pt>
    <dgm:pt modelId="{380DFBF6-1C46-4366-BF24-CBA3C4169B37}" type="parTrans" cxnId="{F4D40A14-F493-4F39-813A-74F4DA1BCD78}">
      <dgm:prSet/>
      <dgm:spPr/>
      <dgm:t>
        <a:bodyPr/>
        <a:lstStyle/>
        <a:p>
          <a:endParaRPr lang="en-US"/>
        </a:p>
      </dgm:t>
    </dgm:pt>
    <dgm:pt modelId="{7FD771BE-AE6D-4927-8046-29EB9CA9D457}" type="sibTrans" cxnId="{F4D40A14-F493-4F39-813A-74F4DA1BCD78}">
      <dgm:prSet/>
      <dgm:spPr/>
      <dgm:t>
        <a:bodyPr/>
        <a:lstStyle/>
        <a:p>
          <a:endParaRPr lang="en-US"/>
        </a:p>
      </dgm:t>
    </dgm:pt>
    <dgm:pt modelId="{EBD53B41-27D3-4C80-B208-E0AF45C1FF8A}">
      <dgm:prSet/>
      <dgm:spPr/>
      <dgm:t>
        <a:bodyPr/>
        <a:lstStyle/>
        <a:p>
          <a:r>
            <a:rPr lang="en-US"/>
            <a:t>first make a Thread object</a:t>
          </a:r>
        </a:p>
      </dgm:t>
    </dgm:pt>
    <dgm:pt modelId="{92C3059E-EDA3-4FB5-8E43-9B8339F45E1A}" type="parTrans" cxnId="{F218299F-1527-434F-A4F5-EF080A2E768C}">
      <dgm:prSet/>
      <dgm:spPr/>
      <dgm:t>
        <a:bodyPr/>
        <a:lstStyle/>
        <a:p>
          <a:endParaRPr lang="en-US"/>
        </a:p>
      </dgm:t>
    </dgm:pt>
    <dgm:pt modelId="{21C0AF64-77E3-492B-9ACB-A336BBCC858B}" type="sibTrans" cxnId="{F218299F-1527-434F-A4F5-EF080A2E768C}">
      <dgm:prSet/>
      <dgm:spPr/>
      <dgm:t>
        <a:bodyPr/>
        <a:lstStyle/>
        <a:p>
          <a:endParaRPr lang="en-US"/>
        </a:p>
      </dgm:t>
    </dgm:pt>
    <dgm:pt modelId="{ED13D3C4-DB25-4349-94C6-59F29EDAC0C1}">
      <dgm:prSet/>
      <dgm:spPr/>
      <dgm:t>
        <a:bodyPr/>
        <a:lstStyle/>
        <a:p>
          <a:r>
            <a:rPr lang="en-US" dirty="0"/>
            <a:t>by</a:t>
          </a:r>
          <a:r>
            <a:rPr lang="tr-TR" dirty="0"/>
            <a:t> </a:t>
          </a:r>
          <a:r>
            <a:rPr lang="en-US" dirty="0"/>
            <a:t>calling</a:t>
          </a:r>
          <a:r>
            <a:rPr lang="tr-TR" dirty="0"/>
            <a:t> </a:t>
          </a:r>
          <a:r>
            <a:rPr lang="en-US" dirty="0"/>
            <a:t>the </a:t>
          </a:r>
          <a:r>
            <a:rPr lang="en-US" i="1" dirty="0" err="1"/>
            <a:t>threading.Thread</a:t>
          </a:r>
          <a:r>
            <a:rPr lang="en-US" i="1" dirty="0"/>
            <a:t>()</a:t>
          </a:r>
          <a:r>
            <a:rPr lang="en-US" dirty="0"/>
            <a:t> function.</a:t>
          </a:r>
        </a:p>
      </dgm:t>
    </dgm:pt>
    <dgm:pt modelId="{19C79569-D165-4236-8099-AFF8B0BD3E79}" type="parTrans" cxnId="{A09FCD0E-4705-4495-B23D-10C87092A65A}">
      <dgm:prSet/>
      <dgm:spPr/>
      <dgm:t>
        <a:bodyPr/>
        <a:lstStyle/>
        <a:p>
          <a:endParaRPr lang="en-US"/>
        </a:p>
      </dgm:t>
    </dgm:pt>
    <dgm:pt modelId="{608DA1E8-B3BD-4757-BADE-2E667EE39B23}" type="sibTrans" cxnId="{A09FCD0E-4705-4495-B23D-10C87092A65A}">
      <dgm:prSet/>
      <dgm:spPr/>
      <dgm:t>
        <a:bodyPr/>
        <a:lstStyle/>
        <a:p>
          <a:endParaRPr lang="en-US"/>
        </a:p>
      </dgm:t>
    </dgm:pt>
    <dgm:pt modelId="{71F29319-B68F-47DB-AF89-153E784707C2}" type="pres">
      <dgm:prSet presAssocID="{34812384-CDBD-4B0C-89EE-BB3A1C8968C8}" presName="Name0" presStyleCnt="0">
        <dgm:presLayoutVars>
          <dgm:dir/>
          <dgm:animLvl val="lvl"/>
          <dgm:resizeHandles val="exact"/>
        </dgm:presLayoutVars>
      </dgm:prSet>
      <dgm:spPr/>
    </dgm:pt>
    <dgm:pt modelId="{57BCC848-97F0-4327-8A4C-FCB7E924FA83}" type="pres">
      <dgm:prSet presAssocID="{5F476EBE-A4CB-482D-B72E-4079C87892F4}" presName="composite" presStyleCnt="0"/>
      <dgm:spPr/>
    </dgm:pt>
    <dgm:pt modelId="{B89B3CC7-7CDB-4E43-A06B-7FCE3C7843DB}" type="pres">
      <dgm:prSet presAssocID="{5F476EBE-A4CB-482D-B72E-4079C87892F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E4C4D1C-4875-4D90-A6F7-11E519C9D9CF}" type="pres">
      <dgm:prSet presAssocID="{5F476EBE-A4CB-482D-B72E-4079C87892F4}" presName="desTx" presStyleLbl="alignAccFollowNode1" presStyleIdx="0" presStyleCnt="3">
        <dgm:presLayoutVars>
          <dgm:bulletEnabled val="1"/>
        </dgm:presLayoutVars>
      </dgm:prSet>
      <dgm:spPr/>
    </dgm:pt>
    <dgm:pt modelId="{C6878E0E-2AB1-44CC-A694-404EC869C1B5}" type="pres">
      <dgm:prSet presAssocID="{2B177A07-8DE9-4A30-8F9A-D7A10F24E5F5}" presName="space" presStyleCnt="0"/>
      <dgm:spPr/>
    </dgm:pt>
    <dgm:pt modelId="{2EF699CC-92F3-48C9-B4BD-B13E82E805CD}" type="pres">
      <dgm:prSet presAssocID="{DE21FAAA-75A2-440B-9E43-75891E90A799}" presName="composite" presStyleCnt="0"/>
      <dgm:spPr/>
    </dgm:pt>
    <dgm:pt modelId="{E78135A4-869E-4658-8E1F-310121E7AC13}" type="pres">
      <dgm:prSet presAssocID="{DE21FAAA-75A2-440B-9E43-75891E90A79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5CB9F35-BADE-42D9-85A1-F59554405627}" type="pres">
      <dgm:prSet presAssocID="{DE21FAAA-75A2-440B-9E43-75891E90A799}" presName="desTx" presStyleLbl="alignAccFollowNode1" presStyleIdx="1" presStyleCnt="3">
        <dgm:presLayoutVars>
          <dgm:bulletEnabled val="1"/>
        </dgm:presLayoutVars>
      </dgm:prSet>
      <dgm:spPr/>
    </dgm:pt>
    <dgm:pt modelId="{6A20B230-E0DA-41B3-8B74-889E0E18682E}" type="pres">
      <dgm:prSet presAssocID="{5BB21807-E8B6-418A-B9AB-9C97EA7AE7D3}" presName="space" presStyleCnt="0"/>
      <dgm:spPr/>
    </dgm:pt>
    <dgm:pt modelId="{E935A3ED-9B21-4D6D-8F33-064F407034F4}" type="pres">
      <dgm:prSet presAssocID="{7742BDB1-20B4-458F-B4F8-75A41ABF48BF}" presName="composite" presStyleCnt="0"/>
      <dgm:spPr/>
    </dgm:pt>
    <dgm:pt modelId="{4A2850AC-AD7C-4E9F-8B5A-DB842235DDDC}" type="pres">
      <dgm:prSet presAssocID="{7742BDB1-20B4-458F-B4F8-75A41ABF48B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F112809-BEDF-40A3-9A77-9C7C1FD4DE5A}" type="pres">
      <dgm:prSet presAssocID="{7742BDB1-20B4-458F-B4F8-75A41ABF48B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2E75700-77B0-4585-A17B-93A0DCAEF175}" type="presOf" srcId="{DF579172-8618-45C3-91D2-65C09C2CA248}" destId="{F5CB9F35-BADE-42D9-85A1-F59554405627}" srcOrd="0" destOrd="2" presId="urn:microsoft.com/office/officeart/2005/8/layout/hList1"/>
    <dgm:cxn modelId="{A09FCD0E-4705-4495-B23D-10C87092A65A}" srcId="{7742BDB1-20B4-458F-B4F8-75A41ABF48BF}" destId="{ED13D3C4-DB25-4349-94C6-59F29EDAC0C1}" srcOrd="1" destOrd="0" parTransId="{19C79569-D165-4236-8099-AFF8B0BD3E79}" sibTransId="{608DA1E8-B3BD-4757-BADE-2E667EE39B23}"/>
    <dgm:cxn modelId="{F4D40A14-F493-4F39-813A-74F4DA1BCD78}" srcId="{34812384-CDBD-4B0C-89EE-BB3A1C8968C8}" destId="{7742BDB1-20B4-458F-B4F8-75A41ABF48BF}" srcOrd="2" destOrd="0" parTransId="{380DFBF6-1C46-4366-BF24-CBA3C4169B37}" sibTransId="{7FD771BE-AE6D-4927-8046-29EB9CA9D457}"/>
    <dgm:cxn modelId="{D5AD5B1A-1FDC-4785-9D5D-10745FBBF4F7}" type="presOf" srcId="{7742BDB1-20B4-458F-B4F8-75A41ABF48BF}" destId="{4A2850AC-AD7C-4E9F-8B5A-DB842235DDDC}" srcOrd="0" destOrd="0" presId="urn:microsoft.com/office/officeart/2005/8/layout/hList1"/>
    <dgm:cxn modelId="{FBB59025-059E-4DC9-85DA-61AA101A1D5D}" srcId="{DE21FAAA-75A2-440B-9E43-75891E90A799}" destId="{B0DAC4E0-D204-482B-B779-5178D5A7E61A}" srcOrd="1" destOrd="0" parTransId="{43804228-DCBD-494B-BF35-F595825787E2}" sibTransId="{E4462F19-DEEE-4354-AE0E-3F2635B989EA}"/>
    <dgm:cxn modelId="{1C8AC63A-8545-4F77-A692-5D99D0BB21E0}" type="presOf" srcId="{165D1014-956F-4557-9B0B-07C675C220E8}" destId="{EE4C4D1C-4875-4D90-A6F7-11E519C9D9CF}" srcOrd="0" destOrd="1" presId="urn:microsoft.com/office/officeart/2005/8/layout/hList1"/>
    <dgm:cxn modelId="{A1A2C43F-A73C-4EE7-9B24-74D450449568}" type="presOf" srcId="{5F476EBE-A4CB-482D-B72E-4079C87892F4}" destId="{B89B3CC7-7CDB-4E43-A06B-7FCE3C7843DB}" srcOrd="0" destOrd="0" presId="urn:microsoft.com/office/officeart/2005/8/layout/hList1"/>
    <dgm:cxn modelId="{0DF6F941-22C7-4E26-9FB3-923B8CA062E5}" srcId="{34812384-CDBD-4B0C-89EE-BB3A1C8968C8}" destId="{DE21FAAA-75A2-440B-9E43-75891E90A799}" srcOrd="1" destOrd="0" parTransId="{B531312E-2B58-4F68-A011-F31587403E94}" sibTransId="{5BB21807-E8B6-418A-B9AB-9C97EA7AE7D3}"/>
    <dgm:cxn modelId="{89B77F46-B1B7-40A8-AC8C-21C020223E20}" srcId="{5F476EBE-A4CB-482D-B72E-4079C87892F4}" destId="{165D1014-956F-4557-9B0B-07C675C220E8}" srcOrd="1" destOrd="0" parTransId="{BC2CEC6B-3AD5-4A73-8D49-68E955CC47C1}" sibTransId="{2E3E147E-9F98-4F8D-A616-B2D1AB414FE6}"/>
    <dgm:cxn modelId="{591F5048-7E19-4C3E-9C9E-5F73A3ABC069}" srcId="{34812384-CDBD-4B0C-89EE-BB3A1C8968C8}" destId="{5F476EBE-A4CB-482D-B72E-4079C87892F4}" srcOrd="0" destOrd="0" parTransId="{043F8280-6781-4800-BC7E-C01DA08BA0BF}" sibTransId="{2B177A07-8DE9-4A30-8F9A-D7A10F24E5F5}"/>
    <dgm:cxn modelId="{DAF6F455-F2F4-46B5-AECD-79F0B088F4E3}" srcId="{DE21FAAA-75A2-440B-9E43-75891E90A799}" destId="{DF579172-8618-45C3-91D2-65C09C2CA248}" srcOrd="2" destOrd="0" parTransId="{96E420E5-2314-4E46-ABC7-8B78111A7A46}" sibTransId="{DB64384C-8703-445A-B9C5-C829B8C2FBFF}"/>
    <dgm:cxn modelId="{FDE9FB7E-6B17-4ACD-9068-809147829463}" type="presOf" srcId="{C7492F07-DCF5-4DFB-A32C-8A82890DDFE7}" destId="{EE4C4D1C-4875-4D90-A6F7-11E519C9D9CF}" srcOrd="0" destOrd="0" presId="urn:microsoft.com/office/officeart/2005/8/layout/hList1"/>
    <dgm:cxn modelId="{F218299F-1527-434F-A4F5-EF080A2E768C}" srcId="{7742BDB1-20B4-458F-B4F8-75A41ABF48BF}" destId="{EBD53B41-27D3-4C80-B208-E0AF45C1FF8A}" srcOrd="0" destOrd="0" parTransId="{92C3059E-EDA3-4FB5-8E43-9B8339F45E1A}" sibTransId="{21C0AF64-77E3-492B-9ACB-A336BBCC858B}"/>
    <dgm:cxn modelId="{6632D1A3-5F49-4264-82ED-AB83AE0DC9F3}" type="presOf" srcId="{ED13D3C4-DB25-4349-94C6-59F29EDAC0C1}" destId="{CF112809-BEDF-40A3-9A77-9C7C1FD4DE5A}" srcOrd="0" destOrd="1" presId="urn:microsoft.com/office/officeart/2005/8/layout/hList1"/>
    <dgm:cxn modelId="{17106BC6-DDF6-415A-B105-CA3D8680D7BC}" type="presOf" srcId="{B0DAC4E0-D204-482B-B779-5178D5A7E61A}" destId="{F5CB9F35-BADE-42D9-85A1-F59554405627}" srcOrd="0" destOrd="1" presId="urn:microsoft.com/office/officeart/2005/8/layout/hList1"/>
    <dgm:cxn modelId="{3AFD38C9-A7DA-4DF9-8841-70A53B0304EF}" type="presOf" srcId="{DE21FAAA-75A2-440B-9E43-75891E90A799}" destId="{E78135A4-869E-4658-8E1F-310121E7AC13}" srcOrd="0" destOrd="0" presId="urn:microsoft.com/office/officeart/2005/8/layout/hList1"/>
    <dgm:cxn modelId="{3B0B87CC-C835-4842-A426-41A4AB5857B5}" type="presOf" srcId="{34812384-CDBD-4B0C-89EE-BB3A1C8968C8}" destId="{71F29319-B68F-47DB-AF89-153E784707C2}" srcOrd="0" destOrd="0" presId="urn:microsoft.com/office/officeart/2005/8/layout/hList1"/>
    <dgm:cxn modelId="{996EA3D6-36A3-43D2-B9E4-F4ABD0BC6F41}" type="presOf" srcId="{E36A5942-A1CB-4411-8F51-9B0F4FBA80E1}" destId="{F5CB9F35-BADE-42D9-85A1-F59554405627}" srcOrd="0" destOrd="0" presId="urn:microsoft.com/office/officeart/2005/8/layout/hList1"/>
    <dgm:cxn modelId="{735475E3-D83D-4B3A-BC52-41885437F8D1}" srcId="{DE21FAAA-75A2-440B-9E43-75891E90A799}" destId="{E36A5942-A1CB-4411-8F51-9B0F4FBA80E1}" srcOrd="0" destOrd="0" parTransId="{CFD19B20-4FB3-40A2-BB76-42C779685AEA}" sibTransId="{A15F489A-24CB-4707-82F4-CD909C58B782}"/>
    <dgm:cxn modelId="{36C8BDEF-FF56-413F-86D0-455862723CFE}" srcId="{5F476EBE-A4CB-482D-B72E-4079C87892F4}" destId="{C7492F07-DCF5-4DFB-A32C-8A82890DDFE7}" srcOrd="0" destOrd="0" parTransId="{D7EB4139-B45F-4E8C-AC96-C2EDEFD1C813}" sibTransId="{E24F03CC-5752-4D1A-991A-708C23762491}"/>
    <dgm:cxn modelId="{04847FF0-106C-459D-9F23-71FD1400D7DA}" type="presOf" srcId="{EBD53B41-27D3-4C80-B208-E0AF45C1FF8A}" destId="{CF112809-BEDF-40A3-9A77-9C7C1FD4DE5A}" srcOrd="0" destOrd="0" presId="urn:microsoft.com/office/officeart/2005/8/layout/hList1"/>
    <dgm:cxn modelId="{B7E4C378-B974-45DE-98C1-27F022764AA1}" type="presParOf" srcId="{71F29319-B68F-47DB-AF89-153E784707C2}" destId="{57BCC848-97F0-4327-8A4C-FCB7E924FA83}" srcOrd="0" destOrd="0" presId="urn:microsoft.com/office/officeart/2005/8/layout/hList1"/>
    <dgm:cxn modelId="{B12DB868-EA5D-40C9-AA15-90A943916015}" type="presParOf" srcId="{57BCC848-97F0-4327-8A4C-FCB7E924FA83}" destId="{B89B3CC7-7CDB-4E43-A06B-7FCE3C7843DB}" srcOrd="0" destOrd="0" presId="urn:microsoft.com/office/officeart/2005/8/layout/hList1"/>
    <dgm:cxn modelId="{31D9BCD7-AA2B-48BF-8E96-67BC6F6A265A}" type="presParOf" srcId="{57BCC848-97F0-4327-8A4C-FCB7E924FA83}" destId="{EE4C4D1C-4875-4D90-A6F7-11E519C9D9CF}" srcOrd="1" destOrd="0" presId="urn:microsoft.com/office/officeart/2005/8/layout/hList1"/>
    <dgm:cxn modelId="{9D2E970B-DFA5-4709-AFD6-F376076DA7A4}" type="presParOf" srcId="{71F29319-B68F-47DB-AF89-153E784707C2}" destId="{C6878E0E-2AB1-44CC-A694-404EC869C1B5}" srcOrd="1" destOrd="0" presId="urn:microsoft.com/office/officeart/2005/8/layout/hList1"/>
    <dgm:cxn modelId="{C4A3C73C-880E-4638-85AF-E3207B8FFB76}" type="presParOf" srcId="{71F29319-B68F-47DB-AF89-153E784707C2}" destId="{2EF699CC-92F3-48C9-B4BD-B13E82E805CD}" srcOrd="2" destOrd="0" presId="urn:microsoft.com/office/officeart/2005/8/layout/hList1"/>
    <dgm:cxn modelId="{332D1B3B-E942-4F34-84FD-A90ED0E72B4E}" type="presParOf" srcId="{2EF699CC-92F3-48C9-B4BD-B13E82E805CD}" destId="{E78135A4-869E-4658-8E1F-310121E7AC13}" srcOrd="0" destOrd="0" presId="urn:microsoft.com/office/officeart/2005/8/layout/hList1"/>
    <dgm:cxn modelId="{6F40C1AE-3A2E-4B88-A3EF-6F1F77FD2EBF}" type="presParOf" srcId="{2EF699CC-92F3-48C9-B4BD-B13E82E805CD}" destId="{F5CB9F35-BADE-42D9-85A1-F59554405627}" srcOrd="1" destOrd="0" presId="urn:microsoft.com/office/officeart/2005/8/layout/hList1"/>
    <dgm:cxn modelId="{7B67431E-6979-4184-B83A-A5933D83929E}" type="presParOf" srcId="{71F29319-B68F-47DB-AF89-153E784707C2}" destId="{6A20B230-E0DA-41B3-8B74-889E0E18682E}" srcOrd="3" destOrd="0" presId="urn:microsoft.com/office/officeart/2005/8/layout/hList1"/>
    <dgm:cxn modelId="{20F4CB1F-7512-4F48-9DAC-201554733217}" type="presParOf" srcId="{71F29319-B68F-47DB-AF89-153E784707C2}" destId="{E935A3ED-9B21-4D6D-8F33-064F407034F4}" srcOrd="4" destOrd="0" presId="urn:microsoft.com/office/officeart/2005/8/layout/hList1"/>
    <dgm:cxn modelId="{7671CB50-D4BF-481E-A144-1A8B44D61D5D}" type="presParOf" srcId="{E935A3ED-9B21-4D6D-8F33-064F407034F4}" destId="{4A2850AC-AD7C-4E9F-8B5A-DB842235DDDC}" srcOrd="0" destOrd="0" presId="urn:microsoft.com/office/officeart/2005/8/layout/hList1"/>
    <dgm:cxn modelId="{4EFF7938-55F6-40AC-BDC7-FE734FF3CCE8}" type="presParOf" srcId="{E935A3ED-9B21-4D6D-8F33-064F407034F4}" destId="{CF112809-BEDF-40A3-9A77-9C7C1FD4DE5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4F52B1B-DB3F-4D5D-A58E-1DF93B5B8258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4D62804-4EC8-4D07-BC83-4900E386E367}">
      <dgm:prSet/>
      <dgm:spPr/>
      <dgm:t>
        <a:bodyPr/>
        <a:lstStyle/>
        <a:p>
          <a:r>
            <a:rPr lang="en-US"/>
            <a:t>If the target function</a:t>
          </a:r>
        </a:p>
      </dgm:t>
    </dgm:pt>
    <dgm:pt modelId="{3910C625-8889-4811-9C05-81C4B82F37BD}" type="parTrans" cxnId="{EA2AEB6A-C5D9-4EB3-8845-DCBDA6CC1F23}">
      <dgm:prSet/>
      <dgm:spPr/>
      <dgm:t>
        <a:bodyPr/>
        <a:lstStyle/>
        <a:p>
          <a:endParaRPr lang="en-US"/>
        </a:p>
      </dgm:t>
    </dgm:pt>
    <dgm:pt modelId="{7438EAE5-22B8-4B50-AFA5-F3DFAA7E2E4E}" type="sibTrans" cxnId="{EA2AEB6A-C5D9-4EB3-8845-DCBDA6CC1F23}">
      <dgm:prSet/>
      <dgm:spPr/>
      <dgm:t>
        <a:bodyPr/>
        <a:lstStyle/>
        <a:p>
          <a:endParaRPr lang="en-US"/>
        </a:p>
      </dgm:t>
    </dgm:pt>
    <dgm:pt modelId="{4BCF6E6B-545E-44FB-9DE5-178F8596EEA6}">
      <dgm:prSet/>
      <dgm:spPr/>
      <dgm:t>
        <a:bodyPr/>
        <a:lstStyle/>
        <a:p>
          <a:r>
            <a:rPr lang="en-US"/>
            <a:t>to run in the new thread takes arguments,</a:t>
          </a:r>
        </a:p>
      </dgm:t>
    </dgm:pt>
    <dgm:pt modelId="{013A1AA2-3C34-4B3D-9A6C-B7353EEF7F8B}" type="parTrans" cxnId="{6C3D4873-D295-4CCF-AEA5-92084702B8F4}">
      <dgm:prSet/>
      <dgm:spPr/>
      <dgm:t>
        <a:bodyPr/>
        <a:lstStyle/>
        <a:p>
          <a:endParaRPr lang="en-US"/>
        </a:p>
      </dgm:t>
    </dgm:pt>
    <dgm:pt modelId="{3F51DE4E-916D-4EE1-BA5D-316F7A3E10C0}" type="sibTrans" cxnId="{6C3D4873-D295-4CCF-AEA5-92084702B8F4}">
      <dgm:prSet/>
      <dgm:spPr/>
      <dgm:t>
        <a:bodyPr/>
        <a:lstStyle/>
        <a:p>
          <a:endParaRPr lang="en-US"/>
        </a:p>
      </dgm:t>
    </dgm:pt>
    <dgm:pt modelId="{A843C825-A55F-45F5-B339-B5AAE4691CC9}">
      <dgm:prSet/>
      <dgm:spPr/>
      <dgm:t>
        <a:bodyPr/>
        <a:lstStyle/>
        <a:p>
          <a:r>
            <a:rPr lang="en-US"/>
            <a:t>pass the target function’s arguments </a:t>
          </a:r>
        </a:p>
      </dgm:t>
    </dgm:pt>
    <dgm:pt modelId="{B8C7147F-868C-4DDB-B22C-6218890D02ED}" type="parTrans" cxnId="{32FA0D45-C58D-492D-9DB2-846E2DC5DC5A}">
      <dgm:prSet/>
      <dgm:spPr/>
      <dgm:t>
        <a:bodyPr/>
        <a:lstStyle/>
        <a:p>
          <a:endParaRPr lang="en-US"/>
        </a:p>
      </dgm:t>
    </dgm:pt>
    <dgm:pt modelId="{5302BA67-2ED7-4844-A010-2A93987D08C4}" type="sibTrans" cxnId="{32FA0D45-C58D-492D-9DB2-846E2DC5DC5A}">
      <dgm:prSet/>
      <dgm:spPr/>
      <dgm:t>
        <a:bodyPr/>
        <a:lstStyle/>
        <a:p>
          <a:endParaRPr lang="en-US"/>
        </a:p>
      </dgm:t>
    </dgm:pt>
    <dgm:pt modelId="{FC477464-B6C4-408A-9DF4-161064E52EAD}">
      <dgm:prSet/>
      <dgm:spPr/>
      <dgm:t>
        <a:bodyPr/>
        <a:lstStyle/>
        <a:p>
          <a:r>
            <a:rPr lang="en-US" dirty="0"/>
            <a:t>to </a:t>
          </a:r>
          <a:r>
            <a:rPr lang="en-US" i="1" dirty="0" err="1"/>
            <a:t>threading.Thread</a:t>
          </a:r>
          <a:r>
            <a:rPr lang="en-US" i="1" dirty="0"/>
            <a:t>()</a:t>
          </a:r>
        </a:p>
      </dgm:t>
    </dgm:pt>
    <dgm:pt modelId="{03E4D9F5-BF30-4DCB-9B76-F1D443972035}" type="parTrans" cxnId="{003C6A7F-40BF-464B-8C4C-ED50420C2452}">
      <dgm:prSet/>
      <dgm:spPr/>
      <dgm:t>
        <a:bodyPr/>
        <a:lstStyle/>
        <a:p>
          <a:endParaRPr lang="en-US"/>
        </a:p>
      </dgm:t>
    </dgm:pt>
    <dgm:pt modelId="{9A2C2C71-0BE0-45AA-A669-037C88D08980}" type="sibTrans" cxnId="{003C6A7F-40BF-464B-8C4C-ED50420C2452}">
      <dgm:prSet/>
      <dgm:spPr/>
      <dgm:t>
        <a:bodyPr/>
        <a:lstStyle/>
        <a:p>
          <a:endParaRPr lang="en-US"/>
        </a:p>
      </dgm:t>
    </dgm:pt>
    <dgm:pt modelId="{C8E336BF-296E-4223-9601-A04EC69D6BDE}">
      <dgm:prSet/>
      <dgm:spPr/>
      <dgm:t>
        <a:bodyPr/>
        <a:lstStyle/>
        <a:p>
          <a:r>
            <a:rPr lang="en-US" dirty="0"/>
            <a:t>as a list</a:t>
          </a:r>
        </a:p>
      </dgm:t>
    </dgm:pt>
    <dgm:pt modelId="{DD1C1CDC-4C3C-4395-80C1-5A5944F5ABC0}" type="parTrans" cxnId="{FFAD4CBE-BE59-41BA-9398-C2D4913EF938}">
      <dgm:prSet/>
      <dgm:spPr/>
      <dgm:t>
        <a:bodyPr/>
        <a:lstStyle/>
        <a:p>
          <a:endParaRPr lang="en-US"/>
        </a:p>
      </dgm:t>
    </dgm:pt>
    <dgm:pt modelId="{25BBE4B7-7C8C-4AD1-AA9E-FDB3466346E0}" type="sibTrans" cxnId="{FFAD4CBE-BE59-41BA-9398-C2D4913EF938}">
      <dgm:prSet/>
      <dgm:spPr/>
      <dgm:t>
        <a:bodyPr/>
        <a:lstStyle/>
        <a:p>
          <a:endParaRPr lang="en-US"/>
        </a:p>
      </dgm:t>
    </dgm:pt>
    <dgm:pt modelId="{120D271A-9223-47C9-BF17-E5364128BFCF}">
      <dgm:prSet/>
      <dgm:spPr/>
      <dgm:t>
        <a:bodyPr/>
        <a:lstStyle/>
        <a:p>
          <a:r>
            <a:rPr lang="en-US" dirty="0"/>
            <a:t>in </a:t>
          </a:r>
          <a:r>
            <a:rPr lang="en-US" i="1" dirty="0" err="1"/>
            <a:t>threading.Thread</a:t>
          </a:r>
          <a:r>
            <a:rPr lang="en-US" i="1" dirty="0"/>
            <a:t>()</a:t>
          </a:r>
          <a:r>
            <a:rPr lang="en-US" dirty="0"/>
            <a:t>. </a:t>
          </a:r>
        </a:p>
      </dgm:t>
    </dgm:pt>
    <dgm:pt modelId="{B9A9F9B8-D416-4646-BE7F-DA58FABC820B}" type="parTrans" cxnId="{7EC9F5E8-F9A2-4630-A217-2E805F57436B}">
      <dgm:prSet/>
      <dgm:spPr/>
      <dgm:t>
        <a:bodyPr/>
        <a:lstStyle/>
        <a:p>
          <a:endParaRPr lang="en-US"/>
        </a:p>
      </dgm:t>
    </dgm:pt>
    <dgm:pt modelId="{53EE5A28-5E4A-49C7-8624-B17B7F17F634}" type="sibTrans" cxnId="{7EC9F5E8-F9A2-4630-A217-2E805F57436B}">
      <dgm:prSet/>
      <dgm:spPr/>
      <dgm:t>
        <a:bodyPr/>
        <a:lstStyle/>
        <a:p>
          <a:endParaRPr lang="en-US"/>
        </a:p>
      </dgm:t>
    </dgm:pt>
    <dgm:pt modelId="{9DD3AC17-E44A-48CF-9520-2DB453A81FF0}">
      <dgm:prSet/>
      <dgm:spPr/>
      <dgm:t>
        <a:bodyPr/>
        <a:lstStyle/>
        <a:p>
          <a:r>
            <a:rPr lang="en-US"/>
            <a:t>The keyword</a:t>
          </a:r>
          <a:r>
            <a:rPr lang="tr-TR"/>
            <a:t> </a:t>
          </a:r>
          <a:r>
            <a:rPr lang="en-US"/>
            <a:t>argument</a:t>
          </a:r>
        </a:p>
      </dgm:t>
    </dgm:pt>
    <dgm:pt modelId="{FCC2239D-5F4C-4BA4-B94A-C6B3E6D94B56}" type="parTrans" cxnId="{3D965123-B3F0-49E1-A652-D5E2088BE4EF}">
      <dgm:prSet/>
      <dgm:spPr/>
      <dgm:t>
        <a:bodyPr/>
        <a:lstStyle/>
        <a:p>
          <a:endParaRPr lang="en-US"/>
        </a:p>
      </dgm:t>
    </dgm:pt>
    <dgm:pt modelId="{DE9B111C-C647-4428-A8CF-98E2A209C9FA}" type="sibTrans" cxnId="{3D965123-B3F0-49E1-A652-D5E2088BE4EF}">
      <dgm:prSet/>
      <dgm:spPr/>
      <dgm:t>
        <a:bodyPr/>
        <a:lstStyle/>
        <a:p>
          <a:endParaRPr lang="en-US"/>
        </a:p>
      </dgm:t>
    </dgm:pt>
    <dgm:pt modelId="{5CC21F8E-BEE2-4994-B53D-0EAE9B910A53}">
      <dgm:prSet/>
      <dgm:spPr/>
      <dgm:t>
        <a:bodyPr/>
        <a:lstStyle/>
        <a:p>
          <a:r>
            <a:rPr lang="en-US"/>
            <a:t>can be specified as a dictionary</a:t>
          </a:r>
        </a:p>
      </dgm:t>
    </dgm:pt>
    <dgm:pt modelId="{AF8E5ECF-5D63-4A44-AD0E-60F8BAD8B830}" type="parTrans" cxnId="{3941B3C8-21F7-4F7E-8A64-F3C098AD152F}">
      <dgm:prSet/>
      <dgm:spPr/>
      <dgm:t>
        <a:bodyPr/>
        <a:lstStyle/>
        <a:p>
          <a:endParaRPr lang="en-US"/>
        </a:p>
      </dgm:t>
    </dgm:pt>
    <dgm:pt modelId="{BC4655C6-F695-41AE-B6AA-1A38AA5594F5}" type="sibTrans" cxnId="{3941B3C8-21F7-4F7E-8A64-F3C098AD152F}">
      <dgm:prSet/>
      <dgm:spPr/>
      <dgm:t>
        <a:bodyPr/>
        <a:lstStyle/>
        <a:p>
          <a:endParaRPr lang="en-US"/>
        </a:p>
      </dgm:t>
    </dgm:pt>
    <dgm:pt modelId="{4802224A-5396-4D3D-A77D-E93F4A7091BE}">
      <dgm:prSet/>
      <dgm:spPr/>
      <dgm:t>
        <a:bodyPr/>
        <a:lstStyle/>
        <a:p>
          <a:r>
            <a:rPr lang="en-US"/>
            <a:t>to the kwargs keyword argument</a:t>
          </a:r>
        </a:p>
      </dgm:t>
    </dgm:pt>
    <dgm:pt modelId="{3FDA8E0E-22B7-4B5A-A1AD-2BD5B94EC4C3}" type="parTrans" cxnId="{51ADD9B3-2967-4CBA-B850-3CCB04B6FB64}">
      <dgm:prSet/>
      <dgm:spPr/>
      <dgm:t>
        <a:bodyPr/>
        <a:lstStyle/>
        <a:p>
          <a:endParaRPr lang="en-US"/>
        </a:p>
      </dgm:t>
    </dgm:pt>
    <dgm:pt modelId="{04B4551F-FD4F-419D-AA20-9CC307C0F694}" type="sibTrans" cxnId="{51ADD9B3-2967-4CBA-B850-3CCB04B6FB64}">
      <dgm:prSet/>
      <dgm:spPr/>
      <dgm:t>
        <a:bodyPr/>
        <a:lstStyle/>
        <a:p>
          <a:endParaRPr lang="en-US"/>
        </a:p>
      </dgm:t>
    </dgm:pt>
    <dgm:pt modelId="{DDF1FA5E-82A5-4846-869B-E78A19E85972}">
      <dgm:prSet/>
      <dgm:spPr/>
      <dgm:t>
        <a:bodyPr/>
        <a:lstStyle/>
        <a:p>
          <a:r>
            <a:rPr lang="en-US" dirty="0"/>
            <a:t>in </a:t>
          </a:r>
          <a:r>
            <a:rPr lang="en-US" i="1" dirty="0" err="1"/>
            <a:t>threading.Thread</a:t>
          </a:r>
          <a:r>
            <a:rPr lang="en-US" i="1" dirty="0"/>
            <a:t>()</a:t>
          </a:r>
          <a:r>
            <a:rPr lang="en-US" dirty="0"/>
            <a:t>.</a:t>
          </a:r>
        </a:p>
      </dgm:t>
    </dgm:pt>
    <dgm:pt modelId="{E9A18C5F-3873-4DE8-A463-E5EBDF1DBC78}" type="parTrans" cxnId="{B27E6332-347D-4E5C-8D8A-56BB153C3665}">
      <dgm:prSet/>
      <dgm:spPr/>
      <dgm:t>
        <a:bodyPr/>
        <a:lstStyle/>
        <a:p>
          <a:endParaRPr lang="en-US"/>
        </a:p>
      </dgm:t>
    </dgm:pt>
    <dgm:pt modelId="{EA292014-6F54-4CF2-88F2-DD2335CCC5A2}" type="sibTrans" cxnId="{B27E6332-347D-4E5C-8D8A-56BB153C3665}">
      <dgm:prSet/>
      <dgm:spPr/>
      <dgm:t>
        <a:bodyPr/>
        <a:lstStyle/>
        <a:p>
          <a:endParaRPr lang="en-US"/>
        </a:p>
      </dgm:t>
    </dgm:pt>
    <dgm:pt modelId="{668D8660-730A-4A30-B0B6-6994CDD7EFEE}">
      <dgm:prSet/>
      <dgm:spPr/>
      <dgm:t>
        <a:bodyPr/>
        <a:lstStyle/>
        <a:p>
          <a:r>
            <a:rPr lang="en-US" dirty="0"/>
            <a:t>to the </a:t>
          </a:r>
          <a:r>
            <a:rPr lang="en-US" b="1" dirty="0" err="1"/>
            <a:t>args</a:t>
          </a:r>
          <a:r>
            <a:rPr lang="en-US" dirty="0"/>
            <a:t> keyword argument</a:t>
          </a:r>
        </a:p>
      </dgm:t>
    </dgm:pt>
    <dgm:pt modelId="{9E8D432D-9CBB-4582-8223-4F6506A2A5B3}" type="parTrans" cxnId="{17CD39AB-56EA-4204-BEE5-DA9E29739E8F}">
      <dgm:prSet/>
      <dgm:spPr/>
      <dgm:t>
        <a:bodyPr/>
        <a:lstStyle/>
        <a:p>
          <a:endParaRPr lang="en-US"/>
        </a:p>
      </dgm:t>
    </dgm:pt>
    <dgm:pt modelId="{60332D5B-3DAD-4CF9-ACA2-8C036784DA9C}" type="sibTrans" cxnId="{17CD39AB-56EA-4204-BEE5-DA9E29739E8F}">
      <dgm:prSet/>
      <dgm:spPr/>
      <dgm:t>
        <a:bodyPr/>
        <a:lstStyle/>
        <a:p>
          <a:endParaRPr lang="en-US"/>
        </a:p>
      </dgm:t>
    </dgm:pt>
    <dgm:pt modelId="{2F41F8F5-3E6E-42BE-8392-BB237A9234C0}" type="pres">
      <dgm:prSet presAssocID="{E4F52B1B-DB3F-4D5D-A58E-1DF93B5B8258}" presName="Name0" presStyleCnt="0">
        <dgm:presLayoutVars>
          <dgm:dir/>
          <dgm:animLvl val="lvl"/>
          <dgm:resizeHandles val="exact"/>
        </dgm:presLayoutVars>
      </dgm:prSet>
      <dgm:spPr/>
    </dgm:pt>
    <dgm:pt modelId="{79B7A1E9-3C83-473C-998C-0BFBC7A5275E}" type="pres">
      <dgm:prSet presAssocID="{74D62804-4EC8-4D07-BC83-4900E386E367}" presName="composite" presStyleCnt="0"/>
      <dgm:spPr/>
    </dgm:pt>
    <dgm:pt modelId="{D36E1621-4518-4712-B7F7-2F5C76A4C70A}" type="pres">
      <dgm:prSet presAssocID="{74D62804-4EC8-4D07-BC83-4900E386E36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BEACC94-EF51-4BB6-923A-BF697788058C}" type="pres">
      <dgm:prSet presAssocID="{74D62804-4EC8-4D07-BC83-4900E386E367}" presName="desTx" presStyleLbl="alignAccFollowNode1" presStyleIdx="0" presStyleCnt="3">
        <dgm:presLayoutVars>
          <dgm:bulletEnabled val="1"/>
        </dgm:presLayoutVars>
      </dgm:prSet>
      <dgm:spPr/>
    </dgm:pt>
    <dgm:pt modelId="{30999179-4387-4322-BA8D-D04B1BA3400E}" type="pres">
      <dgm:prSet presAssocID="{7438EAE5-22B8-4B50-AFA5-F3DFAA7E2E4E}" presName="space" presStyleCnt="0"/>
      <dgm:spPr/>
    </dgm:pt>
    <dgm:pt modelId="{EBD2A630-65AC-42D8-9875-3AA8CBAE9B12}" type="pres">
      <dgm:prSet presAssocID="{C8E336BF-296E-4223-9601-A04EC69D6BDE}" presName="composite" presStyleCnt="0"/>
      <dgm:spPr/>
    </dgm:pt>
    <dgm:pt modelId="{C41734BF-8FFE-44F4-A88E-3C0A6E954D9B}" type="pres">
      <dgm:prSet presAssocID="{C8E336BF-296E-4223-9601-A04EC69D6BD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D8DF4F3-434E-46C8-8AE9-C5A30B85404A}" type="pres">
      <dgm:prSet presAssocID="{C8E336BF-296E-4223-9601-A04EC69D6BDE}" presName="desTx" presStyleLbl="alignAccFollowNode1" presStyleIdx="1" presStyleCnt="3">
        <dgm:presLayoutVars>
          <dgm:bulletEnabled val="1"/>
        </dgm:presLayoutVars>
      </dgm:prSet>
      <dgm:spPr/>
    </dgm:pt>
    <dgm:pt modelId="{2C72D755-4CDF-4401-B37A-6BFCC6A6D2D1}" type="pres">
      <dgm:prSet presAssocID="{25BBE4B7-7C8C-4AD1-AA9E-FDB3466346E0}" presName="space" presStyleCnt="0"/>
      <dgm:spPr/>
    </dgm:pt>
    <dgm:pt modelId="{C1E09125-2BE4-4C2A-8D2B-78ED69CED48B}" type="pres">
      <dgm:prSet presAssocID="{9DD3AC17-E44A-48CF-9520-2DB453A81FF0}" presName="composite" presStyleCnt="0"/>
      <dgm:spPr/>
    </dgm:pt>
    <dgm:pt modelId="{58BDC84C-9152-4BE8-9C31-32B5E903E951}" type="pres">
      <dgm:prSet presAssocID="{9DD3AC17-E44A-48CF-9520-2DB453A81FF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7E9EC18-5F26-4236-95D5-9E84385A6BD3}" type="pres">
      <dgm:prSet presAssocID="{9DD3AC17-E44A-48CF-9520-2DB453A81FF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865B60F-0FA9-4331-A9F5-F90E34A60927}" type="presOf" srcId="{668D8660-730A-4A30-B0B6-6994CDD7EFEE}" destId="{5D8DF4F3-434E-46C8-8AE9-C5A30B85404A}" srcOrd="0" destOrd="0" presId="urn:microsoft.com/office/officeart/2005/8/layout/hList1"/>
    <dgm:cxn modelId="{4F249116-8137-4224-A002-B702DAE2638C}" type="presOf" srcId="{120D271A-9223-47C9-BF17-E5364128BFCF}" destId="{5D8DF4F3-434E-46C8-8AE9-C5A30B85404A}" srcOrd="0" destOrd="1" presId="urn:microsoft.com/office/officeart/2005/8/layout/hList1"/>
    <dgm:cxn modelId="{3D965123-B3F0-49E1-A652-D5E2088BE4EF}" srcId="{E4F52B1B-DB3F-4D5D-A58E-1DF93B5B8258}" destId="{9DD3AC17-E44A-48CF-9520-2DB453A81FF0}" srcOrd="2" destOrd="0" parTransId="{FCC2239D-5F4C-4BA4-B94A-C6B3E6D94B56}" sibTransId="{DE9B111C-C647-4428-A8CF-98E2A209C9FA}"/>
    <dgm:cxn modelId="{B27E6332-347D-4E5C-8D8A-56BB153C3665}" srcId="{9DD3AC17-E44A-48CF-9520-2DB453A81FF0}" destId="{DDF1FA5E-82A5-4846-869B-E78A19E85972}" srcOrd="2" destOrd="0" parTransId="{E9A18C5F-3873-4DE8-A463-E5EBDF1DBC78}" sibTransId="{EA292014-6F54-4CF2-88F2-DD2335CCC5A2}"/>
    <dgm:cxn modelId="{BC286B3C-80C9-4E5C-901F-0406F5B4F060}" type="presOf" srcId="{5CC21F8E-BEE2-4994-B53D-0EAE9B910A53}" destId="{D7E9EC18-5F26-4236-95D5-9E84385A6BD3}" srcOrd="0" destOrd="0" presId="urn:microsoft.com/office/officeart/2005/8/layout/hList1"/>
    <dgm:cxn modelId="{BF6BD063-021A-48FF-9F15-8F9BE16E0025}" type="presOf" srcId="{A843C825-A55F-45F5-B339-B5AAE4691CC9}" destId="{5BEACC94-EF51-4BB6-923A-BF697788058C}" srcOrd="0" destOrd="1" presId="urn:microsoft.com/office/officeart/2005/8/layout/hList1"/>
    <dgm:cxn modelId="{32FA0D45-C58D-492D-9DB2-846E2DC5DC5A}" srcId="{74D62804-4EC8-4D07-BC83-4900E386E367}" destId="{A843C825-A55F-45F5-B339-B5AAE4691CC9}" srcOrd="1" destOrd="0" parTransId="{B8C7147F-868C-4DDB-B22C-6218890D02ED}" sibTransId="{5302BA67-2ED7-4844-A010-2A93987D08C4}"/>
    <dgm:cxn modelId="{EA2AEB6A-C5D9-4EB3-8845-DCBDA6CC1F23}" srcId="{E4F52B1B-DB3F-4D5D-A58E-1DF93B5B8258}" destId="{74D62804-4EC8-4D07-BC83-4900E386E367}" srcOrd="0" destOrd="0" parTransId="{3910C625-8889-4811-9C05-81C4B82F37BD}" sibTransId="{7438EAE5-22B8-4B50-AFA5-F3DFAA7E2E4E}"/>
    <dgm:cxn modelId="{0AD4E94C-61FF-46A0-B160-AF6DF3926604}" type="presOf" srcId="{74D62804-4EC8-4D07-BC83-4900E386E367}" destId="{D36E1621-4518-4712-B7F7-2F5C76A4C70A}" srcOrd="0" destOrd="0" presId="urn:microsoft.com/office/officeart/2005/8/layout/hList1"/>
    <dgm:cxn modelId="{24BEBB6E-8D3D-4588-BA6A-EDEE88E4B375}" type="presOf" srcId="{DDF1FA5E-82A5-4846-869B-E78A19E85972}" destId="{D7E9EC18-5F26-4236-95D5-9E84385A6BD3}" srcOrd="0" destOrd="2" presId="urn:microsoft.com/office/officeart/2005/8/layout/hList1"/>
    <dgm:cxn modelId="{6C3D4873-D295-4CCF-AEA5-92084702B8F4}" srcId="{74D62804-4EC8-4D07-BC83-4900E386E367}" destId="{4BCF6E6B-545E-44FB-9DE5-178F8596EEA6}" srcOrd="0" destOrd="0" parTransId="{013A1AA2-3C34-4B3D-9A6C-B7353EEF7F8B}" sibTransId="{3F51DE4E-916D-4EE1-BA5D-316F7A3E10C0}"/>
    <dgm:cxn modelId="{F7923977-BA45-46BC-AB01-81127000E2F7}" type="presOf" srcId="{E4F52B1B-DB3F-4D5D-A58E-1DF93B5B8258}" destId="{2F41F8F5-3E6E-42BE-8392-BB237A9234C0}" srcOrd="0" destOrd="0" presId="urn:microsoft.com/office/officeart/2005/8/layout/hList1"/>
    <dgm:cxn modelId="{003C6A7F-40BF-464B-8C4C-ED50420C2452}" srcId="{74D62804-4EC8-4D07-BC83-4900E386E367}" destId="{FC477464-B6C4-408A-9DF4-161064E52EAD}" srcOrd="2" destOrd="0" parTransId="{03E4D9F5-BF30-4DCB-9B76-F1D443972035}" sibTransId="{9A2C2C71-0BE0-45AA-A669-037C88D08980}"/>
    <dgm:cxn modelId="{E9E8EF8A-0219-4145-A82E-A0BD509FD331}" type="presOf" srcId="{FC477464-B6C4-408A-9DF4-161064E52EAD}" destId="{5BEACC94-EF51-4BB6-923A-BF697788058C}" srcOrd="0" destOrd="2" presId="urn:microsoft.com/office/officeart/2005/8/layout/hList1"/>
    <dgm:cxn modelId="{889A0290-0CE2-45F6-A791-219BEDA8CAD4}" type="presOf" srcId="{4BCF6E6B-545E-44FB-9DE5-178F8596EEA6}" destId="{5BEACC94-EF51-4BB6-923A-BF697788058C}" srcOrd="0" destOrd="0" presId="urn:microsoft.com/office/officeart/2005/8/layout/hList1"/>
    <dgm:cxn modelId="{17CD39AB-56EA-4204-BEE5-DA9E29739E8F}" srcId="{C8E336BF-296E-4223-9601-A04EC69D6BDE}" destId="{668D8660-730A-4A30-B0B6-6994CDD7EFEE}" srcOrd="0" destOrd="0" parTransId="{9E8D432D-9CBB-4582-8223-4F6506A2A5B3}" sibTransId="{60332D5B-3DAD-4CF9-ACA2-8C036784DA9C}"/>
    <dgm:cxn modelId="{ECC0B7B3-AC59-41B0-839D-E2399AEE601F}" type="presOf" srcId="{C8E336BF-296E-4223-9601-A04EC69D6BDE}" destId="{C41734BF-8FFE-44F4-A88E-3C0A6E954D9B}" srcOrd="0" destOrd="0" presId="urn:microsoft.com/office/officeart/2005/8/layout/hList1"/>
    <dgm:cxn modelId="{51ADD9B3-2967-4CBA-B850-3CCB04B6FB64}" srcId="{9DD3AC17-E44A-48CF-9520-2DB453A81FF0}" destId="{4802224A-5396-4D3D-A77D-E93F4A7091BE}" srcOrd="1" destOrd="0" parTransId="{3FDA8E0E-22B7-4B5A-A1AD-2BD5B94EC4C3}" sibTransId="{04B4551F-FD4F-419D-AA20-9CC307C0F694}"/>
    <dgm:cxn modelId="{FFAD4CBE-BE59-41BA-9398-C2D4913EF938}" srcId="{E4F52B1B-DB3F-4D5D-A58E-1DF93B5B8258}" destId="{C8E336BF-296E-4223-9601-A04EC69D6BDE}" srcOrd="1" destOrd="0" parTransId="{DD1C1CDC-4C3C-4395-80C1-5A5944F5ABC0}" sibTransId="{25BBE4B7-7C8C-4AD1-AA9E-FDB3466346E0}"/>
    <dgm:cxn modelId="{3941B3C8-21F7-4F7E-8A64-F3C098AD152F}" srcId="{9DD3AC17-E44A-48CF-9520-2DB453A81FF0}" destId="{5CC21F8E-BEE2-4994-B53D-0EAE9B910A53}" srcOrd="0" destOrd="0" parTransId="{AF8E5ECF-5D63-4A44-AD0E-60F8BAD8B830}" sibTransId="{BC4655C6-F695-41AE-B6AA-1A38AA5594F5}"/>
    <dgm:cxn modelId="{C336A9CF-BEF3-4050-A639-1880C3DF4DB7}" type="presOf" srcId="{4802224A-5396-4D3D-A77D-E93F4A7091BE}" destId="{D7E9EC18-5F26-4236-95D5-9E84385A6BD3}" srcOrd="0" destOrd="1" presId="urn:microsoft.com/office/officeart/2005/8/layout/hList1"/>
    <dgm:cxn modelId="{E1B5EBE3-6CD2-49A7-B2C9-A2524D883F09}" type="presOf" srcId="{9DD3AC17-E44A-48CF-9520-2DB453A81FF0}" destId="{58BDC84C-9152-4BE8-9C31-32B5E903E951}" srcOrd="0" destOrd="0" presId="urn:microsoft.com/office/officeart/2005/8/layout/hList1"/>
    <dgm:cxn modelId="{7EC9F5E8-F9A2-4630-A217-2E805F57436B}" srcId="{C8E336BF-296E-4223-9601-A04EC69D6BDE}" destId="{120D271A-9223-47C9-BF17-E5364128BFCF}" srcOrd="1" destOrd="0" parTransId="{B9A9F9B8-D416-4646-BE7F-DA58FABC820B}" sibTransId="{53EE5A28-5E4A-49C7-8624-B17B7F17F634}"/>
    <dgm:cxn modelId="{C245A4BA-9C1C-4EAE-807A-7BC94157736A}" type="presParOf" srcId="{2F41F8F5-3E6E-42BE-8392-BB237A9234C0}" destId="{79B7A1E9-3C83-473C-998C-0BFBC7A5275E}" srcOrd="0" destOrd="0" presId="urn:microsoft.com/office/officeart/2005/8/layout/hList1"/>
    <dgm:cxn modelId="{38982621-1465-4F99-836B-0D7E2E50E3FE}" type="presParOf" srcId="{79B7A1E9-3C83-473C-998C-0BFBC7A5275E}" destId="{D36E1621-4518-4712-B7F7-2F5C76A4C70A}" srcOrd="0" destOrd="0" presId="urn:microsoft.com/office/officeart/2005/8/layout/hList1"/>
    <dgm:cxn modelId="{202C71FA-A59B-406D-A12D-1D8599104B99}" type="presParOf" srcId="{79B7A1E9-3C83-473C-998C-0BFBC7A5275E}" destId="{5BEACC94-EF51-4BB6-923A-BF697788058C}" srcOrd="1" destOrd="0" presId="urn:microsoft.com/office/officeart/2005/8/layout/hList1"/>
    <dgm:cxn modelId="{A1816A62-4BFC-4DD8-9441-78BF5FF97A75}" type="presParOf" srcId="{2F41F8F5-3E6E-42BE-8392-BB237A9234C0}" destId="{30999179-4387-4322-BA8D-D04B1BA3400E}" srcOrd="1" destOrd="0" presId="urn:microsoft.com/office/officeart/2005/8/layout/hList1"/>
    <dgm:cxn modelId="{BDCB077D-BF40-4138-B006-168B5E63216D}" type="presParOf" srcId="{2F41F8F5-3E6E-42BE-8392-BB237A9234C0}" destId="{EBD2A630-65AC-42D8-9875-3AA8CBAE9B12}" srcOrd="2" destOrd="0" presId="urn:microsoft.com/office/officeart/2005/8/layout/hList1"/>
    <dgm:cxn modelId="{F94207CB-CC67-41EB-8185-049D982A6194}" type="presParOf" srcId="{EBD2A630-65AC-42D8-9875-3AA8CBAE9B12}" destId="{C41734BF-8FFE-44F4-A88E-3C0A6E954D9B}" srcOrd="0" destOrd="0" presId="urn:microsoft.com/office/officeart/2005/8/layout/hList1"/>
    <dgm:cxn modelId="{E6C95BEE-C0BD-4CD4-B73F-2681DEC8397D}" type="presParOf" srcId="{EBD2A630-65AC-42D8-9875-3AA8CBAE9B12}" destId="{5D8DF4F3-434E-46C8-8AE9-C5A30B85404A}" srcOrd="1" destOrd="0" presId="urn:microsoft.com/office/officeart/2005/8/layout/hList1"/>
    <dgm:cxn modelId="{FFD726F6-A53C-4B7B-A2BD-F01BB4C78C9F}" type="presParOf" srcId="{2F41F8F5-3E6E-42BE-8392-BB237A9234C0}" destId="{2C72D755-4CDF-4401-B37A-6BFCC6A6D2D1}" srcOrd="3" destOrd="0" presId="urn:microsoft.com/office/officeart/2005/8/layout/hList1"/>
    <dgm:cxn modelId="{4E9ACC38-9373-49E3-820F-B05D0BEEB3CB}" type="presParOf" srcId="{2F41F8F5-3E6E-42BE-8392-BB237A9234C0}" destId="{C1E09125-2BE4-4C2A-8D2B-78ED69CED48B}" srcOrd="4" destOrd="0" presId="urn:microsoft.com/office/officeart/2005/8/layout/hList1"/>
    <dgm:cxn modelId="{6A728D68-27CD-41EB-8F2E-78B28D0A482F}" type="presParOf" srcId="{C1E09125-2BE4-4C2A-8D2B-78ED69CED48B}" destId="{58BDC84C-9152-4BE8-9C31-32B5E903E951}" srcOrd="0" destOrd="0" presId="urn:microsoft.com/office/officeart/2005/8/layout/hList1"/>
    <dgm:cxn modelId="{B4407915-CFDD-4CE7-AE40-4B52879FAAF1}" type="presParOf" srcId="{C1E09125-2BE4-4C2A-8D2B-78ED69CED48B}" destId="{D7E9EC18-5F26-4236-95D5-9E84385A6BD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459DE1D2-38F0-4135-9C28-F93BF7FA34E7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92BD264-F088-4858-A23F-E7F8585539A4}">
      <dgm:prSet/>
      <dgm:spPr/>
      <dgm:t>
        <a:bodyPr/>
        <a:lstStyle/>
        <a:p>
          <a:r>
            <a:rPr lang="en-US" dirty="0"/>
            <a:t>Create</a:t>
          </a:r>
          <a:r>
            <a:rPr lang="tr-TR" dirty="0"/>
            <a:t> </a:t>
          </a:r>
          <a:r>
            <a:rPr lang="en-US" dirty="0"/>
            <a:t>several new threads</a:t>
          </a:r>
        </a:p>
      </dgm:t>
    </dgm:pt>
    <dgm:pt modelId="{4E0ECC50-7686-4206-8E3E-2252CDE4CCF7}" type="parTrans" cxnId="{4BD6DDC3-6BF5-42A1-8BB3-15363E77B580}">
      <dgm:prSet/>
      <dgm:spPr/>
      <dgm:t>
        <a:bodyPr/>
        <a:lstStyle/>
        <a:p>
          <a:endParaRPr lang="en-US"/>
        </a:p>
      </dgm:t>
    </dgm:pt>
    <dgm:pt modelId="{3B3E0068-FCD1-474B-AD0F-D8505A7B9FD5}" type="sibTrans" cxnId="{4BD6DDC3-6BF5-42A1-8BB3-15363E77B580}">
      <dgm:prSet/>
      <dgm:spPr/>
      <dgm:t>
        <a:bodyPr/>
        <a:lstStyle/>
        <a:p>
          <a:endParaRPr lang="en-US"/>
        </a:p>
      </dgm:t>
    </dgm:pt>
    <dgm:pt modelId="{118D99A3-DED6-4A3D-943D-5684F8C73608}">
      <dgm:prSet/>
      <dgm:spPr/>
      <dgm:t>
        <a:bodyPr/>
        <a:lstStyle/>
        <a:p>
          <a:r>
            <a:rPr lang="en-US"/>
            <a:t>have them all running at the</a:t>
          </a:r>
          <a:r>
            <a:rPr lang="tr-TR"/>
            <a:t> </a:t>
          </a:r>
          <a:r>
            <a:rPr lang="en-US"/>
            <a:t>same time. </a:t>
          </a:r>
        </a:p>
      </dgm:t>
    </dgm:pt>
    <dgm:pt modelId="{F8ED2186-E493-4467-85A2-0A745566B568}" type="parTrans" cxnId="{97802C3C-9A24-473C-BFF5-32F32EA496B9}">
      <dgm:prSet/>
      <dgm:spPr/>
      <dgm:t>
        <a:bodyPr/>
        <a:lstStyle/>
        <a:p>
          <a:endParaRPr lang="en-US"/>
        </a:p>
      </dgm:t>
    </dgm:pt>
    <dgm:pt modelId="{D8B23913-563F-432F-B922-F29F7C465FFD}" type="sibTrans" cxnId="{97802C3C-9A24-473C-BFF5-32F32EA496B9}">
      <dgm:prSet/>
      <dgm:spPr/>
      <dgm:t>
        <a:bodyPr/>
        <a:lstStyle/>
        <a:p>
          <a:endParaRPr lang="en-US"/>
        </a:p>
      </dgm:t>
    </dgm:pt>
    <dgm:pt modelId="{80FF4010-C0B9-4D6E-9EDA-C4B43E8FEF70}">
      <dgm:prSet/>
      <dgm:spPr/>
      <dgm:t>
        <a:bodyPr/>
        <a:lstStyle/>
        <a:p>
          <a:r>
            <a:rPr lang="en-US"/>
            <a:t>But multiple threads</a:t>
          </a:r>
        </a:p>
      </dgm:t>
    </dgm:pt>
    <dgm:pt modelId="{5770506E-8309-4D03-B012-EA9FB6431F2B}" type="parTrans" cxnId="{14F80FB4-A2E5-46CE-8598-1ADAE64084F0}">
      <dgm:prSet/>
      <dgm:spPr/>
      <dgm:t>
        <a:bodyPr/>
        <a:lstStyle/>
        <a:p>
          <a:endParaRPr lang="en-US"/>
        </a:p>
      </dgm:t>
    </dgm:pt>
    <dgm:pt modelId="{B2900743-8400-4E7A-B9E0-10524F8C5F7E}" type="sibTrans" cxnId="{14F80FB4-A2E5-46CE-8598-1ADAE64084F0}">
      <dgm:prSet/>
      <dgm:spPr/>
      <dgm:t>
        <a:bodyPr/>
        <a:lstStyle/>
        <a:p>
          <a:endParaRPr lang="en-US"/>
        </a:p>
      </dgm:t>
    </dgm:pt>
    <dgm:pt modelId="{6539A71F-0D49-4D4F-AEF8-FD9C90873A8A}">
      <dgm:prSet/>
      <dgm:spPr/>
      <dgm:t>
        <a:bodyPr/>
        <a:lstStyle/>
        <a:p>
          <a:r>
            <a:rPr lang="en-US"/>
            <a:t>can also cause problems</a:t>
          </a:r>
        </a:p>
      </dgm:t>
    </dgm:pt>
    <dgm:pt modelId="{95560E5C-A260-4D56-B919-D5D66A4787A6}" type="parTrans" cxnId="{C5D5DA45-6781-4027-B035-CB349572AB17}">
      <dgm:prSet/>
      <dgm:spPr/>
      <dgm:t>
        <a:bodyPr/>
        <a:lstStyle/>
        <a:p>
          <a:endParaRPr lang="en-US"/>
        </a:p>
      </dgm:t>
    </dgm:pt>
    <dgm:pt modelId="{A9DB188D-0FB0-4445-A0CE-7973BA1F1645}" type="sibTrans" cxnId="{C5D5DA45-6781-4027-B035-CB349572AB17}">
      <dgm:prSet/>
      <dgm:spPr/>
      <dgm:t>
        <a:bodyPr/>
        <a:lstStyle/>
        <a:p>
          <a:endParaRPr lang="en-US"/>
        </a:p>
      </dgm:t>
    </dgm:pt>
    <dgm:pt modelId="{B6BDBF30-6276-4A57-90E4-12C14788F8EF}">
      <dgm:prSet/>
      <dgm:spPr/>
      <dgm:t>
        <a:bodyPr/>
        <a:lstStyle/>
        <a:p>
          <a:r>
            <a:rPr lang="en-US"/>
            <a:t>called </a:t>
          </a:r>
          <a:r>
            <a:rPr lang="en-US" b="1"/>
            <a:t>concurrency</a:t>
          </a:r>
          <a:r>
            <a:rPr lang="tr-TR" b="1"/>
            <a:t> </a:t>
          </a:r>
          <a:r>
            <a:rPr lang="en-US" b="1"/>
            <a:t>issues</a:t>
          </a:r>
          <a:r>
            <a:rPr lang="en-US"/>
            <a:t>. </a:t>
          </a:r>
        </a:p>
      </dgm:t>
    </dgm:pt>
    <dgm:pt modelId="{3BB8D1D7-6E16-45EB-8E12-74E671A93F84}" type="parTrans" cxnId="{97D5BFE9-25A9-45A1-8A74-DEAB6C38491D}">
      <dgm:prSet/>
      <dgm:spPr/>
      <dgm:t>
        <a:bodyPr/>
        <a:lstStyle/>
        <a:p>
          <a:endParaRPr lang="en-US"/>
        </a:p>
      </dgm:t>
    </dgm:pt>
    <dgm:pt modelId="{BBA14B41-E86E-4A33-A641-EC4F01456AF3}" type="sibTrans" cxnId="{97D5BFE9-25A9-45A1-8A74-DEAB6C38491D}">
      <dgm:prSet/>
      <dgm:spPr/>
      <dgm:t>
        <a:bodyPr/>
        <a:lstStyle/>
        <a:p>
          <a:endParaRPr lang="en-US"/>
        </a:p>
      </dgm:t>
    </dgm:pt>
    <dgm:pt modelId="{7311DDCF-04CB-4A96-8166-B15748DC18F6}">
      <dgm:prSet/>
      <dgm:spPr/>
      <dgm:t>
        <a:bodyPr/>
        <a:lstStyle/>
        <a:p>
          <a:r>
            <a:rPr lang="en-US"/>
            <a:t>These issues happen</a:t>
          </a:r>
        </a:p>
      </dgm:t>
    </dgm:pt>
    <dgm:pt modelId="{341F8E9D-A86B-4A73-A3E6-E0E0053F7D37}" type="parTrans" cxnId="{9D8AD8EE-B5A2-4633-8952-C5AE18706DDA}">
      <dgm:prSet/>
      <dgm:spPr/>
      <dgm:t>
        <a:bodyPr/>
        <a:lstStyle/>
        <a:p>
          <a:endParaRPr lang="en-US"/>
        </a:p>
      </dgm:t>
    </dgm:pt>
    <dgm:pt modelId="{E2743FD3-3988-4D2B-896B-D547B593DD55}" type="sibTrans" cxnId="{9D8AD8EE-B5A2-4633-8952-C5AE18706DDA}">
      <dgm:prSet/>
      <dgm:spPr/>
      <dgm:t>
        <a:bodyPr/>
        <a:lstStyle/>
        <a:p>
          <a:endParaRPr lang="en-US"/>
        </a:p>
      </dgm:t>
    </dgm:pt>
    <dgm:pt modelId="{A103EC8C-1638-43DB-B1F8-ADE0598E2C79}">
      <dgm:prSet/>
      <dgm:spPr/>
      <dgm:t>
        <a:bodyPr/>
        <a:lstStyle/>
        <a:p>
          <a:r>
            <a:rPr lang="en-US"/>
            <a:t>when threads read and write variables at the</a:t>
          </a:r>
          <a:r>
            <a:rPr lang="tr-TR"/>
            <a:t> </a:t>
          </a:r>
          <a:r>
            <a:rPr lang="en-US"/>
            <a:t>same time</a:t>
          </a:r>
        </a:p>
      </dgm:t>
    </dgm:pt>
    <dgm:pt modelId="{15F2C578-FE99-4023-8FD0-7F08D4BD8119}" type="parTrans" cxnId="{4BFEB8F7-F989-4C43-9C92-ED83B15621DD}">
      <dgm:prSet/>
      <dgm:spPr/>
      <dgm:t>
        <a:bodyPr/>
        <a:lstStyle/>
        <a:p>
          <a:endParaRPr lang="en-US"/>
        </a:p>
      </dgm:t>
    </dgm:pt>
    <dgm:pt modelId="{0010AED8-EBFF-4D08-9520-BE7A53FEB99C}" type="sibTrans" cxnId="{4BFEB8F7-F989-4C43-9C92-ED83B15621DD}">
      <dgm:prSet/>
      <dgm:spPr/>
      <dgm:t>
        <a:bodyPr/>
        <a:lstStyle/>
        <a:p>
          <a:endParaRPr lang="en-US"/>
        </a:p>
      </dgm:t>
    </dgm:pt>
    <dgm:pt modelId="{93D526C6-9465-47A5-96DE-3BD8D50B197C}">
      <dgm:prSet/>
      <dgm:spPr/>
      <dgm:t>
        <a:bodyPr/>
        <a:lstStyle/>
        <a:p>
          <a:r>
            <a:rPr lang="en-US" dirty="0"/>
            <a:t>causing the threads to trip over each other. </a:t>
          </a:r>
        </a:p>
      </dgm:t>
    </dgm:pt>
    <dgm:pt modelId="{2BAC8B0A-DD80-4672-B353-5329E1EBC8D2}" type="parTrans" cxnId="{05AF095F-B497-45FB-A284-948FB95FF4F3}">
      <dgm:prSet/>
      <dgm:spPr/>
      <dgm:t>
        <a:bodyPr/>
        <a:lstStyle/>
        <a:p>
          <a:endParaRPr lang="en-US"/>
        </a:p>
      </dgm:t>
    </dgm:pt>
    <dgm:pt modelId="{9F005F98-896C-4215-A127-1603F396AACA}" type="sibTrans" cxnId="{05AF095F-B497-45FB-A284-948FB95FF4F3}">
      <dgm:prSet/>
      <dgm:spPr/>
      <dgm:t>
        <a:bodyPr/>
        <a:lstStyle/>
        <a:p>
          <a:endParaRPr lang="en-US"/>
        </a:p>
      </dgm:t>
    </dgm:pt>
    <dgm:pt modelId="{FFD34AA8-EF09-471E-9011-E57484238F83}">
      <dgm:prSet/>
      <dgm:spPr/>
      <dgm:t>
        <a:bodyPr/>
        <a:lstStyle/>
        <a:p>
          <a:r>
            <a:rPr lang="en-US"/>
            <a:t>Concurrency issues</a:t>
          </a:r>
          <a:r>
            <a:rPr lang="tr-TR"/>
            <a:t> </a:t>
          </a:r>
          <a:r>
            <a:rPr lang="en-US"/>
            <a:t>can be hard</a:t>
          </a:r>
        </a:p>
      </dgm:t>
    </dgm:pt>
    <dgm:pt modelId="{CE6E2085-E38E-4AB7-84CB-D6384299DEBC}" type="parTrans" cxnId="{FE0A1BD4-784F-47C0-926A-5CEAC6CE3033}">
      <dgm:prSet/>
      <dgm:spPr/>
      <dgm:t>
        <a:bodyPr/>
        <a:lstStyle/>
        <a:p>
          <a:endParaRPr lang="en-US"/>
        </a:p>
      </dgm:t>
    </dgm:pt>
    <dgm:pt modelId="{9869A88F-F076-43A3-970A-F8BC027BD641}" type="sibTrans" cxnId="{FE0A1BD4-784F-47C0-926A-5CEAC6CE3033}">
      <dgm:prSet/>
      <dgm:spPr/>
      <dgm:t>
        <a:bodyPr/>
        <a:lstStyle/>
        <a:p>
          <a:endParaRPr lang="en-US"/>
        </a:p>
      </dgm:t>
    </dgm:pt>
    <dgm:pt modelId="{B3830DA0-A849-47E7-8AD9-A92E4ABC12E4}">
      <dgm:prSet/>
      <dgm:spPr/>
      <dgm:t>
        <a:bodyPr/>
        <a:lstStyle/>
        <a:p>
          <a:r>
            <a:rPr lang="en-US"/>
            <a:t>to reproduce consistently</a:t>
          </a:r>
        </a:p>
      </dgm:t>
    </dgm:pt>
    <dgm:pt modelId="{984CFC5A-2C71-4613-916D-F612B8EA3B88}" type="parTrans" cxnId="{5915024B-C9D0-4E77-9CF6-F1C247B771D0}">
      <dgm:prSet/>
      <dgm:spPr/>
      <dgm:t>
        <a:bodyPr/>
        <a:lstStyle/>
        <a:p>
          <a:endParaRPr lang="en-US"/>
        </a:p>
      </dgm:t>
    </dgm:pt>
    <dgm:pt modelId="{C544B6B2-71EF-4406-8B7B-2E4F5167BF0B}" type="sibTrans" cxnId="{5915024B-C9D0-4E77-9CF6-F1C247B771D0}">
      <dgm:prSet/>
      <dgm:spPr/>
      <dgm:t>
        <a:bodyPr/>
        <a:lstStyle/>
        <a:p>
          <a:endParaRPr lang="en-US"/>
        </a:p>
      </dgm:t>
    </dgm:pt>
    <dgm:pt modelId="{291081B0-D0F9-4E92-8C71-3DC0C09D3E46}">
      <dgm:prSet/>
      <dgm:spPr/>
      <dgm:t>
        <a:bodyPr/>
        <a:lstStyle/>
        <a:p>
          <a:r>
            <a:rPr lang="en-US"/>
            <a:t>making them hard to debug.</a:t>
          </a:r>
        </a:p>
      </dgm:t>
    </dgm:pt>
    <dgm:pt modelId="{12D34640-A865-4E6D-9FD4-6586DDE9EAE1}" type="parTrans" cxnId="{E720CC68-7C51-4FB2-A33A-71A291F6C804}">
      <dgm:prSet/>
      <dgm:spPr/>
      <dgm:t>
        <a:bodyPr/>
        <a:lstStyle/>
        <a:p>
          <a:endParaRPr lang="en-US"/>
        </a:p>
      </dgm:t>
    </dgm:pt>
    <dgm:pt modelId="{BE9EABAD-5BB8-4FB6-BBC3-53C86B76CE54}" type="sibTrans" cxnId="{E720CC68-7C51-4FB2-A33A-71A291F6C804}">
      <dgm:prSet/>
      <dgm:spPr/>
      <dgm:t>
        <a:bodyPr/>
        <a:lstStyle/>
        <a:p>
          <a:endParaRPr lang="en-US"/>
        </a:p>
      </dgm:t>
    </dgm:pt>
    <dgm:pt modelId="{7950AA9E-77C9-4ED0-BAEA-15195E7F9FB3}" type="pres">
      <dgm:prSet presAssocID="{459DE1D2-38F0-4135-9C28-F93BF7FA34E7}" presName="Name0" presStyleCnt="0">
        <dgm:presLayoutVars>
          <dgm:dir/>
          <dgm:animLvl val="lvl"/>
          <dgm:resizeHandles val="exact"/>
        </dgm:presLayoutVars>
      </dgm:prSet>
      <dgm:spPr/>
    </dgm:pt>
    <dgm:pt modelId="{7D1555E5-4FCA-4B93-BA2A-E5DE6532582A}" type="pres">
      <dgm:prSet presAssocID="{492BD264-F088-4858-A23F-E7F8585539A4}" presName="composite" presStyleCnt="0"/>
      <dgm:spPr/>
    </dgm:pt>
    <dgm:pt modelId="{8C161DBB-CF4F-4E83-B814-2F460529874C}" type="pres">
      <dgm:prSet presAssocID="{492BD264-F088-4858-A23F-E7F8585539A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2D57E06B-A629-4320-9C7B-E671D3BC136D}" type="pres">
      <dgm:prSet presAssocID="{492BD264-F088-4858-A23F-E7F8585539A4}" presName="desTx" presStyleLbl="alignAccFollowNode1" presStyleIdx="0" presStyleCnt="4">
        <dgm:presLayoutVars>
          <dgm:bulletEnabled val="1"/>
        </dgm:presLayoutVars>
      </dgm:prSet>
      <dgm:spPr/>
    </dgm:pt>
    <dgm:pt modelId="{5E479F36-77DB-4C6E-AC0D-9764C2FB031F}" type="pres">
      <dgm:prSet presAssocID="{3B3E0068-FCD1-474B-AD0F-D8505A7B9FD5}" presName="space" presStyleCnt="0"/>
      <dgm:spPr/>
    </dgm:pt>
    <dgm:pt modelId="{EEC51088-805C-4074-9DCD-95A8A582F9B2}" type="pres">
      <dgm:prSet presAssocID="{80FF4010-C0B9-4D6E-9EDA-C4B43E8FEF70}" presName="composite" presStyleCnt="0"/>
      <dgm:spPr/>
    </dgm:pt>
    <dgm:pt modelId="{5D22C0C9-8C99-4680-B3B5-DCEBB52AD726}" type="pres">
      <dgm:prSet presAssocID="{80FF4010-C0B9-4D6E-9EDA-C4B43E8FEF7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D1575CE0-1EF8-4030-A0D9-36F136705523}" type="pres">
      <dgm:prSet presAssocID="{80FF4010-C0B9-4D6E-9EDA-C4B43E8FEF70}" presName="desTx" presStyleLbl="alignAccFollowNode1" presStyleIdx="1" presStyleCnt="4">
        <dgm:presLayoutVars>
          <dgm:bulletEnabled val="1"/>
        </dgm:presLayoutVars>
      </dgm:prSet>
      <dgm:spPr/>
    </dgm:pt>
    <dgm:pt modelId="{3110F6BC-03B9-4BA0-9212-35242C813E01}" type="pres">
      <dgm:prSet presAssocID="{B2900743-8400-4E7A-B9E0-10524F8C5F7E}" presName="space" presStyleCnt="0"/>
      <dgm:spPr/>
    </dgm:pt>
    <dgm:pt modelId="{07419690-2549-4826-8558-79E87BFA9B4E}" type="pres">
      <dgm:prSet presAssocID="{7311DDCF-04CB-4A96-8166-B15748DC18F6}" presName="composite" presStyleCnt="0"/>
      <dgm:spPr/>
    </dgm:pt>
    <dgm:pt modelId="{EF21E8AF-DBD1-4B9B-9949-C295DC279484}" type="pres">
      <dgm:prSet presAssocID="{7311DDCF-04CB-4A96-8166-B15748DC18F6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835CB749-78A7-4AF7-B746-4C96436BD6FA}" type="pres">
      <dgm:prSet presAssocID="{7311DDCF-04CB-4A96-8166-B15748DC18F6}" presName="desTx" presStyleLbl="alignAccFollowNode1" presStyleIdx="2" presStyleCnt="4">
        <dgm:presLayoutVars>
          <dgm:bulletEnabled val="1"/>
        </dgm:presLayoutVars>
      </dgm:prSet>
      <dgm:spPr/>
    </dgm:pt>
    <dgm:pt modelId="{0414044B-477A-4C1A-96D9-4B8DC44E2B0E}" type="pres">
      <dgm:prSet presAssocID="{E2743FD3-3988-4D2B-896B-D547B593DD55}" presName="space" presStyleCnt="0"/>
      <dgm:spPr/>
    </dgm:pt>
    <dgm:pt modelId="{D6271C3D-D81C-47D4-A819-1A414C14B91D}" type="pres">
      <dgm:prSet presAssocID="{FFD34AA8-EF09-471E-9011-E57484238F83}" presName="composite" presStyleCnt="0"/>
      <dgm:spPr/>
    </dgm:pt>
    <dgm:pt modelId="{DC860E6F-6158-42DA-9F43-92B616EF9F33}" type="pres">
      <dgm:prSet presAssocID="{FFD34AA8-EF09-471E-9011-E57484238F83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9B04E845-2E15-4F6E-9D31-B8FF7B4B8D65}" type="pres">
      <dgm:prSet presAssocID="{FFD34AA8-EF09-471E-9011-E57484238F83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32A61117-0F2C-4182-A6AE-71E6193049F3}" type="presOf" srcId="{B3830DA0-A849-47E7-8AD9-A92E4ABC12E4}" destId="{9B04E845-2E15-4F6E-9D31-B8FF7B4B8D65}" srcOrd="0" destOrd="0" presId="urn:microsoft.com/office/officeart/2005/8/layout/hList1"/>
    <dgm:cxn modelId="{A0E62F1A-6BBE-4E4D-9D5C-6798102A7457}" type="presOf" srcId="{FFD34AA8-EF09-471E-9011-E57484238F83}" destId="{DC860E6F-6158-42DA-9F43-92B616EF9F33}" srcOrd="0" destOrd="0" presId="urn:microsoft.com/office/officeart/2005/8/layout/hList1"/>
    <dgm:cxn modelId="{96F2DA1E-F18E-4A8F-A5B1-7D31ECDB7E71}" type="presOf" srcId="{93D526C6-9465-47A5-96DE-3BD8D50B197C}" destId="{835CB749-78A7-4AF7-B746-4C96436BD6FA}" srcOrd="0" destOrd="1" presId="urn:microsoft.com/office/officeart/2005/8/layout/hList1"/>
    <dgm:cxn modelId="{6E929420-8F00-4132-9861-5E6D307E791D}" type="presOf" srcId="{492BD264-F088-4858-A23F-E7F8585539A4}" destId="{8C161DBB-CF4F-4E83-B814-2F460529874C}" srcOrd="0" destOrd="0" presId="urn:microsoft.com/office/officeart/2005/8/layout/hList1"/>
    <dgm:cxn modelId="{97802C3C-9A24-473C-BFF5-32F32EA496B9}" srcId="{492BD264-F088-4858-A23F-E7F8585539A4}" destId="{118D99A3-DED6-4A3D-943D-5684F8C73608}" srcOrd="0" destOrd="0" parTransId="{F8ED2186-E493-4467-85A2-0A745566B568}" sibTransId="{D8B23913-563F-432F-B922-F29F7C465FFD}"/>
    <dgm:cxn modelId="{05AF095F-B497-45FB-A284-948FB95FF4F3}" srcId="{7311DDCF-04CB-4A96-8166-B15748DC18F6}" destId="{93D526C6-9465-47A5-96DE-3BD8D50B197C}" srcOrd="1" destOrd="0" parTransId="{2BAC8B0A-DD80-4672-B353-5329E1EBC8D2}" sibTransId="{9F005F98-896C-4215-A127-1603F396AACA}"/>
    <dgm:cxn modelId="{0BF7725F-BBFF-4440-A700-CAA1D58A2AF1}" type="presOf" srcId="{A103EC8C-1638-43DB-B1F8-ADE0598E2C79}" destId="{835CB749-78A7-4AF7-B746-4C96436BD6FA}" srcOrd="0" destOrd="0" presId="urn:microsoft.com/office/officeart/2005/8/layout/hList1"/>
    <dgm:cxn modelId="{C5D5DA45-6781-4027-B035-CB349572AB17}" srcId="{80FF4010-C0B9-4D6E-9EDA-C4B43E8FEF70}" destId="{6539A71F-0D49-4D4F-AEF8-FD9C90873A8A}" srcOrd="0" destOrd="0" parTransId="{95560E5C-A260-4D56-B919-D5D66A4787A6}" sibTransId="{A9DB188D-0FB0-4445-A0CE-7973BA1F1645}"/>
    <dgm:cxn modelId="{DFD54268-6967-4B50-83CB-8F0BFCD55C89}" type="presOf" srcId="{7311DDCF-04CB-4A96-8166-B15748DC18F6}" destId="{EF21E8AF-DBD1-4B9B-9949-C295DC279484}" srcOrd="0" destOrd="0" presId="urn:microsoft.com/office/officeart/2005/8/layout/hList1"/>
    <dgm:cxn modelId="{E720CC68-7C51-4FB2-A33A-71A291F6C804}" srcId="{FFD34AA8-EF09-471E-9011-E57484238F83}" destId="{291081B0-D0F9-4E92-8C71-3DC0C09D3E46}" srcOrd="1" destOrd="0" parTransId="{12D34640-A865-4E6D-9FD4-6586DDE9EAE1}" sibTransId="{BE9EABAD-5BB8-4FB6-BBC3-53C86B76CE54}"/>
    <dgm:cxn modelId="{5915024B-C9D0-4E77-9CF6-F1C247B771D0}" srcId="{FFD34AA8-EF09-471E-9011-E57484238F83}" destId="{B3830DA0-A849-47E7-8AD9-A92E4ABC12E4}" srcOrd="0" destOrd="0" parTransId="{984CFC5A-2C71-4613-916D-F612B8EA3B88}" sibTransId="{C544B6B2-71EF-4406-8B7B-2E4F5167BF0B}"/>
    <dgm:cxn modelId="{FB68834B-8505-470B-809F-509E6F514562}" type="presOf" srcId="{80FF4010-C0B9-4D6E-9EDA-C4B43E8FEF70}" destId="{5D22C0C9-8C99-4680-B3B5-DCEBB52AD726}" srcOrd="0" destOrd="0" presId="urn:microsoft.com/office/officeart/2005/8/layout/hList1"/>
    <dgm:cxn modelId="{8524914F-9352-4B6D-B4F1-44EF4CA55470}" type="presOf" srcId="{459DE1D2-38F0-4135-9C28-F93BF7FA34E7}" destId="{7950AA9E-77C9-4ED0-BAEA-15195E7F9FB3}" srcOrd="0" destOrd="0" presId="urn:microsoft.com/office/officeart/2005/8/layout/hList1"/>
    <dgm:cxn modelId="{1D838D72-AB38-49CD-8A58-0C379ED443A5}" type="presOf" srcId="{B6BDBF30-6276-4A57-90E4-12C14788F8EF}" destId="{D1575CE0-1EF8-4030-A0D9-36F136705523}" srcOrd="0" destOrd="1" presId="urn:microsoft.com/office/officeart/2005/8/layout/hList1"/>
    <dgm:cxn modelId="{330ED982-6636-4C94-B7D9-D221D092227D}" type="presOf" srcId="{118D99A3-DED6-4A3D-943D-5684F8C73608}" destId="{2D57E06B-A629-4320-9C7B-E671D3BC136D}" srcOrd="0" destOrd="0" presId="urn:microsoft.com/office/officeart/2005/8/layout/hList1"/>
    <dgm:cxn modelId="{B4599090-7988-45D6-93E9-B655602CC706}" type="presOf" srcId="{6539A71F-0D49-4D4F-AEF8-FD9C90873A8A}" destId="{D1575CE0-1EF8-4030-A0D9-36F136705523}" srcOrd="0" destOrd="0" presId="urn:microsoft.com/office/officeart/2005/8/layout/hList1"/>
    <dgm:cxn modelId="{6D86969F-4D77-4950-BA06-D71D2C436D36}" type="presOf" srcId="{291081B0-D0F9-4E92-8C71-3DC0C09D3E46}" destId="{9B04E845-2E15-4F6E-9D31-B8FF7B4B8D65}" srcOrd="0" destOrd="1" presId="urn:microsoft.com/office/officeart/2005/8/layout/hList1"/>
    <dgm:cxn modelId="{14F80FB4-A2E5-46CE-8598-1ADAE64084F0}" srcId="{459DE1D2-38F0-4135-9C28-F93BF7FA34E7}" destId="{80FF4010-C0B9-4D6E-9EDA-C4B43E8FEF70}" srcOrd="1" destOrd="0" parTransId="{5770506E-8309-4D03-B012-EA9FB6431F2B}" sibTransId="{B2900743-8400-4E7A-B9E0-10524F8C5F7E}"/>
    <dgm:cxn modelId="{4BD6DDC3-6BF5-42A1-8BB3-15363E77B580}" srcId="{459DE1D2-38F0-4135-9C28-F93BF7FA34E7}" destId="{492BD264-F088-4858-A23F-E7F8585539A4}" srcOrd="0" destOrd="0" parTransId="{4E0ECC50-7686-4206-8E3E-2252CDE4CCF7}" sibTransId="{3B3E0068-FCD1-474B-AD0F-D8505A7B9FD5}"/>
    <dgm:cxn modelId="{FE0A1BD4-784F-47C0-926A-5CEAC6CE3033}" srcId="{459DE1D2-38F0-4135-9C28-F93BF7FA34E7}" destId="{FFD34AA8-EF09-471E-9011-E57484238F83}" srcOrd="3" destOrd="0" parTransId="{CE6E2085-E38E-4AB7-84CB-D6384299DEBC}" sibTransId="{9869A88F-F076-43A3-970A-F8BC027BD641}"/>
    <dgm:cxn modelId="{97D5BFE9-25A9-45A1-8A74-DEAB6C38491D}" srcId="{80FF4010-C0B9-4D6E-9EDA-C4B43E8FEF70}" destId="{B6BDBF30-6276-4A57-90E4-12C14788F8EF}" srcOrd="1" destOrd="0" parTransId="{3BB8D1D7-6E16-45EB-8E12-74E671A93F84}" sibTransId="{BBA14B41-E86E-4A33-A641-EC4F01456AF3}"/>
    <dgm:cxn modelId="{9D8AD8EE-B5A2-4633-8952-C5AE18706DDA}" srcId="{459DE1D2-38F0-4135-9C28-F93BF7FA34E7}" destId="{7311DDCF-04CB-4A96-8166-B15748DC18F6}" srcOrd="2" destOrd="0" parTransId="{341F8E9D-A86B-4A73-A3E6-E0E0053F7D37}" sibTransId="{E2743FD3-3988-4D2B-896B-D547B593DD55}"/>
    <dgm:cxn modelId="{4BFEB8F7-F989-4C43-9C92-ED83B15621DD}" srcId="{7311DDCF-04CB-4A96-8166-B15748DC18F6}" destId="{A103EC8C-1638-43DB-B1F8-ADE0598E2C79}" srcOrd="0" destOrd="0" parTransId="{15F2C578-FE99-4023-8FD0-7F08D4BD8119}" sibTransId="{0010AED8-EBFF-4D08-9520-BE7A53FEB99C}"/>
    <dgm:cxn modelId="{D62D56A2-7BB8-498B-9FAB-CEE6411F6410}" type="presParOf" srcId="{7950AA9E-77C9-4ED0-BAEA-15195E7F9FB3}" destId="{7D1555E5-4FCA-4B93-BA2A-E5DE6532582A}" srcOrd="0" destOrd="0" presId="urn:microsoft.com/office/officeart/2005/8/layout/hList1"/>
    <dgm:cxn modelId="{B8A75337-975D-46B8-8193-E36A7D8A2DB7}" type="presParOf" srcId="{7D1555E5-4FCA-4B93-BA2A-E5DE6532582A}" destId="{8C161DBB-CF4F-4E83-B814-2F460529874C}" srcOrd="0" destOrd="0" presId="urn:microsoft.com/office/officeart/2005/8/layout/hList1"/>
    <dgm:cxn modelId="{97A7528A-5E38-47A5-958C-B31673D7245C}" type="presParOf" srcId="{7D1555E5-4FCA-4B93-BA2A-E5DE6532582A}" destId="{2D57E06B-A629-4320-9C7B-E671D3BC136D}" srcOrd="1" destOrd="0" presId="urn:microsoft.com/office/officeart/2005/8/layout/hList1"/>
    <dgm:cxn modelId="{46B996E1-8E74-45A6-A42D-9DD0EB7E408B}" type="presParOf" srcId="{7950AA9E-77C9-4ED0-BAEA-15195E7F9FB3}" destId="{5E479F36-77DB-4C6E-AC0D-9764C2FB031F}" srcOrd="1" destOrd="0" presId="urn:microsoft.com/office/officeart/2005/8/layout/hList1"/>
    <dgm:cxn modelId="{8C9F4F54-DFF8-4C49-81D2-EAF7239A45D1}" type="presParOf" srcId="{7950AA9E-77C9-4ED0-BAEA-15195E7F9FB3}" destId="{EEC51088-805C-4074-9DCD-95A8A582F9B2}" srcOrd="2" destOrd="0" presId="urn:microsoft.com/office/officeart/2005/8/layout/hList1"/>
    <dgm:cxn modelId="{27BC11CA-070E-43B4-84F4-AF0329F6AA69}" type="presParOf" srcId="{EEC51088-805C-4074-9DCD-95A8A582F9B2}" destId="{5D22C0C9-8C99-4680-B3B5-DCEBB52AD726}" srcOrd="0" destOrd="0" presId="urn:microsoft.com/office/officeart/2005/8/layout/hList1"/>
    <dgm:cxn modelId="{4A7958DC-DB00-41E5-BB58-6F2FED1EACF8}" type="presParOf" srcId="{EEC51088-805C-4074-9DCD-95A8A582F9B2}" destId="{D1575CE0-1EF8-4030-A0D9-36F136705523}" srcOrd="1" destOrd="0" presId="urn:microsoft.com/office/officeart/2005/8/layout/hList1"/>
    <dgm:cxn modelId="{2B8AAFC8-359C-491A-94CC-21BA0822ED2C}" type="presParOf" srcId="{7950AA9E-77C9-4ED0-BAEA-15195E7F9FB3}" destId="{3110F6BC-03B9-4BA0-9212-35242C813E01}" srcOrd="3" destOrd="0" presId="urn:microsoft.com/office/officeart/2005/8/layout/hList1"/>
    <dgm:cxn modelId="{9216950E-C6F1-4BFE-9C40-860E9B987261}" type="presParOf" srcId="{7950AA9E-77C9-4ED0-BAEA-15195E7F9FB3}" destId="{07419690-2549-4826-8558-79E87BFA9B4E}" srcOrd="4" destOrd="0" presId="urn:microsoft.com/office/officeart/2005/8/layout/hList1"/>
    <dgm:cxn modelId="{358CE572-0A8B-4A3D-AA58-21D4D27747C5}" type="presParOf" srcId="{07419690-2549-4826-8558-79E87BFA9B4E}" destId="{EF21E8AF-DBD1-4B9B-9949-C295DC279484}" srcOrd="0" destOrd="0" presId="urn:microsoft.com/office/officeart/2005/8/layout/hList1"/>
    <dgm:cxn modelId="{AF24A5CA-9A57-447D-A5E1-E9CEC815101F}" type="presParOf" srcId="{07419690-2549-4826-8558-79E87BFA9B4E}" destId="{835CB749-78A7-4AF7-B746-4C96436BD6FA}" srcOrd="1" destOrd="0" presId="urn:microsoft.com/office/officeart/2005/8/layout/hList1"/>
    <dgm:cxn modelId="{6078FFD4-E495-4090-A118-6DB33D7E2C48}" type="presParOf" srcId="{7950AA9E-77C9-4ED0-BAEA-15195E7F9FB3}" destId="{0414044B-477A-4C1A-96D9-4B8DC44E2B0E}" srcOrd="5" destOrd="0" presId="urn:microsoft.com/office/officeart/2005/8/layout/hList1"/>
    <dgm:cxn modelId="{3E5204F5-5887-45C9-8EC3-5A8C8A937836}" type="presParOf" srcId="{7950AA9E-77C9-4ED0-BAEA-15195E7F9FB3}" destId="{D6271C3D-D81C-47D4-A819-1A414C14B91D}" srcOrd="6" destOrd="0" presId="urn:microsoft.com/office/officeart/2005/8/layout/hList1"/>
    <dgm:cxn modelId="{DACEEBDF-A111-420F-AEB8-5EA220C37BE9}" type="presParOf" srcId="{D6271C3D-D81C-47D4-A819-1A414C14B91D}" destId="{DC860E6F-6158-42DA-9F43-92B616EF9F33}" srcOrd="0" destOrd="0" presId="urn:microsoft.com/office/officeart/2005/8/layout/hList1"/>
    <dgm:cxn modelId="{331D6596-7C59-4FA5-A8CF-239067AF879F}" type="presParOf" srcId="{D6271C3D-D81C-47D4-A819-1A414C14B91D}" destId="{9B04E845-2E15-4F6E-9D31-B8FF7B4B8D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86AC89AB-F11C-404D-8DB6-CBA4822A9913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27A405B1-3C61-4FB5-BF31-82D42F375514}">
      <dgm:prSet/>
      <dgm:spPr/>
      <dgm:t>
        <a:bodyPr/>
        <a:lstStyle/>
        <a:p>
          <a:r>
            <a:rPr lang="en-US"/>
            <a:t>To avoid concurrency</a:t>
          </a:r>
          <a:r>
            <a:rPr lang="tr-TR"/>
            <a:t> </a:t>
          </a:r>
          <a:r>
            <a:rPr lang="en-US"/>
            <a:t>issues</a:t>
          </a:r>
        </a:p>
      </dgm:t>
    </dgm:pt>
    <dgm:pt modelId="{790DB700-D1B8-4904-95F0-E839DB361314}" type="parTrans" cxnId="{C867336E-FD56-4EF3-BF83-B8E2DE22D3DF}">
      <dgm:prSet/>
      <dgm:spPr/>
      <dgm:t>
        <a:bodyPr/>
        <a:lstStyle/>
        <a:p>
          <a:endParaRPr lang="en-US"/>
        </a:p>
      </dgm:t>
    </dgm:pt>
    <dgm:pt modelId="{A2B3BA44-ADCF-4FA4-8F98-1F8EA45A52C7}" type="sibTrans" cxnId="{C867336E-FD56-4EF3-BF83-B8E2DE22D3DF}">
      <dgm:prSet/>
      <dgm:spPr/>
      <dgm:t>
        <a:bodyPr/>
        <a:lstStyle/>
        <a:p>
          <a:endParaRPr lang="en-US"/>
        </a:p>
      </dgm:t>
    </dgm:pt>
    <dgm:pt modelId="{797BF023-4A37-4918-A11A-60045224EF38}">
      <dgm:prSet/>
      <dgm:spPr/>
      <dgm:t>
        <a:bodyPr/>
        <a:lstStyle/>
        <a:p>
          <a:r>
            <a:rPr lang="en-US"/>
            <a:t>never let multiple threads</a:t>
          </a:r>
        </a:p>
      </dgm:t>
    </dgm:pt>
    <dgm:pt modelId="{BBE4676C-FA08-4586-BD98-7972925553D3}" type="parTrans" cxnId="{54FFA294-E063-4A34-8E23-031E8D80DB74}">
      <dgm:prSet/>
      <dgm:spPr/>
      <dgm:t>
        <a:bodyPr/>
        <a:lstStyle/>
        <a:p>
          <a:endParaRPr lang="en-US"/>
        </a:p>
      </dgm:t>
    </dgm:pt>
    <dgm:pt modelId="{D314BD7E-46D0-4779-B871-CFA424FF3FFB}" type="sibTrans" cxnId="{54FFA294-E063-4A34-8E23-031E8D80DB74}">
      <dgm:prSet/>
      <dgm:spPr/>
      <dgm:t>
        <a:bodyPr/>
        <a:lstStyle/>
        <a:p>
          <a:endParaRPr lang="en-US"/>
        </a:p>
      </dgm:t>
    </dgm:pt>
    <dgm:pt modelId="{BFFB8E55-E6AB-4D34-A124-2CFFBC3FBB2B}">
      <dgm:prSet/>
      <dgm:spPr/>
      <dgm:t>
        <a:bodyPr/>
        <a:lstStyle/>
        <a:p>
          <a:r>
            <a:rPr lang="en-US"/>
            <a:t>read or write the same variables.</a:t>
          </a:r>
        </a:p>
      </dgm:t>
    </dgm:pt>
    <dgm:pt modelId="{1FA16DBB-0B5B-40DE-8067-40EE41FD90BD}" type="parTrans" cxnId="{3034C0AD-FEE3-4D55-B6EE-99BDFFE5682D}">
      <dgm:prSet/>
      <dgm:spPr/>
      <dgm:t>
        <a:bodyPr/>
        <a:lstStyle/>
        <a:p>
          <a:endParaRPr lang="en-US"/>
        </a:p>
      </dgm:t>
    </dgm:pt>
    <dgm:pt modelId="{1C5534D7-A345-461A-9E0E-FF02388A5AF7}" type="sibTrans" cxnId="{3034C0AD-FEE3-4D55-B6EE-99BDFFE5682D}">
      <dgm:prSet/>
      <dgm:spPr/>
      <dgm:t>
        <a:bodyPr/>
        <a:lstStyle/>
        <a:p>
          <a:endParaRPr lang="en-US"/>
        </a:p>
      </dgm:t>
    </dgm:pt>
    <dgm:pt modelId="{6F8B188E-3CB3-4DFB-9001-9C13F03E4D6A}">
      <dgm:prSet/>
      <dgm:spPr/>
      <dgm:t>
        <a:bodyPr/>
        <a:lstStyle/>
        <a:p>
          <a:r>
            <a:rPr lang="en-US" dirty="0"/>
            <a:t>When a new Thread object</a:t>
          </a:r>
          <a:r>
            <a:rPr lang="tr-TR" dirty="0"/>
            <a:t> is </a:t>
          </a:r>
          <a:r>
            <a:rPr lang="tr-TR" dirty="0" err="1"/>
            <a:t>created</a:t>
          </a:r>
          <a:endParaRPr lang="en-US" dirty="0"/>
        </a:p>
      </dgm:t>
    </dgm:pt>
    <dgm:pt modelId="{7E94390A-9A5D-4C45-9A21-DD1CDEA361E2}" type="parTrans" cxnId="{6F89E67A-96CB-44D1-A752-D393D0D3DF01}">
      <dgm:prSet/>
      <dgm:spPr/>
      <dgm:t>
        <a:bodyPr/>
        <a:lstStyle/>
        <a:p>
          <a:endParaRPr lang="en-US"/>
        </a:p>
      </dgm:t>
    </dgm:pt>
    <dgm:pt modelId="{186E08C8-D0B1-4D31-ADAA-0A392DBA0E6A}" type="sibTrans" cxnId="{6F89E67A-96CB-44D1-A752-D393D0D3DF01}">
      <dgm:prSet/>
      <dgm:spPr/>
      <dgm:t>
        <a:bodyPr/>
        <a:lstStyle/>
        <a:p>
          <a:endParaRPr lang="en-US"/>
        </a:p>
      </dgm:t>
    </dgm:pt>
    <dgm:pt modelId="{16FF97BE-1B05-462F-BDC8-60BA2C732259}">
      <dgm:prSet/>
      <dgm:spPr/>
      <dgm:t>
        <a:bodyPr/>
        <a:lstStyle/>
        <a:p>
          <a:r>
            <a:rPr lang="en-US" dirty="0"/>
            <a:t>make sure its target function</a:t>
          </a:r>
        </a:p>
      </dgm:t>
    </dgm:pt>
    <dgm:pt modelId="{B53FEC93-81C6-4FDA-BB6F-F24A735E2C0F}" type="parTrans" cxnId="{65959D48-EBA4-42E8-B74B-7D81B61628ED}">
      <dgm:prSet/>
      <dgm:spPr/>
      <dgm:t>
        <a:bodyPr/>
        <a:lstStyle/>
        <a:p>
          <a:endParaRPr lang="en-US"/>
        </a:p>
      </dgm:t>
    </dgm:pt>
    <dgm:pt modelId="{336412FC-07EA-4AFC-AFE3-D4946AECE782}" type="sibTrans" cxnId="{65959D48-EBA4-42E8-B74B-7D81B61628ED}">
      <dgm:prSet/>
      <dgm:spPr/>
      <dgm:t>
        <a:bodyPr/>
        <a:lstStyle/>
        <a:p>
          <a:endParaRPr lang="en-US"/>
        </a:p>
      </dgm:t>
    </dgm:pt>
    <dgm:pt modelId="{8F6CD7EF-E5FB-49CE-B0EF-D63D95D0BB7C}">
      <dgm:prSet/>
      <dgm:spPr/>
      <dgm:t>
        <a:bodyPr/>
        <a:lstStyle/>
        <a:p>
          <a:r>
            <a:rPr lang="en-US"/>
            <a:t>uses only</a:t>
          </a:r>
          <a:r>
            <a:rPr lang="tr-TR"/>
            <a:t> </a:t>
          </a:r>
          <a:r>
            <a:rPr lang="en-US"/>
            <a:t>local variables in that function. </a:t>
          </a:r>
        </a:p>
      </dgm:t>
    </dgm:pt>
    <dgm:pt modelId="{00777FF0-88B7-4145-B240-5A868EB13877}" type="parTrans" cxnId="{512C546B-D0B4-4A30-BB7B-F236092C166C}">
      <dgm:prSet/>
      <dgm:spPr/>
      <dgm:t>
        <a:bodyPr/>
        <a:lstStyle/>
        <a:p>
          <a:endParaRPr lang="en-US"/>
        </a:p>
      </dgm:t>
    </dgm:pt>
    <dgm:pt modelId="{EF864FBA-452F-40F5-94BF-FC5529CD329C}" type="sibTrans" cxnId="{512C546B-D0B4-4A30-BB7B-F236092C166C}">
      <dgm:prSet/>
      <dgm:spPr/>
      <dgm:t>
        <a:bodyPr/>
        <a:lstStyle/>
        <a:p>
          <a:endParaRPr lang="en-US"/>
        </a:p>
      </dgm:t>
    </dgm:pt>
    <dgm:pt modelId="{7FEFBB3F-EA88-4B17-A824-B23734E747A2}">
      <dgm:prSet/>
      <dgm:spPr/>
      <dgm:t>
        <a:bodyPr/>
        <a:lstStyle/>
        <a:p>
          <a:r>
            <a:rPr lang="en-US"/>
            <a:t>This will avoid</a:t>
          </a:r>
        </a:p>
      </dgm:t>
    </dgm:pt>
    <dgm:pt modelId="{D4C3CF84-5AA6-4F01-BE69-B654330DE8CB}" type="parTrans" cxnId="{39E54C9A-DAF5-4DF5-B5EB-27F2E6EBCB80}">
      <dgm:prSet/>
      <dgm:spPr/>
      <dgm:t>
        <a:bodyPr/>
        <a:lstStyle/>
        <a:p>
          <a:endParaRPr lang="en-US"/>
        </a:p>
      </dgm:t>
    </dgm:pt>
    <dgm:pt modelId="{0402C510-8968-497E-ABFB-7AC49B9945FA}" type="sibTrans" cxnId="{39E54C9A-DAF5-4DF5-B5EB-27F2E6EBCB80}">
      <dgm:prSet/>
      <dgm:spPr/>
      <dgm:t>
        <a:bodyPr/>
        <a:lstStyle/>
        <a:p>
          <a:endParaRPr lang="en-US"/>
        </a:p>
      </dgm:t>
    </dgm:pt>
    <dgm:pt modelId="{3817F9B4-BEA1-4A11-86C3-3EB4DB17826B}">
      <dgm:prSet/>
      <dgm:spPr/>
      <dgm:t>
        <a:bodyPr/>
        <a:lstStyle/>
        <a:p>
          <a:r>
            <a:rPr lang="en-US"/>
            <a:t>hard-to-debug concurrency</a:t>
          </a:r>
          <a:r>
            <a:rPr lang="tr-TR"/>
            <a:t> </a:t>
          </a:r>
          <a:r>
            <a:rPr lang="en-US"/>
            <a:t>issues</a:t>
          </a:r>
        </a:p>
      </dgm:t>
    </dgm:pt>
    <dgm:pt modelId="{1A13AB27-A17E-4065-9B12-54DD1D82DAF7}" type="parTrans" cxnId="{352E16D3-EB96-4CFF-A1C1-CCA25E02F7F5}">
      <dgm:prSet/>
      <dgm:spPr/>
      <dgm:t>
        <a:bodyPr/>
        <a:lstStyle/>
        <a:p>
          <a:endParaRPr lang="en-US"/>
        </a:p>
      </dgm:t>
    </dgm:pt>
    <dgm:pt modelId="{F902751F-0112-4F18-868C-7AECDB526D55}" type="sibTrans" cxnId="{352E16D3-EB96-4CFF-A1C1-CCA25E02F7F5}">
      <dgm:prSet/>
      <dgm:spPr/>
      <dgm:t>
        <a:bodyPr/>
        <a:lstStyle/>
        <a:p>
          <a:endParaRPr lang="en-US"/>
        </a:p>
      </dgm:t>
    </dgm:pt>
    <dgm:pt modelId="{E99091B8-686C-4746-A29B-13D0C30044C7}" type="pres">
      <dgm:prSet presAssocID="{86AC89AB-F11C-404D-8DB6-CBA4822A9913}" presName="Name0" presStyleCnt="0">
        <dgm:presLayoutVars>
          <dgm:dir/>
          <dgm:animLvl val="lvl"/>
          <dgm:resizeHandles val="exact"/>
        </dgm:presLayoutVars>
      </dgm:prSet>
      <dgm:spPr/>
    </dgm:pt>
    <dgm:pt modelId="{2570CD1D-6FF8-43C8-B781-B7B2BF0D919F}" type="pres">
      <dgm:prSet presAssocID="{27A405B1-3C61-4FB5-BF31-82D42F375514}" presName="composite" presStyleCnt="0"/>
      <dgm:spPr/>
    </dgm:pt>
    <dgm:pt modelId="{89831939-4C08-4373-A229-B9A6E2523784}" type="pres">
      <dgm:prSet presAssocID="{27A405B1-3C61-4FB5-BF31-82D42F37551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09983EF-912B-427C-A80E-911FDB8BCA32}" type="pres">
      <dgm:prSet presAssocID="{27A405B1-3C61-4FB5-BF31-82D42F375514}" presName="desTx" presStyleLbl="alignAccFollowNode1" presStyleIdx="0" presStyleCnt="3">
        <dgm:presLayoutVars>
          <dgm:bulletEnabled val="1"/>
        </dgm:presLayoutVars>
      </dgm:prSet>
      <dgm:spPr/>
    </dgm:pt>
    <dgm:pt modelId="{00D06C4A-8845-445C-8872-ED17536A9816}" type="pres">
      <dgm:prSet presAssocID="{A2B3BA44-ADCF-4FA4-8F98-1F8EA45A52C7}" presName="space" presStyleCnt="0"/>
      <dgm:spPr/>
    </dgm:pt>
    <dgm:pt modelId="{2C499036-6BB5-495C-82F0-B83C65E49E66}" type="pres">
      <dgm:prSet presAssocID="{6F8B188E-3CB3-4DFB-9001-9C13F03E4D6A}" presName="composite" presStyleCnt="0"/>
      <dgm:spPr/>
    </dgm:pt>
    <dgm:pt modelId="{FDE3E18F-D134-4BA7-8149-CAA99558713F}" type="pres">
      <dgm:prSet presAssocID="{6F8B188E-3CB3-4DFB-9001-9C13F03E4D6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81F54A7-CFBE-4548-A31D-D3A27633B6CE}" type="pres">
      <dgm:prSet presAssocID="{6F8B188E-3CB3-4DFB-9001-9C13F03E4D6A}" presName="desTx" presStyleLbl="alignAccFollowNode1" presStyleIdx="1" presStyleCnt="3">
        <dgm:presLayoutVars>
          <dgm:bulletEnabled val="1"/>
        </dgm:presLayoutVars>
      </dgm:prSet>
      <dgm:spPr/>
    </dgm:pt>
    <dgm:pt modelId="{7AE473BB-428A-4E19-A60A-38F5ABCA37C6}" type="pres">
      <dgm:prSet presAssocID="{186E08C8-D0B1-4D31-ADAA-0A392DBA0E6A}" presName="space" presStyleCnt="0"/>
      <dgm:spPr/>
    </dgm:pt>
    <dgm:pt modelId="{51841CF1-A42C-4F44-AFFB-EC8BFFF3E5D1}" type="pres">
      <dgm:prSet presAssocID="{7FEFBB3F-EA88-4B17-A824-B23734E747A2}" presName="composite" presStyleCnt="0"/>
      <dgm:spPr/>
    </dgm:pt>
    <dgm:pt modelId="{05F20787-7441-454B-BB84-EE45081563DA}" type="pres">
      <dgm:prSet presAssocID="{7FEFBB3F-EA88-4B17-A824-B23734E747A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5064491-B2FA-469E-8499-3B9044F4E4DA}" type="pres">
      <dgm:prSet presAssocID="{7FEFBB3F-EA88-4B17-A824-B23734E747A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5959D48-EBA4-42E8-B74B-7D81B61628ED}" srcId="{6F8B188E-3CB3-4DFB-9001-9C13F03E4D6A}" destId="{16FF97BE-1B05-462F-BDC8-60BA2C732259}" srcOrd="0" destOrd="0" parTransId="{B53FEC93-81C6-4FDA-BB6F-F24A735E2C0F}" sibTransId="{336412FC-07EA-4AFC-AFE3-D4946AECE782}"/>
    <dgm:cxn modelId="{512C546B-D0B4-4A30-BB7B-F236092C166C}" srcId="{6F8B188E-3CB3-4DFB-9001-9C13F03E4D6A}" destId="{8F6CD7EF-E5FB-49CE-B0EF-D63D95D0BB7C}" srcOrd="1" destOrd="0" parTransId="{00777FF0-88B7-4145-B240-5A868EB13877}" sibTransId="{EF864FBA-452F-40F5-94BF-FC5529CD329C}"/>
    <dgm:cxn modelId="{C867336E-FD56-4EF3-BF83-B8E2DE22D3DF}" srcId="{86AC89AB-F11C-404D-8DB6-CBA4822A9913}" destId="{27A405B1-3C61-4FB5-BF31-82D42F375514}" srcOrd="0" destOrd="0" parTransId="{790DB700-D1B8-4904-95F0-E839DB361314}" sibTransId="{A2B3BA44-ADCF-4FA4-8F98-1F8EA45A52C7}"/>
    <dgm:cxn modelId="{3535B050-580D-452A-B2FE-32072307E47B}" type="presOf" srcId="{86AC89AB-F11C-404D-8DB6-CBA4822A9913}" destId="{E99091B8-686C-4746-A29B-13D0C30044C7}" srcOrd="0" destOrd="0" presId="urn:microsoft.com/office/officeart/2005/8/layout/hList1"/>
    <dgm:cxn modelId="{5FD82452-1312-4911-9EC3-592889E86190}" type="presOf" srcId="{8F6CD7EF-E5FB-49CE-B0EF-D63D95D0BB7C}" destId="{A81F54A7-CFBE-4548-A31D-D3A27633B6CE}" srcOrd="0" destOrd="1" presId="urn:microsoft.com/office/officeart/2005/8/layout/hList1"/>
    <dgm:cxn modelId="{6F89E67A-96CB-44D1-A752-D393D0D3DF01}" srcId="{86AC89AB-F11C-404D-8DB6-CBA4822A9913}" destId="{6F8B188E-3CB3-4DFB-9001-9C13F03E4D6A}" srcOrd="1" destOrd="0" parTransId="{7E94390A-9A5D-4C45-9A21-DD1CDEA361E2}" sibTransId="{186E08C8-D0B1-4D31-ADAA-0A392DBA0E6A}"/>
    <dgm:cxn modelId="{C0B3A381-7297-4001-B7A9-610ACAF62866}" type="presOf" srcId="{7FEFBB3F-EA88-4B17-A824-B23734E747A2}" destId="{05F20787-7441-454B-BB84-EE45081563DA}" srcOrd="0" destOrd="0" presId="urn:microsoft.com/office/officeart/2005/8/layout/hList1"/>
    <dgm:cxn modelId="{292E7585-99C0-4037-906D-71406D33B3A9}" type="presOf" srcId="{797BF023-4A37-4918-A11A-60045224EF38}" destId="{D09983EF-912B-427C-A80E-911FDB8BCA32}" srcOrd="0" destOrd="0" presId="urn:microsoft.com/office/officeart/2005/8/layout/hList1"/>
    <dgm:cxn modelId="{54FFA294-E063-4A34-8E23-031E8D80DB74}" srcId="{27A405B1-3C61-4FB5-BF31-82D42F375514}" destId="{797BF023-4A37-4918-A11A-60045224EF38}" srcOrd="0" destOrd="0" parTransId="{BBE4676C-FA08-4586-BD98-7972925553D3}" sibTransId="{D314BD7E-46D0-4779-B871-CFA424FF3FFB}"/>
    <dgm:cxn modelId="{39E54C9A-DAF5-4DF5-B5EB-27F2E6EBCB80}" srcId="{86AC89AB-F11C-404D-8DB6-CBA4822A9913}" destId="{7FEFBB3F-EA88-4B17-A824-B23734E747A2}" srcOrd="2" destOrd="0" parTransId="{D4C3CF84-5AA6-4F01-BE69-B654330DE8CB}" sibTransId="{0402C510-8968-497E-ABFB-7AC49B9945FA}"/>
    <dgm:cxn modelId="{3034C0AD-FEE3-4D55-B6EE-99BDFFE5682D}" srcId="{27A405B1-3C61-4FB5-BF31-82D42F375514}" destId="{BFFB8E55-E6AB-4D34-A124-2CFFBC3FBB2B}" srcOrd="1" destOrd="0" parTransId="{1FA16DBB-0B5B-40DE-8067-40EE41FD90BD}" sibTransId="{1C5534D7-A345-461A-9E0E-FF02388A5AF7}"/>
    <dgm:cxn modelId="{F565A1BF-24FB-4F3F-BCB7-1F6B18DD156B}" type="presOf" srcId="{27A405B1-3C61-4FB5-BF31-82D42F375514}" destId="{89831939-4C08-4373-A229-B9A6E2523784}" srcOrd="0" destOrd="0" presId="urn:microsoft.com/office/officeart/2005/8/layout/hList1"/>
    <dgm:cxn modelId="{352E16D3-EB96-4CFF-A1C1-CCA25E02F7F5}" srcId="{7FEFBB3F-EA88-4B17-A824-B23734E747A2}" destId="{3817F9B4-BEA1-4A11-86C3-3EB4DB17826B}" srcOrd="0" destOrd="0" parTransId="{1A13AB27-A17E-4065-9B12-54DD1D82DAF7}" sibTransId="{F902751F-0112-4F18-868C-7AECDB526D55}"/>
    <dgm:cxn modelId="{CFE0F0E5-48A8-4DC1-82BA-E713EEA2BAE1}" type="presOf" srcId="{16FF97BE-1B05-462F-BDC8-60BA2C732259}" destId="{A81F54A7-CFBE-4548-A31D-D3A27633B6CE}" srcOrd="0" destOrd="0" presId="urn:microsoft.com/office/officeart/2005/8/layout/hList1"/>
    <dgm:cxn modelId="{5B9325E7-6D15-41A7-88A9-72E5445F6283}" type="presOf" srcId="{6F8B188E-3CB3-4DFB-9001-9C13F03E4D6A}" destId="{FDE3E18F-D134-4BA7-8149-CAA99558713F}" srcOrd="0" destOrd="0" presId="urn:microsoft.com/office/officeart/2005/8/layout/hList1"/>
    <dgm:cxn modelId="{4B4212EA-7060-476E-AFE0-90A76806FB36}" type="presOf" srcId="{BFFB8E55-E6AB-4D34-A124-2CFFBC3FBB2B}" destId="{D09983EF-912B-427C-A80E-911FDB8BCA32}" srcOrd="0" destOrd="1" presId="urn:microsoft.com/office/officeart/2005/8/layout/hList1"/>
    <dgm:cxn modelId="{CAA87AF1-FBD9-49F4-839D-0B20705133B8}" type="presOf" srcId="{3817F9B4-BEA1-4A11-86C3-3EB4DB17826B}" destId="{65064491-B2FA-469E-8499-3B9044F4E4DA}" srcOrd="0" destOrd="0" presId="urn:microsoft.com/office/officeart/2005/8/layout/hList1"/>
    <dgm:cxn modelId="{44FD7F7F-09D4-4CFB-9C33-ADE5E2B3360C}" type="presParOf" srcId="{E99091B8-686C-4746-A29B-13D0C30044C7}" destId="{2570CD1D-6FF8-43C8-B781-B7B2BF0D919F}" srcOrd="0" destOrd="0" presId="urn:microsoft.com/office/officeart/2005/8/layout/hList1"/>
    <dgm:cxn modelId="{C2BC4AC0-C988-4CA4-B9C9-365989904D55}" type="presParOf" srcId="{2570CD1D-6FF8-43C8-B781-B7B2BF0D919F}" destId="{89831939-4C08-4373-A229-B9A6E2523784}" srcOrd="0" destOrd="0" presId="urn:microsoft.com/office/officeart/2005/8/layout/hList1"/>
    <dgm:cxn modelId="{9CB36B72-6D8D-4D5A-81B0-1A25F3BA3C66}" type="presParOf" srcId="{2570CD1D-6FF8-43C8-B781-B7B2BF0D919F}" destId="{D09983EF-912B-427C-A80E-911FDB8BCA32}" srcOrd="1" destOrd="0" presId="urn:microsoft.com/office/officeart/2005/8/layout/hList1"/>
    <dgm:cxn modelId="{3FF77EFD-F66B-464C-9651-F43906F2D7A9}" type="presParOf" srcId="{E99091B8-686C-4746-A29B-13D0C30044C7}" destId="{00D06C4A-8845-445C-8872-ED17536A9816}" srcOrd="1" destOrd="0" presId="urn:microsoft.com/office/officeart/2005/8/layout/hList1"/>
    <dgm:cxn modelId="{BE6F8844-4797-444C-975E-E2B9C4CB6812}" type="presParOf" srcId="{E99091B8-686C-4746-A29B-13D0C30044C7}" destId="{2C499036-6BB5-495C-82F0-B83C65E49E66}" srcOrd="2" destOrd="0" presId="urn:microsoft.com/office/officeart/2005/8/layout/hList1"/>
    <dgm:cxn modelId="{3FF47475-1720-4DB7-9B73-BB41393E0238}" type="presParOf" srcId="{2C499036-6BB5-495C-82F0-B83C65E49E66}" destId="{FDE3E18F-D134-4BA7-8149-CAA99558713F}" srcOrd="0" destOrd="0" presId="urn:microsoft.com/office/officeart/2005/8/layout/hList1"/>
    <dgm:cxn modelId="{D56CCF32-1C74-480F-B87D-02DBBE651DB8}" type="presParOf" srcId="{2C499036-6BB5-495C-82F0-B83C65E49E66}" destId="{A81F54A7-CFBE-4548-A31D-D3A27633B6CE}" srcOrd="1" destOrd="0" presId="urn:microsoft.com/office/officeart/2005/8/layout/hList1"/>
    <dgm:cxn modelId="{4D3D3D3F-6793-41D3-95C0-DD41FDD7BD53}" type="presParOf" srcId="{E99091B8-686C-4746-A29B-13D0C30044C7}" destId="{7AE473BB-428A-4E19-A60A-38F5ABCA37C6}" srcOrd="3" destOrd="0" presId="urn:microsoft.com/office/officeart/2005/8/layout/hList1"/>
    <dgm:cxn modelId="{DB1D1976-FC14-48E2-8342-648726950DA5}" type="presParOf" srcId="{E99091B8-686C-4746-A29B-13D0C30044C7}" destId="{51841CF1-A42C-4F44-AFFB-EC8BFFF3E5D1}" srcOrd="4" destOrd="0" presId="urn:microsoft.com/office/officeart/2005/8/layout/hList1"/>
    <dgm:cxn modelId="{DAA01A9F-0253-4955-8293-104A8CF16B4D}" type="presParOf" srcId="{51841CF1-A42C-4F44-AFFB-EC8BFFF3E5D1}" destId="{05F20787-7441-454B-BB84-EE45081563DA}" srcOrd="0" destOrd="0" presId="urn:microsoft.com/office/officeart/2005/8/layout/hList1"/>
    <dgm:cxn modelId="{9E59AADD-1AB5-4A99-BC14-15B3DA14CA00}" type="presParOf" srcId="{51841CF1-A42C-4F44-AFFB-EC8BFFF3E5D1}" destId="{65064491-B2FA-469E-8499-3B9044F4E4D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B186D79-E377-4884-84F9-7D074ECA2D15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81284A4-5132-44A2-8671-5AB5E2FF1222}">
      <dgm:prSet/>
      <dgm:spPr/>
      <dgm:t>
        <a:bodyPr/>
        <a:lstStyle/>
        <a:p>
          <a:r>
            <a:rPr lang="tr-TR"/>
            <a:t>A</a:t>
          </a:r>
          <a:r>
            <a:rPr lang="en-US"/>
            <a:t> Python program</a:t>
          </a:r>
        </a:p>
      </dgm:t>
    </dgm:pt>
    <dgm:pt modelId="{ED2C1179-FA72-43E6-8C30-879593471A66}" type="parTrans" cxnId="{639B1CCE-4720-43F7-B406-3F0A72485981}">
      <dgm:prSet/>
      <dgm:spPr/>
      <dgm:t>
        <a:bodyPr/>
        <a:lstStyle/>
        <a:p>
          <a:endParaRPr lang="en-US"/>
        </a:p>
      </dgm:t>
    </dgm:pt>
    <dgm:pt modelId="{B8A3635B-65BD-4179-A187-13CBE699D04C}" type="sibTrans" cxnId="{639B1CCE-4720-43F7-B406-3F0A72485981}">
      <dgm:prSet/>
      <dgm:spPr/>
      <dgm:t>
        <a:bodyPr/>
        <a:lstStyle/>
        <a:p>
          <a:endParaRPr lang="en-US"/>
        </a:p>
      </dgm:t>
    </dgm:pt>
    <dgm:pt modelId="{084C16B0-498E-4713-95A4-B45D1BC33BDA}">
      <dgm:prSet/>
      <dgm:spPr/>
      <dgm:t>
        <a:bodyPr/>
        <a:lstStyle/>
        <a:p>
          <a:r>
            <a:rPr lang="en-US"/>
            <a:t>can start other programs</a:t>
          </a:r>
        </a:p>
      </dgm:t>
    </dgm:pt>
    <dgm:pt modelId="{2077622C-CCEB-4B01-B882-AAEEC65E9132}" type="parTrans" cxnId="{3181D5BF-6121-4D2B-A817-C3EF56F6A1B1}">
      <dgm:prSet/>
      <dgm:spPr/>
      <dgm:t>
        <a:bodyPr/>
        <a:lstStyle/>
        <a:p>
          <a:endParaRPr lang="en-US"/>
        </a:p>
      </dgm:t>
    </dgm:pt>
    <dgm:pt modelId="{7F6D6386-1EB3-4CAF-AFF3-523394D945E2}" type="sibTrans" cxnId="{3181D5BF-6121-4D2B-A817-C3EF56F6A1B1}">
      <dgm:prSet/>
      <dgm:spPr/>
      <dgm:t>
        <a:bodyPr/>
        <a:lstStyle/>
        <a:p>
          <a:endParaRPr lang="en-US"/>
        </a:p>
      </dgm:t>
    </dgm:pt>
    <dgm:pt modelId="{8F2DF0AA-8845-429D-A2CA-5B26BC93D227}">
      <dgm:prSet/>
      <dgm:spPr/>
      <dgm:t>
        <a:bodyPr/>
        <a:lstStyle/>
        <a:p>
          <a:r>
            <a:rPr lang="en-US"/>
            <a:t>with the</a:t>
          </a:r>
          <a:r>
            <a:rPr lang="tr-TR"/>
            <a:t> </a:t>
          </a:r>
          <a:r>
            <a:rPr lang="en-US"/>
            <a:t>Popen() function</a:t>
          </a:r>
        </a:p>
      </dgm:t>
    </dgm:pt>
    <dgm:pt modelId="{AE7A60EF-F616-47DF-93D6-52DF0A19097A}" type="parTrans" cxnId="{20E3C3D2-FC63-4FC5-9C7F-F09BF5F6E8F2}">
      <dgm:prSet/>
      <dgm:spPr/>
      <dgm:t>
        <a:bodyPr/>
        <a:lstStyle/>
        <a:p>
          <a:endParaRPr lang="en-US"/>
        </a:p>
      </dgm:t>
    </dgm:pt>
    <dgm:pt modelId="{8B6BC36C-7B23-4CEB-B6D4-659EE02EA82C}" type="sibTrans" cxnId="{20E3C3D2-FC63-4FC5-9C7F-F09BF5F6E8F2}">
      <dgm:prSet/>
      <dgm:spPr/>
      <dgm:t>
        <a:bodyPr/>
        <a:lstStyle/>
        <a:p>
          <a:endParaRPr lang="en-US"/>
        </a:p>
      </dgm:t>
    </dgm:pt>
    <dgm:pt modelId="{5DF8CCE7-77E3-4D9C-9A8E-EB0D127ACE62}">
      <dgm:prSet/>
      <dgm:spPr/>
      <dgm:t>
        <a:bodyPr/>
        <a:lstStyle/>
        <a:p>
          <a:r>
            <a:rPr lang="en-US"/>
            <a:t>in the built-in subprocess module.</a:t>
          </a:r>
        </a:p>
      </dgm:t>
    </dgm:pt>
    <dgm:pt modelId="{9FE431A2-8933-4FCF-91F4-0766C34C54BD}" type="parTrans" cxnId="{A462E624-0539-4FA4-B3AB-9E16C5C3D52B}">
      <dgm:prSet/>
      <dgm:spPr/>
      <dgm:t>
        <a:bodyPr/>
        <a:lstStyle/>
        <a:p>
          <a:endParaRPr lang="en-US"/>
        </a:p>
      </dgm:t>
    </dgm:pt>
    <dgm:pt modelId="{94A6F36A-ADBD-456E-AA8D-0E38CDD1EAFC}" type="sibTrans" cxnId="{A462E624-0539-4FA4-B3AB-9E16C5C3D52B}">
      <dgm:prSet/>
      <dgm:spPr/>
      <dgm:t>
        <a:bodyPr/>
        <a:lstStyle/>
        <a:p>
          <a:endParaRPr lang="en-US"/>
        </a:p>
      </dgm:t>
    </dgm:pt>
    <dgm:pt modelId="{4B8DC589-4F01-48D4-9006-B0EF36D80596}">
      <dgm:prSet/>
      <dgm:spPr/>
      <dgm:t>
        <a:bodyPr/>
        <a:lstStyle/>
        <a:p>
          <a:r>
            <a:rPr lang="en-US" i="1" dirty="0"/>
            <a:t>P</a:t>
          </a:r>
          <a:r>
            <a:rPr lang="tr-TR" i="1" dirty="0" err="1"/>
            <a:t>open</a:t>
          </a:r>
          <a:r>
            <a:rPr lang="tr-TR" i="1" dirty="0"/>
            <a:t>()</a:t>
          </a:r>
          <a:endParaRPr lang="en-US" i="1" dirty="0"/>
        </a:p>
      </dgm:t>
    </dgm:pt>
    <dgm:pt modelId="{2D946573-AE92-41BD-8CD4-59D998BE8632}" type="parTrans" cxnId="{144DA89C-CD49-4BDD-A509-3A8E56E1CB89}">
      <dgm:prSet/>
      <dgm:spPr/>
      <dgm:t>
        <a:bodyPr/>
        <a:lstStyle/>
        <a:p>
          <a:endParaRPr lang="en-US"/>
        </a:p>
      </dgm:t>
    </dgm:pt>
    <dgm:pt modelId="{7BB9AF8A-7091-4124-AD55-4C6EE731279E}" type="sibTrans" cxnId="{144DA89C-CD49-4BDD-A509-3A8E56E1CB89}">
      <dgm:prSet/>
      <dgm:spPr/>
      <dgm:t>
        <a:bodyPr/>
        <a:lstStyle/>
        <a:p>
          <a:endParaRPr lang="en-US"/>
        </a:p>
      </dgm:t>
    </dgm:pt>
    <dgm:pt modelId="{7D144906-365B-4BFD-932A-A467CC990A26}">
      <dgm:prSet/>
      <dgm:spPr/>
      <dgm:t>
        <a:bodyPr/>
        <a:lstStyle/>
        <a:p>
          <a:r>
            <a:rPr lang="en-US"/>
            <a:t>stands for process.</a:t>
          </a:r>
        </a:p>
      </dgm:t>
    </dgm:pt>
    <dgm:pt modelId="{4CC61FE9-C8EA-43C5-B398-5DB404654438}" type="parTrans" cxnId="{B6B916E1-6FEB-453D-B21B-BCEBB96B75F9}">
      <dgm:prSet/>
      <dgm:spPr/>
      <dgm:t>
        <a:bodyPr/>
        <a:lstStyle/>
        <a:p>
          <a:endParaRPr lang="en-US"/>
        </a:p>
      </dgm:t>
    </dgm:pt>
    <dgm:pt modelId="{7D08DEC2-A65F-4D26-914B-B4977CF8FDB3}" type="sibTrans" cxnId="{B6B916E1-6FEB-453D-B21B-BCEBB96B75F9}">
      <dgm:prSet/>
      <dgm:spPr/>
      <dgm:t>
        <a:bodyPr/>
        <a:lstStyle/>
        <a:p>
          <a:endParaRPr lang="en-US"/>
        </a:p>
      </dgm:t>
    </dgm:pt>
    <dgm:pt modelId="{7089C367-D7F1-4A10-8D87-8A1BB683992A}">
      <dgm:prSet/>
      <dgm:spPr/>
      <dgm:t>
        <a:bodyPr/>
        <a:lstStyle/>
        <a:p>
          <a:r>
            <a:rPr lang="tr-TR" dirty="0" err="1"/>
            <a:t>For</a:t>
          </a:r>
          <a:r>
            <a:rPr lang="tr-TR" dirty="0"/>
            <a:t> a </a:t>
          </a:r>
          <a:r>
            <a:rPr lang="en-US" dirty="0"/>
            <a:t>multiple instances</a:t>
          </a:r>
        </a:p>
      </dgm:t>
    </dgm:pt>
    <dgm:pt modelId="{F968678C-B4E5-45BC-94FC-B75B52FFD8F6}" type="parTrans" cxnId="{A51AB045-AA33-4950-9BFD-47146A0FCDBD}">
      <dgm:prSet/>
      <dgm:spPr/>
      <dgm:t>
        <a:bodyPr/>
        <a:lstStyle/>
        <a:p>
          <a:endParaRPr lang="en-US"/>
        </a:p>
      </dgm:t>
    </dgm:pt>
    <dgm:pt modelId="{3AFE63EB-9F4C-4034-B22C-A808A24F6502}" type="sibTrans" cxnId="{A51AB045-AA33-4950-9BFD-47146A0FCDBD}">
      <dgm:prSet/>
      <dgm:spPr/>
      <dgm:t>
        <a:bodyPr/>
        <a:lstStyle/>
        <a:p>
          <a:endParaRPr lang="en-US"/>
        </a:p>
      </dgm:t>
    </dgm:pt>
    <dgm:pt modelId="{69820BF6-37AB-4274-8128-1506542026A0}">
      <dgm:prSet/>
      <dgm:spPr/>
      <dgm:t>
        <a:bodyPr/>
        <a:lstStyle/>
        <a:p>
          <a:r>
            <a:rPr lang="en-US"/>
            <a:t>each of those instances</a:t>
          </a:r>
        </a:p>
      </dgm:t>
    </dgm:pt>
    <dgm:pt modelId="{E055E88B-D153-4FAB-86E5-4E26AEA2D21A}" type="parTrans" cxnId="{B54511BD-64D6-4090-B72F-72518C31D4B2}">
      <dgm:prSet/>
      <dgm:spPr/>
      <dgm:t>
        <a:bodyPr/>
        <a:lstStyle/>
        <a:p>
          <a:endParaRPr lang="en-US"/>
        </a:p>
      </dgm:t>
    </dgm:pt>
    <dgm:pt modelId="{76EF8290-CE24-42BB-BC60-FD659B23628B}" type="sibTrans" cxnId="{B54511BD-64D6-4090-B72F-72518C31D4B2}">
      <dgm:prSet/>
      <dgm:spPr/>
      <dgm:t>
        <a:bodyPr/>
        <a:lstStyle/>
        <a:p>
          <a:endParaRPr lang="en-US"/>
        </a:p>
      </dgm:t>
    </dgm:pt>
    <dgm:pt modelId="{989A2272-EF4F-4DD5-869A-17CBE9758545}">
      <dgm:prSet/>
      <dgm:spPr/>
      <dgm:t>
        <a:bodyPr/>
        <a:lstStyle/>
        <a:p>
          <a:r>
            <a:rPr lang="en-US"/>
            <a:t>is a separate process of the same</a:t>
          </a:r>
          <a:r>
            <a:rPr lang="tr-TR"/>
            <a:t> </a:t>
          </a:r>
          <a:r>
            <a:rPr lang="en-US"/>
            <a:t>program. </a:t>
          </a:r>
        </a:p>
      </dgm:t>
    </dgm:pt>
    <dgm:pt modelId="{B3F5F8E0-02D0-40BC-BD1C-3D2938FB960A}" type="parTrans" cxnId="{5A895565-64AF-41B2-81D0-F8D6439FAEBB}">
      <dgm:prSet/>
      <dgm:spPr/>
      <dgm:t>
        <a:bodyPr/>
        <a:lstStyle/>
        <a:p>
          <a:endParaRPr lang="en-US"/>
        </a:p>
      </dgm:t>
    </dgm:pt>
    <dgm:pt modelId="{6122186F-9F93-4D9F-A9FB-323DD7FC6C72}" type="sibTrans" cxnId="{5A895565-64AF-41B2-81D0-F8D6439FAEBB}">
      <dgm:prSet/>
      <dgm:spPr/>
      <dgm:t>
        <a:bodyPr/>
        <a:lstStyle/>
        <a:p>
          <a:endParaRPr lang="en-US"/>
        </a:p>
      </dgm:t>
    </dgm:pt>
    <dgm:pt modelId="{E669171E-14FA-4213-9FE2-AB81941C721A}">
      <dgm:prSet/>
      <dgm:spPr/>
      <dgm:t>
        <a:bodyPr/>
        <a:lstStyle/>
        <a:p>
          <a:r>
            <a:rPr lang="en-US"/>
            <a:t>For example</a:t>
          </a:r>
        </a:p>
      </dgm:t>
    </dgm:pt>
    <dgm:pt modelId="{FF914F69-72A3-4FEA-B557-99A9601F80BB}" type="parTrans" cxnId="{07B8E634-ACEB-4544-8721-4EF4394762F0}">
      <dgm:prSet/>
      <dgm:spPr/>
      <dgm:t>
        <a:bodyPr/>
        <a:lstStyle/>
        <a:p>
          <a:endParaRPr lang="en-US"/>
        </a:p>
      </dgm:t>
    </dgm:pt>
    <dgm:pt modelId="{40953546-21DC-4B2A-8AC0-B3FF2D1BD659}" type="sibTrans" cxnId="{07B8E634-ACEB-4544-8721-4EF4394762F0}">
      <dgm:prSet/>
      <dgm:spPr/>
      <dgm:t>
        <a:bodyPr/>
        <a:lstStyle/>
        <a:p>
          <a:endParaRPr lang="en-US"/>
        </a:p>
      </dgm:t>
    </dgm:pt>
    <dgm:pt modelId="{1AFEF44F-71D0-45D5-9C90-06E971EA32D2}">
      <dgm:prSet/>
      <dgm:spPr/>
      <dgm:t>
        <a:bodyPr/>
        <a:lstStyle/>
        <a:p>
          <a:r>
            <a:rPr lang="en-US"/>
            <a:t>if multiple windows of </a:t>
          </a:r>
          <a:r>
            <a:rPr lang="tr-TR"/>
            <a:t>the</a:t>
          </a:r>
          <a:r>
            <a:rPr lang="en-US"/>
            <a:t> web browser</a:t>
          </a:r>
          <a:r>
            <a:rPr lang="tr-TR"/>
            <a:t> </a:t>
          </a:r>
          <a:r>
            <a:rPr lang="en-US"/>
            <a:t>at the same time</a:t>
          </a:r>
        </a:p>
      </dgm:t>
    </dgm:pt>
    <dgm:pt modelId="{F588E98F-8304-4C53-ACE8-18C8A843604E}" type="parTrans" cxnId="{1A42E97B-54AF-4876-9D67-7EC9EC1CB4E9}">
      <dgm:prSet/>
      <dgm:spPr/>
      <dgm:t>
        <a:bodyPr/>
        <a:lstStyle/>
        <a:p>
          <a:endParaRPr lang="en-US"/>
        </a:p>
      </dgm:t>
    </dgm:pt>
    <dgm:pt modelId="{E878B2A1-45C7-41DD-96B1-DD1EAD793B81}" type="sibTrans" cxnId="{1A42E97B-54AF-4876-9D67-7EC9EC1CB4E9}">
      <dgm:prSet/>
      <dgm:spPr/>
      <dgm:t>
        <a:bodyPr/>
        <a:lstStyle/>
        <a:p>
          <a:endParaRPr lang="en-US"/>
        </a:p>
      </dgm:t>
    </dgm:pt>
    <dgm:pt modelId="{0244DB07-8D34-44A5-A3B9-60233651B315}">
      <dgm:prSet/>
      <dgm:spPr/>
      <dgm:t>
        <a:bodyPr/>
        <a:lstStyle/>
        <a:p>
          <a:r>
            <a:rPr lang="en-US"/>
            <a:t>each of those windows is a different process of the web</a:t>
          </a:r>
          <a:r>
            <a:rPr lang="tr-TR"/>
            <a:t> </a:t>
          </a:r>
          <a:r>
            <a:rPr lang="en-US"/>
            <a:t>browser program.</a:t>
          </a:r>
        </a:p>
      </dgm:t>
    </dgm:pt>
    <dgm:pt modelId="{448F09A1-523A-45FB-AC49-965DEC2EE49C}" type="parTrans" cxnId="{238260B0-0652-41B4-9F9B-3F02412EE1AB}">
      <dgm:prSet/>
      <dgm:spPr/>
      <dgm:t>
        <a:bodyPr/>
        <a:lstStyle/>
        <a:p>
          <a:endParaRPr lang="en-US"/>
        </a:p>
      </dgm:t>
    </dgm:pt>
    <dgm:pt modelId="{501C28C0-2DBD-4701-99A2-BF83DC150E11}" type="sibTrans" cxnId="{238260B0-0652-41B4-9F9B-3F02412EE1AB}">
      <dgm:prSet/>
      <dgm:spPr/>
      <dgm:t>
        <a:bodyPr/>
        <a:lstStyle/>
        <a:p>
          <a:endParaRPr lang="en-US"/>
        </a:p>
      </dgm:t>
    </dgm:pt>
    <dgm:pt modelId="{C2AAE4B2-D154-4EFA-9665-2481A561D28F}">
      <dgm:prSet/>
      <dgm:spPr/>
      <dgm:t>
        <a:bodyPr/>
        <a:lstStyle/>
        <a:p>
          <a:r>
            <a:rPr lang="en-US" dirty="0"/>
            <a:t>in the name of</a:t>
          </a:r>
          <a:r>
            <a:rPr lang="tr-TR" dirty="0"/>
            <a:t> </a:t>
          </a:r>
          <a:r>
            <a:rPr lang="en-US" dirty="0"/>
            <a:t>the </a:t>
          </a:r>
          <a:r>
            <a:rPr lang="en-US" i="1" dirty="0" err="1"/>
            <a:t>Popen</a:t>
          </a:r>
          <a:r>
            <a:rPr lang="en-US" i="1" dirty="0"/>
            <a:t>() </a:t>
          </a:r>
          <a:r>
            <a:rPr lang="en-US" dirty="0"/>
            <a:t>function</a:t>
          </a:r>
        </a:p>
      </dgm:t>
    </dgm:pt>
    <dgm:pt modelId="{C100A790-14D7-4593-983E-43C740589464}" type="parTrans" cxnId="{CFF58450-15F3-43B2-888E-EBD9B80DFE07}">
      <dgm:prSet/>
      <dgm:spPr/>
      <dgm:t>
        <a:bodyPr/>
        <a:lstStyle/>
        <a:p>
          <a:endParaRPr lang="en-US"/>
        </a:p>
      </dgm:t>
    </dgm:pt>
    <dgm:pt modelId="{F7E818A7-849D-40D1-98D9-A2CB024C8BD3}" type="sibTrans" cxnId="{CFF58450-15F3-43B2-888E-EBD9B80DFE07}">
      <dgm:prSet/>
      <dgm:spPr/>
      <dgm:t>
        <a:bodyPr/>
        <a:lstStyle/>
        <a:p>
          <a:endParaRPr lang="en-US"/>
        </a:p>
      </dgm:t>
    </dgm:pt>
    <dgm:pt modelId="{96AF05AC-91AC-4689-9D13-13FE47EA759B}">
      <dgm:prSet/>
      <dgm:spPr/>
      <dgm:t>
        <a:bodyPr/>
        <a:lstStyle/>
        <a:p>
          <a:r>
            <a:rPr lang="en-US" dirty="0"/>
            <a:t>of an</a:t>
          </a:r>
          <a:r>
            <a:rPr lang="tr-TR" dirty="0"/>
            <a:t> </a:t>
          </a:r>
          <a:r>
            <a:rPr lang="en-US" dirty="0"/>
            <a:t>application</a:t>
          </a:r>
          <a:r>
            <a:rPr lang="tr-TR" dirty="0"/>
            <a:t> </a:t>
          </a:r>
          <a:r>
            <a:rPr lang="en-US" dirty="0"/>
            <a:t>open</a:t>
          </a:r>
        </a:p>
      </dgm:t>
    </dgm:pt>
    <dgm:pt modelId="{2D823E38-E771-4B98-B8F0-BDD18A308E53}" type="parTrans" cxnId="{0F8E7434-D34E-42FF-BA52-366C0C70EDFB}">
      <dgm:prSet/>
      <dgm:spPr/>
      <dgm:t>
        <a:bodyPr/>
        <a:lstStyle/>
        <a:p>
          <a:endParaRPr lang="en-US"/>
        </a:p>
      </dgm:t>
    </dgm:pt>
    <dgm:pt modelId="{00781D9F-0269-4FF5-B70C-B82614CB99D6}" type="sibTrans" cxnId="{0F8E7434-D34E-42FF-BA52-366C0C70EDFB}">
      <dgm:prSet/>
      <dgm:spPr/>
      <dgm:t>
        <a:bodyPr/>
        <a:lstStyle/>
        <a:p>
          <a:endParaRPr lang="en-US"/>
        </a:p>
      </dgm:t>
    </dgm:pt>
    <dgm:pt modelId="{354ABA76-A3B4-46CC-A3BB-D82B5839E5F6}" type="pres">
      <dgm:prSet presAssocID="{3B186D79-E377-4884-84F9-7D074ECA2D15}" presName="Name0" presStyleCnt="0">
        <dgm:presLayoutVars>
          <dgm:dir/>
          <dgm:animLvl val="lvl"/>
          <dgm:resizeHandles val="exact"/>
        </dgm:presLayoutVars>
      </dgm:prSet>
      <dgm:spPr/>
    </dgm:pt>
    <dgm:pt modelId="{2028C6F8-763B-49CF-94EA-045C8EF02E4A}" type="pres">
      <dgm:prSet presAssocID="{F81284A4-5132-44A2-8671-5AB5E2FF1222}" presName="composite" presStyleCnt="0"/>
      <dgm:spPr/>
    </dgm:pt>
    <dgm:pt modelId="{9979EFBA-3B63-43CB-A879-E26567492FB8}" type="pres">
      <dgm:prSet presAssocID="{F81284A4-5132-44A2-8671-5AB5E2FF122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848A9532-E4A1-4874-A4EF-004B05412C1C}" type="pres">
      <dgm:prSet presAssocID="{F81284A4-5132-44A2-8671-5AB5E2FF1222}" presName="desTx" presStyleLbl="alignAccFollowNode1" presStyleIdx="0" presStyleCnt="4">
        <dgm:presLayoutVars>
          <dgm:bulletEnabled val="1"/>
        </dgm:presLayoutVars>
      </dgm:prSet>
      <dgm:spPr/>
    </dgm:pt>
    <dgm:pt modelId="{AF532202-3433-4C87-90AB-5AA6A1C48A80}" type="pres">
      <dgm:prSet presAssocID="{B8A3635B-65BD-4179-A187-13CBE699D04C}" presName="space" presStyleCnt="0"/>
      <dgm:spPr/>
    </dgm:pt>
    <dgm:pt modelId="{6C414FFB-8E19-4A03-B394-20332F964DB3}" type="pres">
      <dgm:prSet presAssocID="{4B8DC589-4F01-48D4-9006-B0EF36D80596}" presName="composite" presStyleCnt="0"/>
      <dgm:spPr/>
    </dgm:pt>
    <dgm:pt modelId="{EBF54A04-08F5-447E-B35C-87484A4D8C78}" type="pres">
      <dgm:prSet presAssocID="{4B8DC589-4F01-48D4-9006-B0EF36D8059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46C5851-9185-4826-B956-A46878F21E3A}" type="pres">
      <dgm:prSet presAssocID="{4B8DC589-4F01-48D4-9006-B0EF36D80596}" presName="desTx" presStyleLbl="alignAccFollowNode1" presStyleIdx="1" presStyleCnt="4">
        <dgm:presLayoutVars>
          <dgm:bulletEnabled val="1"/>
        </dgm:presLayoutVars>
      </dgm:prSet>
      <dgm:spPr/>
    </dgm:pt>
    <dgm:pt modelId="{8289CF3A-507B-4724-AB17-289156035727}" type="pres">
      <dgm:prSet presAssocID="{7BB9AF8A-7091-4124-AD55-4C6EE731279E}" presName="space" presStyleCnt="0"/>
      <dgm:spPr/>
    </dgm:pt>
    <dgm:pt modelId="{93999F13-0337-4444-8B17-5D06E2EE2EA9}" type="pres">
      <dgm:prSet presAssocID="{7089C367-D7F1-4A10-8D87-8A1BB683992A}" presName="composite" presStyleCnt="0"/>
      <dgm:spPr/>
    </dgm:pt>
    <dgm:pt modelId="{A4C4B369-4031-4067-9EC2-1784BEF2A911}" type="pres">
      <dgm:prSet presAssocID="{7089C367-D7F1-4A10-8D87-8A1BB683992A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B23AAA4-AC86-4B71-9838-2E611200E268}" type="pres">
      <dgm:prSet presAssocID="{7089C367-D7F1-4A10-8D87-8A1BB683992A}" presName="desTx" presStyleLbl="alignAccFollowNode1" presStyleIdx="2" presStyleCnt="4">
        <dgm:presLayoutVars>
          <dgm:bulletEnabled val="1"/>
        </dgm:presLayoutVars>
      </dgm:prSet>
      <dgm:spPr/>
    </dgm:pt>
    <dgm:pt modelId="{2431BE5F-4794-43DD-B36D-EF3589BD3B82}" type="pres">
      <dgm:prSet presAssocID="{3AFE63EB-9F4C-4034-B22C-A808A24F6502}" presName="space" presStyleCnt="0"/>
      <dgm:spPr/>
    </dgm:pt>
    <dgm:pt modelId="{F103DFAD-60CD-41EA-AB72-8FA8FDD21DF5}" type="pres">
      <dgm:prSet presAssocID="{E669171E-14FA-4213-9FE2-AB81941C721A}" presName="composite" presStyleCnt="0"/>
      <dgm:spPr/>
    </dgm:pt>
    <dgm:pt modelId="{F1187844-F155-4B7B-9D5D-71626828A3D6}" type="pres">
      <dgm:prSet presAssocID="{E669171E-14FA-4213-9FE2-AB81941C721A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EAD2317-6CDF-4535-B44E-D8CD40C47D80}" type="pres">
      <dgm:prSet presAssocID="{E669171E-14FA-4213-9FE2-AB81941C721A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DAAE719-90D4-4C6C-B0F6-0AB850BB20AF}" type="presOf" srcId="{8F2DF0AA-8845-429D-A2CA-5B26BC93D227}" destId="{848A9532-E4A1-4874-A4EF-004B05412C1C}" srcOrd="0" destOrd="1" presId="urn:microsoft.com/office/officeart/2005/8/layout/hList1"/>
    <dgm:cxn modelId="{A462E624-0539-4FA4-B3AB-9E16C5C3D52B}" srcId="{F81284A4-5132-44A2-8671-5AB5E2FF1222}" destId="{5DF8CCE7-77E3-4D9C-9A8E-EB0D127ACE62}" srcOrd="2" destOrd="0" parTransId="{9FE431A2-8933-4FCF-91F4-0766C34C54BD}" sibTransId="{94A6F36A-ADBD-456E-AA8D-0E38CDD1EAFC}"/>
    <dgm:cxn modelId="{C99BB42E-E31F-4077-87AC-31EF762EBCFE}" type="presOf" srcId="{7D144906-365B-4BFD-932A-A467CC990A26}" destId="{A46C5851-9185-4826-B956-A46878F21E3A}" srcOrd="0" destOrd="1" presId="urn:microsoft.com/office/officeart/2005/8/layout/hList1"/>
    <dgm:cxn modelId="{63A73631-9A0B-429A-970C-A2088DC88949}" type="presOf" srcId="{96AF05AC-91AC-4689-9D13-13FE47EA759B}" destId="{7B23AAA4-AC86-4B71-9838-2E611200E268}" srcOrd="0" destOrd="0" presId="urn:microsoft.com/office/officeart/2005/8/layout/hList1"/>
    <dgm:cxn modelId="{0F8E7434-D34E-42FF-BA52-366C0C70EDFB}" srcId="{7089C367-D7F1-4A10-8D87-8A1BB683992A}" destId="{96AF05AC-91AC-4689-9D13-13FE47EA759B}" srcOrd="0" destOrd="0" parTransId="{2D823E38-E771-4B98-B8F0-BDD18A308E53}" sibTransId="{00781D9F-0269-4FF5-B70C-B82614CB99D6}"/>
    <dgm:cxn modelId="{07B8E634-ACEB-4544-8721-4EF4394762F0}" srcId="{3B186D79-E377-4884-84F9-7D074ECA2D15}" destId="{E669171E-14FA-4213-9FE2-AB81941C721A}" srcOrd="3" destOrd="0" parTransId="{FF914F69-72A3-4FEA-B557-99A9601F80BB}" sibTransId="{40953546-21DC-4B2A-8AC0-B3FF2D1BD659}"/>
    <dgm:cxn modelId="{7D22213A-A021-47DF-BFC4-D174BB0367D8}" type="presOf" srcId="{5DF8CCE7-77E3-4D9C-9A8E-EB0D127ACE62}" destId="{848A9532-E4A1-4874-A4EF-004B05412C1C}" srcOrd="0" destOrd="2" presId="urn:microsoft.com/office/officeart/2005/8/layout/hList1"/>
    <dgm:cxn modelId="{7E34C33E-DED6-406F-BF54-D6BED7DF3630}" type="presOf" srcId="{F81284A4-5132-44A2-8671-5AB5E2FF1222}" destId="{9979EFBA-3B63-43CB-A879-E26567492FB8}" srcOrd="0" destOrd="0" presId="urn:microsoft.com/office/officeart/2005/8/layout/hList1"/>
    <dgm:cxn modelId="{5A895565-64AF-41B2-81D0-F8D6439FAEBB}" srcId="{7089C367-D7F1-4A10-8D87-8A1BB683992A}" destId="{989A2272-EF4F-4DD5-869A-17CBE9758545}" srcOrd="2" destOrd="0" parTransId="{B3F5F8E0-02D0-40BC-BD1C-3D2938FB960A}" sibTransId="{6122186F-9F93-4D9F-A9FB-323DD7FC6C72}"/>
    <dgm:cxn modelId="{A51AB045-AA33-4950-9BFD-47146A0FCDBD}" srcId="{3B186D79-E377-4884-84F9-7D074ECA2D15}" destId="{7089C367-D7F1-4A10-8D87-8A1BB683992A}" srcOrd="2" destOrd="0" parTransId="{F968678C-B4E5-45BC-94FC-B75B52FFD8F6}" sibTransId="{3AFE63EB-9F4C-4034-B22C-A808A24F6502}"/>
    <dgm:cxn modelId="{CFF58450-15F3-43B2-888E-EBD9B80DFE07}" srcId="{4B8DC589-4F01-48D4-9006-B0EF36D80596}" destId="{C2AAE4B2-D154-4EFA-9665-2481A561D28F}" srcOrd="0" destOrd="0" parTransId="{C100A790-14D7-4593-983E-43C740589464}" sibTransId="{F7E818A7-849D-40D1-98D9-A2CB024C8BD3}"/>
    <dgm:cxn modelId="{CE395071-7F29-4531-B028-12B388C68AAB}" type="presOf" srcId="{E669171E-14FA-4213-9FE2-AB81941C721A}" destId="{F1187844-F155-4B7B-9D5D-71626828A3D6}" srcOrd="0" destOrd="0" presId="urn:microsoft.com/office/officeart/2005/8/layout/hList1"/>
    <dgm:cxn modelId="{C7632876-7384-4C4A-8F46-51EAF487F3C4}" type="presOf" srcId="{4B8DC589-4F01-48D4-9006-B0EF36D80596}" destId="{EBF54A04-08F5-447E-B35C-87484A4D8C78}" srcOrd="0" destOrd="0" presId="urn:microsoft.com/office/officeart/2005/8/layout/hList1"/>
    <dgm:cxn modelId="{1A42E97B-54AF-4876-9D67-7EC9EC1CB4E9}" srcId="{E669171E-14FA-4213-9FE2-AB81941C721A}" destId="{1AFEF44F-71D0-45D5-9C90-06E971EA32D2}" srcOrd="0" destOrd="0" parTransId="{F588E98F-8304-4C53-ACE8-18C8A843604E}" sibTransId="{E878B2A1-45C7-41DD-96B1-DD1EAD793B81}"/>
    <dgm:cxn modelId="{7C7E537D-0E8F-431A-B6FD-958F0BE87C1C}" type="presOf" srcId="{69820BF6-37AB-4274-8128-1506542026A0}" destId="{7B23AAA4-AC86-4B71-9838-2E611200E268}" srcOrd="0" destOrd="1" presId="urn:microsoft.com/office/officeart/2005/8/layout/hList1"/>
    <dgm:cxn modelId="{D0884791-D0BD-4F4B-A032-60B7F7657148}" type="presOf" srcId="{7089C367-D7F1-4A10-8D87-8A1BB683992A}" destId="{A4C4B369-4031-4067-9EC2-1784BEF2A911}" srcOrd="0" destOrd="0" presId="urn:microsoft.com/office/officeart/2005/8/layout/hList1"/>
    <dgm:cxn modelId="{66E2CB99-FA68-48A4-ACCA-A2D594A67F09}" type="presOf" srcId="{989A2272-EF4F-4DD5-869A-17CBE9758545}" destId="{7B23AAA4-AC86-4B71-9838-2E611200E268}" srcOrd="0" destOrd="2" presId="urn:microsoft.com/office/officeart/2005/8/layout/hList1"/>
    <dgm:cxn modelId="{144DA89C-CD49-4BDD-A509-3A8E56E1CB89}" srcId="{3B186D79-E377-4884-84F9-7D074ECA2D15}" destId="{4B8DC589-4F01-48D4-9006-B0EF36D80596}" srcOrd="1" destOrd="0" parTransId="{2D946573-AE92-41BD-8CD4-59D998BE8632}" sibTransId="{7BB9AF8A-7091-4124-AD55-4C6EE731279E}"/>
    <dgm:cxn modelId="{9D7242A4-5495-49D6-92B1-2223982CF5A6}" type="presOf" srcId="{C2AAE4B2-D154-4EFA-9665-2481A561D28F}" destId="{A46C5851-9185-4826-B956-A46878F21E3A}" srcOrd="0" destOrd="0" presId="urn:microsoft.com/office/officeart/2005/8/layout/hList1"/>
    <dgm:cxn modelId="{238260B0-0652-41B4-9F9B-3F02412EE1AB}" srcId="{E669171E-14FA-4213-9FE2-AB81941C721A}" destId="{0244DB07-8D34-44A5-A3B9-60233651B315}" srcOrd="1" destOrd="0" parTransId="{448F09A1-523A-45FB-AC49-965DEC2EE49C}" sibTransId="{501C28C0-2DBD-4701-99A2-BF83DC150E11}"/>
    <dgm:cxn modelId="{B54511BD-64D6-4090-B72F-72518C31D4B2}" srcId="{7089C367-D7F1-4A10-8D87-8A1BB683992A}" destId="{69820BF6-37AB-4274-8128-1506542026A0}" srcOrd="1" destOrd="0" parTransId="{E055E88B-D153-4FAB-86E5-4E26AEA2D21A}" sibTransId="{76EF8290-CE24-42BB-BC60-FD659B23628B}"/>
    <dgm:cxn modelId="{3181D5BF-6121-4D2B-A817-C3EF56F6A1B1}" srcId="{F81284A4-5132-44A2-8671-5AB5E2FF1222}" destId="{084C16B0-498E-4713-95A4-B45D1BC33BDA}" srcOrd="0" destOrd="0" parTransId="{2077622C-CCEB-4B01-B882-AAEEC65E9132}" sibTransId="{7F6D6386-1EB3-4CAF-AFF3-523394D945E2}"/>
    <dgm:cxn modelId="{639B1CCE-4720-43F7-B406-3F0A72485981}" srcId="{3B186D79-E377-4884-84F9-7D074ECA2D15}" destId="{F81284A4-5132-44A2-8671-5AB5E2FF1222}" srcOrd="0" destOrd="0" parTransId="{ED2C1179-FA72-43E6-8C30-879593471A66}" sibTransId="{B8A3635B-65BD-4179-A187-13CBE699D04C}"/>
    <dgm:cxn modelId="{20E3C3D2-FC63-4FC5-9C7F-F09BF5F6E8F2}" srcId="{F81284A4-5132-44A2-8671-5AB5E2FF1222}" destId="{8F2DF0AA-8845-429D-A2CA-5B26BC93D227}" srcOrd="1" destOrd="0" parTransId="{AE7A60EF-F616-47DF-93D6-52DF0A19097A}" sibTransId="{8B6BC36C-7B23-4CEB-B6D4-659EE02EA82C}"/>
    <dgm:cxn modelId="{4F3E1ED7-7C3B-4FFD-9880-3C41DC95DA95}" type="presOf" srcId="{1AFEF44F-71D0-45D5-9C90-06E971EA32D2}" destId="{7EAD2317-6CDF-4535-B44E-D8CD40C47D80}" srcOrd="0" destOrd="0" presId="urn:microsoft.com/office/officeart/2005/8/layout/hList1"/>
    <dgm:cxn modelId="{B6B916E1-6FEB-453D-B21B-BCEBB96B75F9}" srcId="{4B8DC589-4F01-48D4-9006-B0EF36D80596}" destId="{7D144906-365B-4BFD-932A-A467CC990A26}" srcOrd="1" destOrd="0" parTransId="{4CC61FE9-C8EA-43C5-B398-5DB404654438}" sibTransId="{7D08DEC2-A65F-4D26-914B-B4977CF8FDB3}"/>
    <dgm:cxn modelId="{26A7F8E2-67F3-4BDD-963E-6684F35C1F46}" type="presOf" srcId="{0244DB07-8D34-44A5-A3B9-60233651B315}" destId="{7EAD2317-6CDF-4535-B44E-D8CD40C47D80}" srcOrd="0" destOrd="1" presId="urn:microsoft.com/office/officeart/2005/8/layout/hList1"/>
    <dgm:cxn modelId="{FC2288EE-0F90-4CA3-82D1-72C992178594}" type="presOf" srcId="{084C16B0-498E-4713-95A4-B45D1BC33BDA}" destId="{848A9532-E4A1-4874-A4EF-004B05412C1C}" srcOrd="0" destOrd="0" presId="urn:microsoft.com/office/officeart/2005/8/layout/hList1"/>
    <dgm:cxn modelId="{EC9BEBF6-FF03-4ADB-A95C-8C56243C3DBF}" type="presOf" srcId="{3B186D79-E377-4884-84F9-7D074ECA2D15}" destId="{354ABA76-A3B4-46CC-A3BB-D82B5839E5F6}" srcOrd="0" destOrd="0" presId="urn:microsoft.com/office/officeart/2005/8/layout/hList1"/>
    <dgm:cxn modelId="{57B1315D-6355-4B50-8413-CFD7913060E6}" type="presParOf" srcId="{354ABA76-A3B4-46CC-A3BB-D82B5839E5F6}" destId="{2028C6F8-763B-49CF-94EA-045C8EF02E4A}" srcOrd="0" destOrd="0" presId="urn:microsoft.com/office/officeart/2005/8/layout/hList1"/>
    <dgm:cxn modelId="{1CBD5212-728F-4856-B067-4050AE469BED}" type="presParOf" srcId="{2028C6F8-763B-49CF-94EA-045C8EF02E4A}" destId="{9979EFBA-3B63-43CB-A879-E26567492FB8}" srcOrd="0" destOrd="0" presId="urn:microsoft.com/office/officeart/2005/8/layout/hList1"/>
    <dgm:cxn modelId="{7A08E9FA-74C4-459C-8564-12FDED0BC31D}" type="presParOf" srcId="{2028C6F8-763B-49CF-94EA-045C8EF02E4A}" destId="{848A9532-E4A1-4874-A4EF-004B05412C1C}" srcOrd="1" destOrd="0" presId="urn:microsoft.com/office/officeart/2005/8/layout/hList1"/>
    <dgm:cxn modelId="{A14B4A74-6D29-4604-AE15-65349B598CEF}" type="presParOf" srcId="{354ABA76-A3B4-46CC-A3BB-D82B5839E5F6}" destId="{AF532202-3433-4C87-90AB-5AA6A1C48A80}" srcOrd="1" destOrd="0" presId="urn:microsoft.com/office/officeart/2005/8/layout/hList1"/>
    <dgm:cxn modelId="{C4BF1075-04FB-4844-AEC7-CBB28785CE14}" type="presParOf" srcId="{354ABA76-A3B4-46CC-A3BB-D82B5839E5F6}" destId="{6C414FFB-8E19-4A03-B394-20332F964DB3}" srcOrd="2" destOrd="0" presId="urn:microsoft.com/office/officeart/2005/8/layout/hList1"/>
    <dgm:cxn modelId="{E0E5D97D-E7E3-43C9-BCC3-7533D68FC2F6}" type="presParOf" srcId="{6C414FFB-8E19-4A03-B394-20332F964DB3}" destId="{EBF54A04-08F5-447E-B35C-87484A4D8C78}" srcOrd="0" destOrd="0" presId="urn:microsoft.com/office/officeart/2005/8/layout/hList1"/>
    <dgm:cxn modelId="{B5E17E94-205A-406E-8C10-753F09EB4CBB}" type="presParOf" srcId="{6C414FFB-8E19-4A03-B394-20332F964DB3}" destId="{A46C5851-9185-4826-B956-A46878F21E3A}" srcOrd="1" destOrd="0" presId="urn:microsoft.com/office/officeart/2005/8/layout/hList1"/>
    <dgm:cxn modelId="{AAFEF647-32CF-4D2E-84CD-A92D216FC965}" type="presParOf" srcId="{354ABA76-A3B4-46CC-A3BB-D82B5839E5F6}" destId="{8289CF3A-507B-4724-AB17-289156035727}" srcOrd="3" destOrd="0" presId="urn:microsoft.com/office/officeart/2005/8/layout/hList1"/>
    <dgm:cxn modelId="{E28971F5-E8A1-4BDF-A903-D8CE8391F7F3}" type="presParOf" srcId="{354ABA76-A3B4-46CC-A3BB-D82B5839E5F6}" destId="{93999F13-0337-4444-8B17-5D06E2EE2EA9}" srcOrd="4" destOrd="0" presId="urn:microsoft.com/office/officeart/2005/8/layout/hList1"/>
    <dgm:cxn modelId="{5E5A339F-FEB7-4CE4-ADD7-7FC08C769E4D}" type="presParOf" srcId="{93999F13-0337-4444-8B17-5D06E2EE2EA9}" destId="{A4C4B369-4031-4067-9EC2-1784BEF2A911}" srcOrd="0" destOrd="0" presId="urn:microsoft.com/office/officeart/2005/8/layout/hList1"/>
    <dgm:cxn modelId="{E88029CF-9AA0-4325-A3D3-9D9FA51CD102}" type="presParOf" srcId="{93999F13-0337-4444-8B17-5D06E2EE2EA9}" destId="{7B23AAA4-AC86-4B71-9838-2E611200E268}" srcOrd="1" destOrd="0" presId="urn:microsoft.com/office/officeart/2005/8/layout/hList1"/>
    <dgm:cxn modelId="{CF331963-188B-4022-BAA1-BB44CAE30A46}" type="presParOf" srcId="{354ABA76-A3B4-46CC-A3BB-D82B5839E5F6}" destId="{2431BE5F-4794-43DD-B36D-EF3589BD3B82}" srcOrd="5" destOrd="0" presId="urn:microsoft.com/office/officeart/2005/8/layout/hList1"/>
    <dgm:cxn modelId="{EFD8136C-B5A4-42E8-B5BE-B50C88EC3699}" type="presParOf" srcId="{354ABA76-A3B4-46CC-A3BB-D82B5839E5F6}" destId="{F103DFAD-60CD-41EA-AB72-8FA8FDD21DF5}" srcOrd="6" destOrd="0" presId="urn:microsoft.com/office/officeart/2005/8/layout/hList1"/>
    <dgm:cxn modelId="{761110B7-2CAB-476D-B489-500F792C17B1}" type="presParOf" srcId="{F103DFAD-60CD-41EA-AB72-8FA8FDD21DF5}" destId="{F1187844-F155-4B7B-9D5D-71626828A3D6}" srcOrd="0" destOrd="0" presId="urn:microsoft.com/office/officeart/2005/8/layout/hList1"/>
    <dgm:cxn modelId="{CE12F2BA-6B5A-449F-8875-0D9AE587CA3B}" type="presParOf" srcId="{F103DFAD-60CD-41EA-AB72-8FA8FDD21DF5}" destId="{7EAD2317-6CDF-4535-B44E-D8CD40C47D8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EF1B6FBE-DCA4-4BD3-8A31-14009BCA3245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2DF2DC9A-D9D1-47A7-9939-58ADFD87E09A}">
      <dgm:prSet/>
      <dgm:spPr/>
      <dgm:t>
        <a:bodyPr/>
        <a:lstStyle/>
        <a:p>
          <a:r>
            <a:rPr lang="en-US" dirty="0"/>
            <a:t>Every process</a:t>
          </a:r>
        </a:p>
      </dgm:t>
    </dgm:pt>
    <dgm:pt modelId="{9791260C-877A-4919-BD44-8261EF8326A5}" type="parTrans" cxnId="{86F8D1AF-B308-4C3D-B0E8-E1621C156B63}">
      <dgm:prSet/>
      <dgm:spPr/>
      <dgm:t>
        <a:bodyPr/>
        <a:lstStyle/>
        <a:p>
          <a:endParaRPr lang="en-US"/>
        </a:p>
      </dgm:t>
    </dgm:pt>
    <dgm:pt modelId="{F3EC9BEE-752F-4A23-8039-34E58BF30C72}" type="sibTrans" cxnId="{86F8D1AF-B308-4C3D-B0E8-E1621C156B63}">
      <dgm:prSet/>
      <dgm:spPr/>
      <dgm:t>
        <a:bodyPr/>
        <a:lstStyle/>
        <a:p>
          <a:endParaRPr lang="en-US"/>
        </a:p>
      </dgm:t>
    </dgm:pt>
    <dgm:pt modelId="{A2A8DAFF-7B24-4D76-BED5-7B32AE217896}">
      <dgm:prSet/>
      <dgm:spPr/>
      <dgm:t>
        <a:bodyPr/>
        <a:lstStyle/>
        <a:p>
          <a:r>
            <a:rPr lang="en-US" dirty="0"/>
            <a:t>Unlike threads</a:t>
          </a:r>
        </a:p>
      </dgm:t>
    </dgm:pt>
    <dgm:pt modelId="{F9509F8D-FC92-4FFC-9528-30AC1AE09EC2}" type="parTrans" cxnId="{E6104205-DA4E-48C6-AA49-3997FD5E0EEC}">
      <dgm:prSet/>
      <dgm:spPr/>
      <dgm:t>
        <a:bodyPr/>
        <a:lstStyle/>
        <a:p>
          <a:endParaRPr lang="en-US"/>
        </a:p>
      </dgm:t>
    </dgm:pt>
    <dgm:pt modelId="{D8BDF8D6-46D9-4820-A15E-85A72A43521B}" type="sibTrans" cxnId="{E6104205-DA4E-48C6-AA49-3997FD5E0EEC}">
      <dgm:prSet/>
      <dgm:spPr/>
      <dgm:t>
        <a:bodyPr/>
        <a:lstStyle/>
        <a:p>
          <a:endParaRPr lang="en-US"/>
        </a:p>
      </dgm:t>
    </dgm:pt>
    <dgm:pt modelId="{AC15EE0D-90D9-48BF-945F-CC2434FF6834}">
      <dgm:prSet/>
      <dgm:spPr/>
      <dgm:t>
        <a:bodyPr/>
        <a:lstStyle/>
        <a:p>
          <a:r>
            <a:rPr lang="en-US"/>
            <a:t>directly read and write </a:t>
          </a:r>
        </a:p>
      </dgm:t>
    </dgm:pt>
    <dgm:pt modelId="{17900E94-4574-411D-A306-C23EA36DF9CD}" type="parTrans" cxnId="{E6CEAEBC-1BEE-4BBA-A211-08B38F6F3984}">
      <dgm:prSet/>
      <dgm:spPr/>
      <dgm:t>
        <a:bodyPr/>
        <a:lstStyle/>
        <a:p>
          <a:endParaRPr lang="en-US"/>
        </a:p>
      </dgm:t>
    </dgm:pt>
    <dgm:pt modelId="{D199BBB7-1B39-4615-8AB1-EB494472C236}" type="sibTrans" cxnId="{E6CEAEBC-1BEE-4BBA-A211-08B38F6F3984}">
      <dgm:prSet/>
      <dgm:spPr/>
      <dgm:t>
        <a:bodyPr/>
        <a:lstStyle/>
        <a:p>
          <a:endParaRPr lang="en-US"/>
        </a:p>
      </dgm:t>
    </dgm:pt>
    <dgm:pt modelId="{55D184BB-7958-4D07-8C3F-59584A3BC019}">
      <dgm:prSet/>
      <dgm:spPr/>
      <dgm:t>
        <a:bodyPr/>
        <a:lstStyle/>
        <a:p>
          <a:r>
            <a:rPr lang="en-US"/>
            <a:t>another process’s variables</a:t>
          </a:r>
        </a:p>
      </dgm:t>
    </dgm:pt>
    <dgm:pt modelId="{2C103C69-6BBC-4300-BF67-636B72A12336}" type="parTrans" cxnId="{DC5097ED-7844-435C-9BF6-81D05E456AA6}">
      <dgm:prSet/>
      <dgm:spPr/>
      <dgm:t>
        <a:bodyPr/>
        <a:lstStyle/>
        <a:p>
          <a:endParaRPr lang="en-US"/>
        </a:p>
      </dgm:t>
    </dgm:pt>
    <dgm:pt modelId="{D47D65AE-7974-4203-8B55-AC7CB6F9421B}" type="sibTrans" cxnId="{DC5097ED-7844-435C-9BF6-81D05E456AA6}">
      <dgm:prSet/>
      <dgm:spPr/>
      <dgm:t>
        <a:bodyPr/>
        <a:lstStyle/>
        <a:p>
          <a:endParaRPr lang="en-US"/>
        </a:p>
      </dgm:t>
    </dgm:pt>
    <dgm:pt modelId="{06E7EE61-12AE-4509-81CF-6A0A390DA950}">
      <dgm:prSet/>
      <dgm:spPr/>
      <dgm:t>
        <a:bodyPr/>
        <a:lstStyle/>
        <a:p>
          <a:r>
            <a:rPr lang="en-US" dirty="0"/>
            <a:t>a</a:t>
          </a:r>
          <a:r>
            <a:rPr lang="tr-TR" dirty="0"/>
            <a:t> </a:t>
          </a:r>
          <a:r>
            <a:rPr lang="en-US" dirty="0"/>
            <a:t>multithreaded program</a:t>
          </a:r>
        </a:p>
      </dgm:t>
    </dgm:pt>
    <dgm:pt modelId="{3F5EDB8B-2A7D-44FB-8206-23A272C02276}" type="parTrans" cxnId="{FC9AE4F8-947C-40D5-B416-EA6E3DB0745C}">
      <dgm:prSet/>
      <dgm:spPr/>
      <dgm:t>
        <a:bodyPr/>
        <a:lstStyle/>
        <a:p>
          <a:endParaRPr lang="en-US"/>
        </a:p>
      </dgm:t>
    </dgm:pt>
    <dgm:pt modelId="{AEA754A5-A223-4B08-8627-7D213B4C924B}" type="sibTrans" cxnId="{FC9AE4F8-947C-40D5-B416-EA6E3DB0745C}">
      <dgm:prSet/>
      <dgm:spPr/>
      <dgm:t>
        <a:bodyPr/>
        <a:lstStyle/>
        <a:p>
          <a:endParaRPr lang="en-US"/>
        </a:p>
      </dgm:t>
    </dgm:pt>
    <dgm:pt modelId="{3796E635-3BA3-4A64-AF9A-0B6E6D377529}">
      <dgm:prSet/>
      <dgm:spPr/>
      <dgm:t>
        <a:bodyPr/>
        <a:lstStyle/>
        <a:p>
          <a:r>
            <a:rPr lang="en-US" dirty="0"/>
            <a:t>multiple processes of the same program</a:t>
          </a:r>
        </a:p>
      </dgm:t>
    </dgm:pt>
    <dgm:pt modelId="{C2931ECF-CD93-49B0-9F77-09C618E0C26A}" type="parTrans" cxnId="{963B1FF4-B014-4590-97C1-F4FF229ABCC0}">
      <dgm:prSet/>
      <dgm:spPr/>
      <dgm:t>
        <a:bodyPr/>
        <a:lstStyle/>
        <a:p>
          <a:endParaRPr lang="en-US"/>
        </a:p>
      </dgm:t>
    </dgm:pt>
    <dgm:pt modelId="{4B4D8CE4-07B5-41F5-B680-F40B29BE2F06}" type="sibTrans" cxnId="{963B1FF4-B014-4590-97C1-F4FF229ABCC0}">
      <dgm:prSet/>
      <dgm:spPr/>
      <dgm:t>
        <a:bodyPr/>
        <a:lstStyle/>
        <a:p>
          <a:endParaRPr lang="en-US"/>
        </a:p>
      </dgm:t>
    </dgm:pt>
    <dgm:pt modelId="{BC534015-53A3-4B94-AEF6-3C3CFE007EC3}">
      <dgm:prSet/>
      <dgm:spPr/>
      <dgm:t>
        <a:bodyPr/>
        <a:lstStyle/>
        <a:p>
          <a:r>
            <a:rPr lang="en-US" dirty="0"/>
            <a:t>is like having</a:t>
          </a:r>
          <a:r>
            <a:rPr lang="tr-TR" dirty="0"/>
            <a:t> </a:t>
          </a:r>
          <a:r>
            <a:rPr lang="en-US" dirty="0"/>
            <a:t>a friend</a:t>
          </a:r>
        </a:p>
      </dgm:t>
    </dgm:pt>
    <dgm:pt modelId="{2374FF60-6B9F-49DA-A9D6-8522C1D21322}" type="parTrans" cxnId="{54CE5DB3-10C1-4E16-A1DF-A083913F8BAD}">
      <dgm:prSet/>
      <dgm:spPr/>
      <dgm:t>
        <a:bodyPr/>
        <a:lstStyle/>
        <a:p>
          <a:endParaRPr lang="en-US"/>
        </a:p>
      </dgm:t>
    </dgm:pt>
    <dgm:pt modelId="{1051DD33-C23F-48DE-ADDD-617072BFC18C}" type="sibTrans" cxnId="{54CE5DB3-10C1-4E16-A1DF-A083913F8BAD}">
      <dgm:prSet/>
      <dgm:spPr/>
      <dgm:t>
        <a:bodyPr/>
        <a:lstStyle/>
        <a:p>
          <a:endParaRPr lang="en-US"/>
        </a:p>
      </dgm:t>
    </dgm:pt>
    <dgm:pt modelId="{5FD0032E-2DA2-45EA-957D-BD1BBECD76F5}">
      <dgm:prSet/>
      <dgm:spPr/>
      <dgm:t>
        <a:bodyPr/>
        <a:lstStyle/>
        <a:p>
          <a:r>
            <a:rPr lang="en-US" dirty="0"/>
            <a:t>both</a:t>
          </a:r>
          <a:r>
            <a:rPr lang="tr-TR" dirty="0"/>
            <a:t> </a:t>
          </a:r>
          <a:r>
            <a:rPr lang="en-US" dirty="0"/>
            <a:t>independently executing.</a:t>
          </a:r>
        </a:p>
      </dgm:t>
    </dgm:pt>
    <dgm:pt modelId="{8E704D89-630C-4FF6-8AA6-19C6A4ADF832}" type="parTrans" cxnId="{A3E6FD95-0918-47F1-B164-61E7D202B7FD}">
      <dgm:prSet/>
      <dgm:spPr/>
      <dgm:t>
        <a:bodyPr/>
        <a:lstStyle/>
        <a:p>
          <a:endParaRPr lang="en-US"/>
        </a:p>
      </dgm:t>
    </dgm:pt>
    <dgm:pt modelId="{95F33EAA-072A-4BFB-B6CB-64AFE8A333EC}" type="sibTrans" cxnId="{A3E6FD95-0918-47F1-B164-61E7D202B7FD}">
      <dgm:prSet/>
      <dgm:spPr/>
      <dgm:t>
        <a:bodyPr/>
        <a:lstStyle/>
        <a:p>
          <a:endParaRPr lang="en-US"/>
        </a:p>
      </dgm:t>
    </dgm:pt>
    <dgm:pt modelId="{9591880F-6139-45A6-BD45-D1C5F6AF4859}">
      <dgm:prSet/>
      <dgm:spPr/>
      <dgm:t>
        <a:bodyPr/>
        <a:lstStyle/>
        <a:p>
          <a:r>
            <a:rPr lang="en-US"/>
            <a:t>can have multiple threads. </a:t>
          </a:r>
        </a:p>
      </dgm:t>
    </dgm:pt>
    <dgm:pt modelId="{E206AAA2-C07F-4546-B099-D40E113E6D54}" type="parTrans" cxnId="{8B944454-87D1-49EE-8AF0-47C4F97A8E86}">
      <dgm:prSet/>
      <dgm:spPr/>
      <dgm:t>
        <a:bodyPr/>
        <a:lstStyle/>
        <a:p>
          <a:endParaRPr lang="en-US"/>
        </a:p>
      </dgm:t>
    </dgm:pt>
    <dgm:pt modelId="{1B2C826A-28CD-4A44-9422-2E45A4B20B04}" type="sibTrans" cxnId="{8B944454-87D1-49EE-8AF0-47C4F97A8E86}">
      <dgm:prSet/>
      <dgm:spPr/>
      <dgm:t>
        <a:bodyPr/>
        <a:lstStyle/>
        <a:p>
          <a:endParaRPr lang="en-US"/>
        </a:p>
      </dgm:t>
    </dgm:pt>
    <dgm:pt modelId="{257BB9FF-AE63-421F-8741-65BF714AE88B}">
      <dgm:prSet/>
      <dgm:spPr/>
      <dgm:t>
        <a:bodyPr/>
        <a:lstStyle/>
        <a:p>
          <a:r>
            <a:rPr lang="en-US"/>
            <a:t>a </a:t>
          </a:r>
          <a:r>
            <a:rPr lang="en-US" dirty="0"/>
            <a:t>process cannot</a:t>
          </a:r>
          <a:r>
            <a:rPr lang="tr-TR" dirty="0"/>
            <a:t> </a:t>
          </a:r>
          <a:endParaRPr lang="en-US" dirty="0"/>
        </a:p>
      </dgm:t>
    </dgm:pt>
    <dgm:pt modelId="{750C097E-D974-4E0B-939E-4C5E1B14683E}" type="parTrans" cxnId="{68C0A4D9-AA07-47D8-B033-6A402298E9CF}">
      <dgm:prSet/>
      <dgm:spPr/>
      <dgm:t>
        <a:bodyPr/>
        <a:lstStyle/>
        <a:p>
          <a:endParaRPr lang="en-US"/>
        </a:p>
      </dgm:t>
    </dgm:pt>
    <dgm:pt modelId="{5A3DE649-71C2-47F3-9BDC-0FBC518CA7E0}" type="sibTrans" cxnId="{68C0A4D9-AA07-47D8-B033-6A402298E9CF}">
      <dgm:prSet/>
      <dgm:spPr/>
      <dgm:t>
        <a:bodyPr/>
        <a:lstStyle/>
        <a:p>
          <a:endParaRPr lang="en-US"/>
        </a:p>
      </dgm:t>
    </dgm:pt>
    <dgm:pt modelId="{0C9A75ED-7442-415A-81FE-BDEF6149C2F5}">
      <dgm:prSet/>
      <dgm:spPr/>
      <dgm:t>
        <a:bodyPr/>
        <a:lstStyle/>
        <a:p>
          <a:r>
            <a:rPr lang="en-US" dirty="0"/>
            <a:t> as having multiple fingers</a:t>
          </a:r>
        </a:p>
      </dgm:t>
    </dgm:pt>
    <dgm:pt modelId="{0D3D9F7E-EE46-48B8-8C0C-22B69CB22FE4}" type="parTrans" cxnId="{BEDEF244-8395-46B1-86E2-DD3BA2C8C06E}">
      <dgm:prSet/>
      <dgm:spPr/>
      <dgm:t>
        <a:bodyPr/>
        <a:lstStyle/>
        <a:p>
          <a:endParaRPr lang="en-US"/>
        </a:p>
      </dgm:t>
    </dgm:pt>
    <dgm:pt modelId="{032F98F3-1C6E-4EBA-B894-0BD97FB5B010}" type="sibTrans" cxnId="{BEDEF244-8395-46B1-86E2-DD3BA2C8C06E}">
      <dgm:prSet/>
      <dgm:spPr/>
      <dgm:t>
        <a:bodyPr/>
        <a:lstStyle/>
        <a:p>
          <a:endParaRPr lang="en-US"/>
        </a:p>
      </dgm:t>
    </dgm:pt>
    <dgm:pt modelId="{2F59EF32-CAC6-4174-A139-939BDB74118C}">
      <dgm:prSet/>
      <dgm:spPr/>
      <dgm:t>
        <a:bodyPr/>
        <a:lstStyle/>
        <a:p>
          <a:r>
            <a:rPr lang="en-US"/>
            <a:t>with </a:t>
          </a:r>
          <a:r>
            <a:rPr lang="en-US" dirty="0"/>
            <a:t>a separate copy of the program’s source code. </a:t>
          </a:r>
        </a:p>
      </dgm:t>
    </dgm:pt>
    <dgm:pt modelId="{FFD47EC2-3E27-4FC9-9CF7-545DC0E05CC8}" type="parTrans" cxnId="{BBD79FA3-4BE1-4A62-9550-F6F332175186}">
      <dgm:prSet/>
      <dgm:spPr/>
      <dgm:t>
        <a:bodyPr/>
        <a:lstStyle/>
        <a:p>
          <a:endParaRPr lang="en-US"/>
        </a:p>
      </dgm:t>
    </dgm:pt>
    <dgm:pt modelId="{2CEA17EF-6172-4516-A5DF-B7E3B1ED2B5E}" type="sibTrans" cxnId="{BBD79FA3-4BE1-4A62-9550-F6F332175186}">
      <dgm:prSet/>
      <dgm:spPr/>
      <dgm:t>
        <a:bodyPr/>
        <a:lstStyle/>
        <a:p>
          <a:endParaRPr lang="en-US"/>
        </a:p>
      </dgm:t>
    </dgm:pt>
    <dgm:pt modelId="{AC5F08CB-6E1F-475E-A26B-9DFC558B8EFB}">
      <dgm:prSet/>
      <dgm:spPr/>
      <dgm:t>
        <a:bodyPr/>
        <a:lstStyle/>
        <a:p>
          <a:r>
            <a:rPr lang="en-US"/>
            <a:t>following </a:t>
          </a:r>
          <a:r>
            <a:rPr lang="en-US" dirty="0"/>
            <a:t>source code</a:t>
          </a:r>
        </a:p>
      </dgm:t>
    </dgm:pt>
    <dgm:pt modelId="{D1374AFE-9E5B-4441-BA7F-1E19FC9EDFA9}" type="parTrans" cxnId="{CC819DCE-6910-499B-8511-C3CA3CB60491}">
      <dgm:prSet/>
      <dgm:spPr/>
      <dgm:t>
        <a:bodyPr/>
        <a:lstStyle/>
        <a:p>
          <a:endParaRPr lang="en-US"/>
        </a:p>
      </dgm:t>
    </dgm:pt>
    <dgm:pt modelId="{D87B91D7-44AF-4613-9882-51D0D5A3A999}" type="sibTrans" cxnId="{CC819DCE-6910-499B-8511-C3CA3CB60491}">
      <dgm:prSet/>
      <dgm:spPr/>
      <dgm:t>
        <a:bodyPr/>
        <a:lstStyle/>
        <a:p>
          <a:endParaRPr lang="en-US"/>
        </a:p>
      </dgm:t>
    </dgm:pt>
    <dgm:pt modelId="{C6A8001B-6B9C-4A96-8D76-85EF1FD05E12}" type="pres">
      <dgm:prSet presAssocID="{EF1B6FBE-DCA4-4BD3-8A31-14009BCA3245}" presName="Name0" presStyleCnt="0">
        <dgm:presLayoutVars>
          <dgm:dir/>
          <dgm:animLvl val="lvl"/>
          <dgm:resizeHandles val="exact"/>
        </dgm:presLayoutVars>
      </dgm:prSet>
      <dgm:spPr/>
    </dgm:pt>
    <dgm:pt modelId="{7941A52B-0602-4D95-88D7-05B3C1BD3EB5}" type="pres">
      <dgm:prSet presAssocID="{2DF2DC9A-D9D1-47A7-9939-58ADFD87E09A}" presName="composite" presStyleCnt="0"/>
      <dgm:spPr/>
    </dgm:pt>
    <dgm:pt modelId="{ED67C552-FCD2-41AB-9B9A-798935D21226}" type="pres">
      <dgm:prSet presAssocID="{2DF2DC9A-D9D1-47A7-9939-58ADFD87E09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15188BFE-CDC1-4A77-A9A5-B37AB48A0AFE}" type="pres">
      <dgm:prSet presAssocID="{2DF2DC9A-D9D1-47A7-9939-58ADFD87E09A}" presName="desTx" presStyleLbl="alignAccFollowNode1" presStyleIdx="0" presStyleCnt="4">
        <dgm:presLayoutVars>
          <dgm:bulletEnabled val="1"/>
        </dgm:presLayoutVars>
      </dgm:prSet>
      <dgm:spPr/>
    </dgm:pt>
    <dgm:pt modelId="{EB95A605-A868-4B8A-A104-EAD7C0E9F0B3}" type="pres">
      <dgm:prSet presAssocID="{F3EC9BEE-752F-4A23-8039-34E58BF30C72}" presName="space" presStyleCnt="0"/>
      <dgm:spPr/>
    </dgm:pt>
    <dgm:pt modelId="{2DE61035-0236-42FF-99B8-061797FAB784}" type="pres">
      <dgm:prSet presAssocID="{A2A8DAFF-7B24-4D76-BED5-7B32AE217896}" presName="composite" presStyleCnt="0"/>
      <dgm:spPr/>
    </dgm:pt>
    <dgm:pt modelId="{EEEAA785-67AE-4432-9874-E400278C54DD}" type="pres">
      <dgm:prSet presAssocID="{A2A8DAFF-7B24-4D76-BED5-7B32AE21789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D42B42B8-2E7C-4A59-9190-D1122888FA65}" type="pres">
      <dgm:prSet presAssocID="{A2A8DAFF-7B24-4D76-BED5-7B32AE217896}" presName="desTx" presStyleLbl="alignAccFollowNode1" presStyleIdx="1" presStyleCnt="4">
        <dgm:presLayoutVars>
          <dgm:bulletEnabled val="1"/>
        </dgm:presLayoutVars>
      </dgm:prSet>
      <dgm:spPr/>
    </dgm:pt>
    <dgm:pt modelId="{E9717A9E-E470-4D56-8833-92A8A8B79467}" type="pres">
      <dgm:prSet presAssocID="{D8BDF8D6-46D9-4820-A15E-85A72A43521B}" presName="space" presStyleCnt="0"/>
      <dgm:spPr/>
    </dgm:pt>
    <dgm:pt modelId="{CFFB2505-6FEE-4FD8-8431-80A310F1C9C4}" type="pres">
      <dgm:prSet presAssocID="{06E7EE61-12AE-4509-81CF-6A0A390DA950}" presName="composite" presStyleCnt="0"/>
      <dgm:spPr/>
    </dgm:pt>
    <dgm:pt modelId="{B2F05C17-03A7-46D7-A68A-C2C609A1BD09}" type="pres">
      <dgm:prSet presAssocID="{06E7EE61-12AE-4509-81CF-6A0A390DA950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D2B975A7-21B8-455A-B44F-A8F1DB4DAA50}" type="pres">
      <dgm:prSet presAssocID="{06E7EE61-12AE-4509-81CF-6A0A390DA950}" presName="desTx" presStyleLbl="alignAccFollowNode1" presStyleIdx="2" presStyleCnt="4">
        <dgm:presLayoutVars>
          <dgm:bulletEnabled val="1"/>
        </dgm:presLayoutVars>
      </dgm:prSet>
      <dgm:spPr/>
    </dgm:pt>
    <dgm:pt modelId="{62848E54-5FDE-4E25-83B4-8FC8B931D629}" type="pres">
      <dgm:prSet presAssocID="{AEA754A5-A223-4B08-8627-7D213B4C924B}" presName="space" presStyleCnt="0"/>
      <dgm:spPr/>
    </dgm:pt>
    <dgm:pt modelId="{64602CF9-46FD-4340-B3E9-D6C2085E2107}" type="pres">
      <dgm:prSet presAssocID="{3796E635-3BA3-4A64-AF9A-0B6E6D377529}" presName="composite" presStyleCnt="0"/>
      <dgm:spPr/>
    </dgm:pt>
    <dgm:pt modelId="{BBF56BD6-5510-47F4-A07D-8AA2DFDE74BC}" type="pres">
      <dgm:prSet presAssocID="{3796E635-3BA3-4A64-AF9A-0B6E6D377529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8ADADD63-0181-42F3-95FC-1E209ACEB9DD}" type="pres">
      <dgm:prSet presAssocID="{3796E635-3BA3-4A64-AF9A-0B6E6D377529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E6104205-DA4E-48C6-AA49-3997FD5E0EEC}" srcId="{EF1B6FBE-DCA4-4BD3-8A31-14009BCA3245}" destId="{A2A8DAFF-7B24-4D76-BED5-7B32AE217896}" srcOrd="1" destOrd="0" parTransId="{F9509F8D-FC92-4FFC-9528-30AC1AE09EC2}" sibTransId="{D8BDF8D6-46D9-4820-A15E-85A72A43521B}"/>
    <dgm:cxn modelId="{2ECE9D1C-E371-4D97-8541-2578080F3BE5}" type="presOf" srcId="{9591880F-6139-45A6-BD45-D1C5F6AF4859}" destId="{15188BFE-CDC1-4A77-A9A5-B37AB48A0AFE}" srcOrd="0" destOrd="0" presId="urn:microsoft.com/office/officeart/2005/8/layout/hList1"/>
    <dgm:cxn modelId="{0E78DA35-6B50-4F53-8339-D0D14CAB1673}" type="presOf" srcId="{2DF2DC9A-D9D1-47A7-9939-58ADFD87E09A}" destId="{ED67C552-FCD2-41AB-9B9A-798935D21226}" srcOrd="0" destOrd="0" presId="urn:microsoft.com/office/officeart/2005/8/layout/hList1"/>
    <dgm:cxn modelId="{BEDEF244-8395-46B1-86E2-DD3BA2C8C06E}" srcId="{06E7EE61-12AE-4509-81CF-6A0A390DA950}" destId="{0C9A75ED-7442-415A-81FE-BDEF6149C2F5}" srcOrd="0" destOrd="0" parTransId="{0D3D9F7E-EE46-48B8-8C0C-22B69CB22FE4}" sibTransId="{032F98F3-1C6E-4EBA-B894-0BD97FB5B010}"/>
    <dgm:cxn modelId="{61BA7F46-26CE-4A1B-9ACD-872F25BB86A4}" type="presOf" srcId="{BC534015-53A3-4B94-AEF6-3C3CFE007EC3}" destId="{8ADADD63-0181-42F3-95FC-1E209ACEB9DD}" srcOrd="0" destOrd="0" presId="urn:microsoft.com/office/officeart/2005/8/layout/hList1"/>
    <dgm:cxn modelId="{AAE24B6E-A523-4CCB-A410-538BE8AB278E}" type="presOf" srcId="{AC5F08CB-6E1F-475E-A26B-9DFC558B8EFB}" destId="{D2B975A7-21B8-455A-B44F-A8F1DB4DAA50}" srcOrd="0" destOrd="1" presId="urn:microsoft.com/office/officeart/2005/8/layout/hList1"/>
    <dgm:cxn modelId="{77BCC54F-5938-472B-85BF-E64307D7FD0C}" type="presOf" srcId="{AC15EE0D-90D9-48BF-945F-CC2434FF6834}" destId="{D42B42B8-2E7C-4A59-9190-D1122888FA65}" srcOrd="0" destOrd="1" presId="urn:microsoft.com/office/officeart/2005/8/layout/hList1"/>
    <dgm:cxn modelId="{8B944454-87D1-49EE-8AF0-47C4F97A8E86}" srcId="{2DF2DC9A-D9D1-47A7-9939-58ADFD87E09A}" destId="{9591880F-6139-45A6-BD45-D1C5F6AF4859}" srcOrd="0" destOrd="0" parTransId="{E206AAA2-C07F-4546-B099-D40E113E6D54}" sibTransId="{1B2C826A-28CD-4A44-9422-2E45A4B20B04}"/>
    <dgm:cxn modelId="{A3E6FD95-0918-47F1-B164-61E7D202B7FD}" srcId="{3796E635-3BA3-4A64-AF9A-0B6E6D377529}" destId="{5FD0032E-2DA2-45EA-957D-BD1BBECD76F5}" srcOrd="2" destOrd="0" parTransId="{8E704D89-630C-4FF6-8AA6-19C6A4ADF832}" sibTransId="{95F33EAA-072A-4BFB-B6CB-64AFE8A333EC}"/>
    <dgm:cxn modelId="{C3154E9E-39CD-44E6-9B46-68B1BB4276AB}" type="presOf" srcId="{0C9A75ED-7442-415A-81FE-BDEF6149C2F5}" destId="{D2B975A7-21B8-455A-B44F-A8F1DB4DAA50}" srcOrd="0" destOrd="0" presId="urn:microsoft.com/office/officeart/2005/8/layout/hList1"/>
    <dgm:cxn modelId="{E199A09F-CBB9-4068-89AF-898AA9D5EC6B}" type="presOf" srcId="{55D184BB-7958-4D07-8C3F-59584A3BC019}" destId="{D42B42B8-2E7C-4A59-9190-D1122888FA65}" srcOrd="0" destOrd="2" presId="urn:microsoft.com/office/officeart/2005/8/layout/hList1"/>
    <dgm:cxn modelId="{BBD79FA3-4BE1-4A62-9550-F6F332175186}" srcId="{3796E635-3BA3-4A64-AF9A-0B6E6D377529}" destId="{2F59EF32-CAC6-4174-A139-939BDB74118C}" srcOrd="1" destOrd="0" parTransId="{FFD47EC2-3E27-4FC9-9CF7-545DC0E05CC8}" sibTransId="{2CEA17EF-6172-4516-A5DF-B7E3B1ED2B5E}"/>
    <dgm:cxn modelId="{86F8D1AF-B308-4C3D-B0E8-E1621C156B63}" srcId="{EF1B6FBE-DCA4-4BD3-8A31-14009BCA3245}" destId="{2DF2DC9A-D9D1-47A7-9939-58ADFD87E09A}" srcOrd="0" destOrd="0" parTransId="{9791260C-877A-4919-BD44-8261EF8326A5}" sibTransId="{F3EC9BEE-752F-4A23-8039-34E58BF30C72}"/>
    <dgm:cxn modelId="{54CE5DB3-10C1-4E16-A1DF-A083913F8BAD}" srcId="{3796E635-3BA3-4A64-AF9A-0B6E6D377529}" destId="{BC534015-53A3-4B94-AEF6-3C3CFE007EC3}" srcOrd="0" destOrd="0" parTransId="{2374FF60-6B9F-49DA-A9D6-8522C1D21322}" sibTransId="{1051DD33-C23F-48DE-ADDD-617072BFC18C}"/>
    <dgm:cxn modelId="{E6CEAEBC-1BEE-4BBA-A211-08B38F6F3984}" srcId="{A2A8DAFF-7B24-4D76-BED5-7B32AE217896}" destId="{AC15EE0D-90D9-48BF-945F-CC2434FF6834}" srcOrd="1" destOrd="0" parTransId="{17900E94-4574-411D-A306-C23EA36DF9CD}" sibTransId="{D199BBB7-1B39-4615-8AB1-EB494472C236}"/>
    <dgm:cxn modelId="{5954B0C1-0E0D-41B6-A92E-3CE0539434C9}" type="presOf" srcId="{5FD0032E-2DA2-45EA-957D-BD1BBECD76F5}" destId="{8ADADD63-0181-42F3-95FC-1E209ACEB9DD}" srcOrd="0" destOrd="2" presId="urn:microsoft.com/office/officeart/2005/8/layout/hList1"/>
    <dgm:cxn modelId="{CC819DCE-6910-499B-8511-C3CA3CB60491}" srcId="{06E7EE61-12AE-4509-81CF-6A0A390DA950}" destId="{AC5F08CB-6E1F-475E-A26B-9DFC558B8EFB}" srcOrd="1" destOrd="0" parTransId="{D1374AFE-9E5B-4441-BA7F-1E19FC9EDFA9}" sibTransId="{D87B91D7-44AF-4613-9882-51D0D5A3A999}"/>
    <dgm:cxn modelId="{51C2E8D1-0F06-4018-A3D8-C773E1BA56A0}" type="presOf" srcId="{2F59EF32-CAC6-4174-A139-939BDB74118C}" destId="{8ADADD63-0181-42F3-95FC-1E209ACEB9DD}" srcOrd="0" destOrd="1" presId="urn:microsoft.com/office/officeart/2005/8/layout/hList1"/>
    <dgm:cxn modelId="{68C0A4D9-AA07-47D8-B033-6A402298E9CF}" srcId="{A2A8DAFF-7B24-4D76-BED5-7B32AE217896}" destId="{257BB9FF-AE63-421F-8741-65BF714AE88B}" srcOrd="0" destOrd="0" parTransId="{750C097E-D974-4E0B-939E-4C5E1B14683E}" sibTransId="{5A3DE649-71C2-47F3-9BDC-0FBC518CA7E0}"/>
    <dgm:cxn modelId="{A344E4E2-86D4-4047-8681-3A0C5A7FF782}" type="presOf" srcId="{3796E635-3BA3-4A64-AF9A-0B6E6D377529}" destId="{BBF56BD6-5510-47F4-A07D-8AA2DFDE74BC}" srcOrd="0" destOrd="0" presId="urn:microsoft.com/office/officeart/2005/8/layout/hList1"/>
    <dgm:cxn modelId="{54D341E3-C812-4453-91BA-610E6D0B5AAF}" type="presOf" srcId="{EF1B6FBE-DCA4-4BD3-8A31-14009BCA3245}" destId="{C6A8001B-6B9C-4A96-8D76-85EF1FD05E12}" srcOrd="0" destOrd="0" presId="urn:microsoft.com/office/officeart/2005/8/layout/hList1"/>
    <dgm:cxn modelId="{DC5097ED-7844-435C-9BF6-81D05E456AA6}" srcId="{A2A8DAFF-7B24-4D76-BED5-7B32AE217896}" destId="{55D184BB-7958-4D07-8C3F-59584A3BC019}" srcOrd="2" destOrd="0" parTransId="{2C103C69-6BBC-4300-BF67-636B72A12336}" sibTransId="{D47D65AE-7974-4203-8B55-AC7CB6F9421B}"/>
    <dgm:cxn modelId="{2AEFD1F0-B67C-4DDF-99B2-A0D8C897410C}" type="presOf" srcId="{06E7EE61-12AE-4509-81CF-6A0A390DA950}" destId="{B2F05C17-03A7-46D7-A68A-C2C609A1BD09}" srcOrd="0" destOrd="0" presId="urn:microsoft.com/office/officeart/2005/8/layout/hList1"/>
    <dgm:cxn modelId="{963B1FF4-B014-4590-97C1-F4FF229ABCC0}" srcId="{EF1B6FBE-DCA4-4BD3-8A31-14009BCA3245}" destId="{3796E635-3BA3-4A64-AF9A-0B6E6D377529}" srcOrd="3" destOrd="0" parTransId="{C2931ECF-CD93-49B0-9F77-09C618E0C26A}" sibTransId="{4B4D8CE4-07B5-41F5-B680-F40B29BE2F06}"/>
    <dgm:cxn modelId="{FC9AE4F8-947C-40D5-B416-EA6E3DB0745C}" srcId="{EF1B6FBE-DCA4-4BD3-8A31-14009BCA3245}" destId="{06E7EE61-12AE-4509-81CF-6A0A390DA950}" srcOrd="2" destOrd="0" parTransId="{3F5EDB8B-2A7D-44FB-8206-23A272C02276}" sibTransId="{AEA754A5-A223-4B08-8627-7D213B4C924B}"/>
    <dgm:cxn modelId="{D67C3DFC-FA11-437C-8E7F-D5BD620B23C1}" type="presOf" srcId="{A2A8DAFF-7B24-4D76-BED5-7B32AE217896}" destId="{EEEAA785-67AE-4432-9874-E400278C54DD}" srcOrd="0" destOrd="0" presId="urn:microsoft.com/office/officeart/2005/8/layout/hList1"/>
    <dgm:cxn modelId="{A398B1FF-0944-43C8-AB63-F8D0EF47B591}" type="presOf" srcId="{257BB9FF-AE63-421F-8741-65BF714AE88B}" destId="{D42B42B8-2E7C-4A59-9190-D1122888FA65}" srcOrd="0" destOrd="0" presId="urn:microsoft.com/office/officeart/2005/8/layout/hList1"/>
    <dgm:cxn modelId="{DF681E51-345D-4E34-93D5-124DD439A39E}" type="presParOf" srcId="{C6A8001B-6B9C-4A96-8D76-85EF1FD05E12}" destId="{7941A52B-0602-4D95-88D7-05B3C1BD3EB5}" srcOrd="0" destOrd="0" presId="urn:microsoft.com/office/officeart/2005/8/layout/hList1"/>
    <dgm:cxn modelId="{2A8AC79C-4F1E-497E-9C3C-1297B0C105A5}" type="presParOf" srcId="{7941A52B-0602-4D95-88D7-05B3C1BD3EB5}" destId="{ED67C552-FCD2-41AB-9B9A-798935D21226}" srcOrd="0" destOrd="0" presId="urn:microsoft.com/office/officeart/2005/8/layout/hList1"/>
    <dgm:cxn modelId="{45B166C5-87AA-4AFF-A01A-77D81702A4CA}" type="presParOf" srcId="{7941A52B-0602-4D95-88D7-05B3C1BD3EB5}" destId="{15188BFE-CDC1-4A77-A9A5-B37AB48A0AFE}" srcOrd="1" destOrd="0" presId="urn:microsoft.com/office/officeart/2005/8/layout/hList1"/>
    <dgm:cxn modelId="{CDBB1378-8668-40DA-AA8B-147271CA92AD}" type="presParOf" srcId="{C6A8001B-6B9C-4A96-8D76-85EF1FD05E12}" destId="{EB95A605-A868-4B8A-A104-EAD7C0E9F0B3}" srcOrd="1" destOrd="0" presId="urn:microsoft.com/office/officeart/2005/8/layout/hList1"/>
    <dgm:cxn modelId="{E155100D-2AB3-47F5-9693-420D1722162F}" type="presParOf" srcId="{C6A8001B-6B9C-4A96-8D76-85EF1FD05E12}" destId="{2DE61035-0236-42FF-99B8-061797FAB784}" srcOrd="2" destOrd="0" presId="urn:microsoft.com/office/officeart/2005/8/layout/hList1"/>
    <dgm:cxn modelId="{1360640B-657D-447E-9D74-35186092E8F1}" type="presParOf" srcId="{2DE61035-0236-42FF-99B8-061797FAB784}" destId="{EEEAA785-67AE-4432-9874-E400278C54DD}" srcOrd="0" destOrd="0" presId="urn:microsoft.com/office/officeart/2005/8/layout/hList1"/>
    <dgm:cxn modelId="{86DB5D8A-6048-4A42-A4C2-FF361BB67EAA}" type="presParOf" srcId="{2DE61035-0236-42FF-99B8-061797FAB784}" destId="{D42B42B8-2E7C-4A59-9190-D1122888FA65}" srcOrd="1" destOrd="0" presId="urn:microsoft.com/office/officeart/2005/8/layout/hList1"/>
    <dgm:cxn modelId="{5ECAAB3B-685F-4BE2-8B33-F44FD360ECEE}" type="presParOf" srcId="{C6A8001B-6B9C-4A96-8D76-85EF1FD05E12}" destId="{E9717A9E-E470-4D56-8833-92A8A8B79467}" srcOrd="3" destOrd="0" presId="urn:microsoft.com/office/officeart/2005/8/layout/hList1"/>
    <dgm:cxn modelId="{5DA1CD73-BBA4-490D-B56B-25A0DE52FA80}" type="presParOf" srcId="{C6A8001B-6B9C-4A96-8D76-85EF1FD05E12}" destId="{CFFB2505-6FEE-4FD8-8431-80A310F1C9C4}" srcOrd="4" destOrd="0" presId="urn:microsoft.com/office/officeart/2005/8/layout/hList1"/>
    <dgm:cxn modelId="{915A325D-5E61-4AEF-95E9-378C0E5DAC88}" type="presParOf" srcId="{CFFB2505-6FEE-4FD8-8431-80A310F1C9C4}" destId="{B2F05C17-03A7-46D7-A68A-C2C609A1BD09}" srcOrd="0" destOrd="0" presId="urn:microsoft.com/office/officeart/2005/8/layout/hList1"/>
    <dgm:cxn modelId="{DDCF33D4-5603-4E42-ABF1-F76C40A0E3B6}" type="presParOf" srcId="{CFFB2505-6FEE-4FD8-8431-80A310F1C9C4}" destId="{D2B975A7-21B8-455A-B44F-A8F1DB4DAA50}" srcOrd="1" destOrd="0" presId="urn:microsoft.com/office/officeart/2005/8/layout/hList1"/>
    <dgm:cxn modelId="{B472B116-AF65-42FF-9F78-E1E7F132128E}" type="presParOf" srcId="{C6A8001B-6B9C-4A96-8D76-85EF1FD05E12}" destId="{62848E54-5FDE-4E25-83B4-8FC8B931D629}" srcOrd="5" destOrd="0" presId="urn:microsoft.com/office/officeart/2005/8/layout/hList1"/>
    <dgm:cxn modelId="{4F6E724C-DF71-40BE-A5BE-F1259BAAD8E5}" type="presParOf" srcId="{C6A8001B-6B9C-4A96-8D76-85EF1FD05E12}" destId="{64602CF9-46FD-4340-B3E9-D6C2085E2107}" srcOrd="6" destOrd="0" presId="urn:microsoft.com/office/officeart/2005/8/layout/hList1"/>
    <dgm:cxn modelId="{DAB376F3-9E4B-4BF6-A8AA-0318B3B4AB21}" type="presParOf" srcId="{64602CF9-46FD-4340-B3E9-D6C2085E2107}" destId="{BBF56BD6-5510-47F4-A07D-8AA2DFDE74BC}" srcOrd="0" destOrd="0" presId="urn:microsoft.com/office/officeart/2005/8/layout/hList1"/>
    <dgm:cxn modelId="{43A74489-2F87-4A75-BC13-58C34C80187F}" type="presParOf" srcId="{64602CF9-46FD-4340-B3E9-D6C2085E2107}" destId="{8ADADD63-0181-42F3-95FC-1E209ACEB9D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05EFE941-CCA6-4573-9D9A-3D4D8A9DFABA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5594E81-2F2B-4C9B-88C9-765B62F89C56}">
      <dgm:prSet/>
      <dgm:spPr/>
      <dgm:t>
        <a:bodyPr/>
        <a:lstStyle/>
        <a:p>
          <a:r>
            <a:rPr lang="en-US" dirty="0"/>
            <a:t>Pass</a:t>
          </a:r>
          <a:r>
            <a:rPr lang="tr-TR" dirty="0"/>
            <a:t> </a:t>
          </a:r>
          <a:r>
            <a:rPr lang="en-US" dirty="0"/>
            <a:t>the program’s filename </a:t>
          </a:r>
        </a:p>
      </dgm:t>
    </dgm:pt>
    <dgm:pt modelId="{CBFAE8D3-D444-43DA-9AF3-F86A7324E6B2}" type="parTrans" cxnId="{6F6D259D-3CA5-4F1B-A210-CCE186A761D5}">
      <dgm:prSet/>
      <dgm:spPr/>
      <dgm:t>
        <a:bodyPr/>
        <a:lstStyle/>
        <a:p>
          <a:endParaRPr lang="en-US"/>
        </a:p>
      </dgm:t>
    </dgm:pt>
    <dgm:pt modelId="{79CA4732-9A3A-4C8C-9FC0-BA2443286C25}" type="sibTrans" cxnId="{6F6D259D-3CA5-4F1B-A210-CCE186A761D5}">
      <dgm:prSet/>
      <dgm:spPr/>
      <dgm:t>
        <a:bodyPr/>
        <a:lstStyle/>
        <a:p>
          <a:endParaRPr lang="en-US"/>
        </a:p>
      </dgm:t>
    </dgm:pt>
    <dgm:pt modelId="{898F938D-1DC7-4821-BF94-1C621E30953D}">
      <dgm:prSet/>
      <dgm:spPr/>
      <dgm:t>
        <a:bodyPr/>
        <a:lstStyle/>
        <a:p>
          <a:r>
            <a:rPr lang="en-US" dirty="0"/>
            <a:t>to </a:t>
          </a:r>
          <a:r>
            <a:rPr lang="en-US" i="1" dirty="0" err="1"/>
            <a:t>subprocess.Popen</a:t>
          </a:r>
          <a:r>
            <a:rPr lang="en-US" i="1" dirty="0"/>
            <a:t>()</a:t>
          </a:r>
        </a:p>
      </dgm:t>
    </dgm:pt>
    <dgm:pt modelId="{7718203B-3440-4462-B0AC-FB8B55AA9D08}" type="parTrans" cxnId="{14F9016F-2AE4-429F-A2C4-0B19CF5C16D4}">
      <dgm:prSet/>
      <dgm:spPr/>
      <dgm:t>
        <a:bodyPr/>
        <a:lstStyle/>
        <a:p>
          <a:endParaRPr lang="en-US"/>
        </a:p>
      </dgm:t>
    </dgm:pt>
    <dgm:pt modelId="{2C6F196F-0690-4B20-AD1C-4B4FDFC51509}" type="sibTrans" cxnId="{14F9016F-2AE4-429F-A2C4-0B19CF5C16D4}">
      <dgm:prSet/>
      <dgm:spPr/>
      <dgm:t>
        <a:bodyPr/>
        <a:lstStyle/>
        <a:p>
          <a:endParaRPr lang="en-US"/>
        </a:p>
      </dgm:t>
    </dgm:pt>
    <dgm:pt modelId="{ADD02E82-AA01-448B-A445-BA58CE8AF5A7}">
      <dgm:prSet/>
      <dgm:spPr/>
      <dgm:t>
        <a:bodyPr/>
        <a:lstStyle/>
        <a:p>
          <a:r>
            <a:rPr lang="en-US" dirty="0"/>
            <a:t>The </a:t>
          </a:r>
          <a:r>
            <a:rPr lang="en-US" i="1" dirty="0" err="1"/>
            <a:t>Popen</a:t>
          </a:r>
          <a:r>
            <a:rPr lang="en-US" i="1" dirty="0"/>
            <a:t>()</a:t>
          </a:r>
        </a:p>
      </dgm:t>
    </dgm:pt>
    <dgm:pt modelId="{08CD2363-D035-444C-9024-8EC9BAC9ECEA}" type="parTrans" cxnId="{63EA15A9-5AF2-4A18-ACA2-EE5A38BEF3B6}">
      <dgm:prSet/>
      <dgm:spPr/>
      <dgm:t>
        <a:bodyPr/>
        <a:lstStyle/>
        <a:p>
          <a:endParaRPr lang="en-US"/>
        </a:p>
      </dgm:t>
    </dgm:pt>
    <dgm:pt modelId="{D3D16759-850B-4EFC-AD32-E4B0E0B3E20C}" type="sibTrans" cxnId="{63EA15A9-5AF2-4A18-ACA2-EE5A38BEF3B6}">
      <dgm:prSet/>
      <dgm:spPr/>
      <dgm:t>
        <a:bodyPr/>
        <a:lstStyle/>
        <a:p>
          <a:endParaRPr lang="en-US"/>
        </a:p>
      </dgm:t>
    </dgm:pt>
    <dgm:pt modelId="{986E1383-8A98-4176-B206-1249E855C932}">
      <dgm:prSet/>
      <dgm:spPr/>
      <dgm:t>
        <a:bodyPr/>
        <a:lstStyle/>
        <a:p>
          <a:r>
            <a:rPr lang="tr-TR"/>
            <a:t>Notice</a:t>
          </a:r>
          <a:endParaRPr lang="en-US"/>
        </a:p>
      </dgm:t>
    </dgm:pt>
    <dgm:pt modelId="{1DCD8A51-99A7-4C23-8BAE-719F9DB2605F}" type="parTrans" cxnId="{4734F35B-2298-4218-9377-2FE1B11090E8}">
      <dgm:prSet/>
      <dgm:spPr/>
      <dgm:t>
        <a:bodyPr/>
        <a:lstStyle/>
        <a:p>
          <a:endParaRPr lang="en-US"/>
        </a:p>
      </dgm:t>
    </dgm:pt>
    <dgm:pt modelId="{A13AFAEE-F4E9-4567-8DBB-C1A9E8EAC383}" type="sibTrans" cxnId="{4734F35B-2298-4218-9377-2FE1B11090E8}">
      <dgm:prSet/>
      <dgm:spPr/>
      <dgm:t>
        <a:bodyPr/>
        <a:lstStyle/>
        <a:p>
          <a:endParaRPr lang="en-US"/>
        </a:p>
      </dgm:t>
    </dgm:pt>
    <dgm:pt modelId="{C03310B3-74C6-49A4-B4CA-E52E88B9E6F8}">
      <dgm:prSet/>
      <dgm:spPr/>
      <dgm:t>
        <a:bodyPr/>
        <a:lstStyle/>
        <a:p>
          <a:r>
            <a:rPr lang="en-US"/>
            <a:t>the launched program is not</a:t>
          </a:r>
          <a:r>
            <a:rPr lang="tr-TR"/>
            <a:t> </a:t>
          </a:r>
          <a:r>
            <a:rPr lang="en-US"/>
            <a:t>run in the same thread </a:t>
          </a:r>
        </a:p>
      </dgm:t>
    </dgm:pt>
    <dgm:pt modelId="{3E62DD15-4FC0-4676-B521-DB476DACD912}" type="parTrans" cxnId="{29BDD90C-427D-4222-B5CB-579C9419A682}">
      <dgm:prSet/>
      <dgm:spPr/>
      <dgm:t>
        <a:bodyPr/>
        <a:lstStyle/>
        <a:p>
          <a:endParaRPr lang="en-US"/>
        </a:p>
      </dgm:t>
    </dgm:pt>
    <dgm:pt modelId="{959C4E35-8CE5-420A-8B92-B2809477DB8B}" type="sibTrans" cxnId="{29BDD90C-427D-4222-B5CB-579C9419A682}">
      <dgm:prSet/>
      <dgm:spPr/>
      <dgm:t>
        <a:bodyPr/>
        <a:lstStyle/>
        <a:p>
          <a:endParaRPr lang="en-US"/>
        </a:p>
      </dgm:t>
    </dgm:pt>
    <dgm:pt modelId="{70A3B2A5-B85B-4170-B9DC-1567085475F6}">
      <dgm:prSet/>
      <dgm:spPr/>
      <dgm:t>
        <a:bodyPr/>
        <a:lstStyle/>
        <a:p>
          <a:r>
            <a:rPr lang="en-US"/>
            <a:t>as your Python program</a:t>
          </a:r>
        </a:p>
      </dgm:t>
    </dgm:pt>
    <dgm:pt modelId="{EB26EDF8-AEC6-42B9-B8D4-6E77A6459629}" type="parTrans" cxnId="{FAC3F9DE-2A4A-4CCF-852B-FFC36DFA2CAF}">
      <dgm:prSet/>
      <dgm:spPr/>
      <dgm:t>
        <a:bodyPr/>
        <a:lstStyle/>
        <a:p>
          <a:endParaRPr lang="en-US"/>
        </a:p>
      </dgm:t>
    </dgm:pt>
    <dgm:pt modelId="{7CB39BE2-B7D6-4F36-92BF-3BC2C010333E}" type="sibTrans" cxnId="{FAC3F9DE-2A4A-4CCF-852B-FFC36DFA2CAF}">
      <dgm:prSet/>
      <dgm:spPr/>
      <dgm:t>
        <a:bodyPr/>
        <a:lstStyle/>
        <a:p>
          <a:endParaRPr lang="en-US"/>
        </a:p>
      </dgm:t>
    </dgm:pt>
    <dgm:pt modelId="{06D9A1F0-AF32-473C-9AE0-39E9BE89EBC0}">
      <dgm:prSet/>
      <dgm:spPr/>
      <dgm:t>
        <a:bodyPr/>
        <a:lstStyle/>
        <a:p>
          <a:r>
            <a:rPr lang="en-US"/>
            <a:t>On Windows</a:t>
          </a:r>
        </a:p>
      </dgm:t>
    </dgm:pt>
    <dgm:pt modelId="{4EA35411-6591-4477-8BFD-FDE934521091}" type="parTrans" cxnId="{5DC0519E-236C-467C-973F-2F5E4B22CC4F}">
      <dgm:prSet/>
      <dgm:spPr/>
      <dgm:t>
        <a:bodyPr/>
        <a:lstStyle/>
        <a:p>
          <a:endParaRPr lang="en-US"/>
        </a:p>
      </dgm:t>
    </dgm:pt>
    <dgm:pt modelId="{2E80A519-0EA2-48F1-80B2-CA7F4B667D42}" type="sibTrans" cxnId="{5DC0519E-236C-467C-973F-2F5E4B22CC4F}">
      <dgm:prSet/>
      <dgm:spPr/>
      <dgm:t>
        <a:bodyPr/>
        <a:lstStyle/>
        <a:p>
          <a:endParaRPr lang="en-US"/>
        </a:p>
      </dgm:t>
    </dgm:pt>
    <dgm:pt modelId="{27777424-14AC-4319-97E8-5D78700E3778}">
      <dgm:prSet/>
      <dgm:spPr/>
      <dgm:t>
        <a:bodyPr/>
        <a:lstStyle/>
        <a:p>
          <a:r>
            <a:rPr lang="en-US" dirty="0"/>
            <a:t>right-click the</a:t>
          </a:r>
          <a:r>
            <a:rPr lang="tr-TR" dirty="0"/>
            <a:t> </a:t>
          </a:r>
          <a:r>
            <a:rPr lang="en-US" dirty="0"/>
            <a:t>application’s Start menu item</a:t>
          </a:r>
        </a:p>
      </dgm:t>
    </dgm:pt>
    <dgm:pt modelId="{934F0C77-A77A-46A5-A0EB-A0FADE537995}" type="parTrans" cxnId="{2805CC98-2605-40EF-B237-A630AF622575}">
      <dgm:prSet/>
      <dgm:spPr/>
      <dgm:t>
        <a:bodyPr/>
        <a:lstStyle/>
        <a:p>
          <a:endParaRPr lang="en-US"/>
        </a:p>
      </dgm:t>
    </dgm:pt>
    <dgm:pt modelId="{C51E5126-E590-41F0-A71F-0A6F06EA9079}" type="sibTrans" cxnId="{2805CC98-2605-40EF-B237-A630AF622575}">
      <dgm:prSet/>
      <dgm:spPr/>
      <dgm:t>
        <a:bodyPr/>
        <a:lstStyle/>
        <a:p>
          <a:endParaRPr lang="en-US"/>
        </a:p>
      </dgm:t>
    </dgm:pt>
    <dgm:pt modelId="{04F9AB9C-98DD-4CAC-9DDE-68D2740A0223}">
      <dgm:prSet/>
      <dgm:spPr/>
      <dgm:t>
        <a:bodyPr/>
        <a:lstStyle/>
        <a:p>
          <a:r>
            <a:rPr lang="en-US"/>
            <a:t>and select Properties to view the application’s</a:t>
          </a:r>
          <a:r>
            <a:rPr lang="tr-TR"/>
            <a:t> filename</a:t>
          </a:r>
          <a:endParaRPr lang="en-US"/>
        </a:p>
      </dgm:t>
    </dgm:pt>
    <dgm:pt modelId="{5AA6DD7E-F240-4B1C-ADE9-FCD813E1A056}" type="parTrans" cxnId="{0CD82987-DBD6-4374-92E0-565FB76EF5C2}">
      <dgm:prSet/>
      <dgm:spPr/>
      <dgm:t>
        <a:bodyPr/>
        <a:lstStyle/>
        <a:p>
          <a:endParaRPr lang="en-US"/>
        </a:p>
      </dgm:t>
    </dgm:pt>
    <dgm:pt modelId="{BE0FF399-FECB-4E04-B929-A86073C1556E}" type="sibTrans" cxnId="{0CD82987-DBD6-4374-92E0-565FB76EF5C2}">
      <dgm:prSet/>
      <dgm:spPr/>
      <dgm:t>
        <a:bodyPr/>
        <a:lstStyle/>
        <a:p>
          <a:endParaRPr lang="en-US"/>
        </a:p>
      </dgm:t>
    </dgm:pt>
    <dgm:pt modelId="{55DBAEE6-A53C-4CA0-8392-27D9036D38B7}">
      <dgm:prSet/>
      <dgm:spPr/>
      <dgm:t>
        <a:bodyPr/>
        <a:lstStyle/>
        <a:p>
          <a:r>
            <a:rPr lang="en-US"/>
            <a:t>On OS X</a:t>
          </a:r>
        </a:p>
      </dgm:t>
    </dgm:pt>
    <dgm:pt modelId="{F015E800-5E0E-464D-9FF8-8DEABA72A8D3}" type="parTrans" cxnId="{C32D1886-7060-425F-BAAF-44BE438E181C}">
      <dgm:prSet/>
      <dgm:spPr/>
      <dgm:t>
        <a:bodyPr/>
        <a:lstStyle/>
        <a:p>
          <a:endParaRPr lang="en-US"/>
        </a:p>
      </dgm:t>
    </dgm:pt>
    <dgm:pt modelId="{1D48D8E9-5F0D-48A9-8661-541BAB1291CE}" type="sibTrans" cxnId="{C32D1886-7060-425F-BAAF-44BE438E181C}">
      <dgm:prSet/>
      <dgm:spPr/>
      <dgm:t>
        <a:bodyPr/>
        <a:lstStyle/>
        <a:p>
          <a:endParaRPr lang="en-US"/>
        </a:p>
      </dgm:t>
    </dgm:pt>
    <dgm:pt modelId="{C0117239-D024-4A60-B2B9-6423DCFF2A11}">
      <dgm:prSet/>
      <dgm:spPr/>
      <dgm:t>
        <a:bodyPr/>
        <a:lstStyle/>
        <a:p>
          <a:r>
            <a:rPr lang="en-US"/>
            <a:t>ctrl-click the application </a:t>
          </a:r>
        </a:p>
      </dgm:t>
    </dgm:pt>
    <dgm:pt modelId="{9110483E-650D-4C5D-95B5-576E8113C4F3}" type="parTrans" cxnId="{C1907423-3156-424E-8949-4A278C06DB48}">
      <dgm:prSet/>
      <dgm:spPr/>
      <dgm:t>
        <a:bodyPr/>
        <a:lstStyle/>
        <a:p>
          <a:endParaRPr lang="en-US"/>
        </a:p>
      </dgm:t>
    </dgm:pt>
    <dgm:pt modelId="{8FC25CA8-3D75-43C6-BB68-63A144594E66}" type="sibTrans" cxnId="{C1907423-3156-424E-8949-4A278C06DB48}">
      <dgm:prSet/>
      <dgm:spPr/>
      <dgm:t>
        <a:bodyPr/>
        <a:lstStyle/>
        <a:p>
          <a:endParaRPr lang="en-US"/>
        </a:p>
      </dgm:t>
    </dgm:pt>
    <dgm:pt modelId="{2D50BFB2-B97A-478B-AF4D-8794EA6EAE85}">
      <dgm:prSet/>
      <dgm:spPr/>
      <dgm:t>
        <a:bodyPr/>
        <a:lstStyle/>
        <a:p>
          <a:r>
            <a:rPr lang="en-US"/>
            <a:t>and select Show Package</a:t>
          </a:r>
          <a:r>
            <a:rPr lang="tr-TR"/>
            <a:t> </a:t>
          </a:r>
          <a:r>
            <a:rPr lang="en-US"/>
            <a:t>Contents </a:t>
          </a:r>
        </a:p>
      </dgm:t>
    </dgm:pt>
    <dgm:pt modelId="{5BBBF092-04D1-454F-94C2-1970AC2C57FD}" type="parTrans" cxnId="{807B323C-39F2-4282-8EE6-A672E22A30D8}">
      <dgm:prSet/>
      <dgm:spPr/>
      <dgm:t>
        <a:bodyPr/>
        <a:lstStyle/>
        <a:p>
          <a:endParaRPr lang="en-US"/>
        </a:p>
      </dgm:t>
    </dgm:pt>
    <dgm:pt modelId="{9D80BBB5-4829-4A9E-97F9-3EA0B479F1CF}" type="sibTrans" cxnId="{807B323C-39F2-4282-8EE6-A672E22A30D8}">
      <dgm:prSet/>
      <dgm:spPr/>
      <dgm:t>
        <a:bodyPr/>
        <a:lstStyle/>
        <a:p>
          <a:endParaRPr lang="en-US"/>
        </a:p>
      </dgm:t>
    </dgm:pt>
    <dgm:pt modelId="{3FAD6533-1B80-480B-9556-8E81D48CA301}">
      <dgm:prSet/>
      <dgm:spPr/>
      <dgm:t>
        <a:bodyPr/>
        <a:lstStyle/>
        <a:p>
          <a:r>
            <a:rPr lang="en-US"/>
            <a:t>to find the path to the executable file</a:t>
          </a:r>
        </a:p>
      </dgm:t>
    </dgm:pt>
    <dgm:pt modelId="{CA14D617-A3C4-4054-B0E3-3F5317BB30A0}" type="parTrans" cxnId="{C7CF265B-496E-49F6-8BBB-9D2D67C59866}">
      <dgm:prSet/>
      <dgm:spPr/>
      <dgm:t>
        <a:bodyPr/>
        <a:lstStyle/>
        <a:p>
          <a:endParaRPr lang="en-US"/>
        </a:p>
      </dgm:t>
    </dgm:pt>
    <dgm:pt modelId="{8EF7B27C-E86D-42C5-8E9F-970DC311C4F2}" type="sibTrans" cxnId="{C7CF265B-496E-49F6-8BBB-9D2D67C59866}">
      <dgm:prSet/>
      <dgm:spPr/>
      <dgm:t>
        <a:bodyPr/>
        <a:lstStyle/>
        <a:p>
          <a:endParaRPr lang="en-US"/>
        </a:p>
      </dgm:t>
    </dgm:pt>
    <dgm:pt modelId="{566A199F-2652-4CBF-BA20-57EACBC2721B}">
      <dgm:prSet/>
      <dgm:spPr/>
      <dgm:t>
        <a:bodyPr/>
        <a:lstStyle/>
        <a:p>
          <a:r>
            <a:rPr lang="en-US" dirty="0"/>
            <a:t>function will</a:t>
          </a:r>
          <a:r>
            <a:rPr lang="tr-TR" dirty="0"/>
            <a:t> </a:t>
          </a:r>
          <a:r>
            <a:rPr lang="en-US" dirty="0"/>
            <a:t>immediately return</a:t>
          </a:r>
        </a:p>
      </dgm:t>
    </dgm:pt>
    <dgm:pt modelId="{4138B045-8C7A-49AF-A909-303109FC7E7D}" type="parTrans" cxnId="{AA2F6C64-9293-4337-A811-102C93263050}">
      <dgm:prSet/>
      <dgm:spPr/>
      <dgm:t>
        <a:bodyPr/>
        <a:lstStyle/>
        <a:p>
          <a:endParaRPr lang="en-US"/>
        </a:p>
      </dgm:t>
    </dgm:pt>
    <dgm:pt modelId="{6A9D427A-0562-4E2C-8E08-F5169BFEA296}" type="sibTrans" cxnId="{AA2F6C64-9293-4337-A811-102C93263050}">
      <dgm:prSet/>
      <dgm:spPr/>
      <dgm:t>
        <a:bodyPr/>
        <a:lstStyle/>
        <a:p>
          <a:endParaRPr lang="en-US"/>
        </a:p>
      </dgm:t>
    </dgm:pt>
    <dgm:pt modelId="{D0D7A8AC-F320-4442-BD21-48A64985B9CC}">
      <dgm:prSet/>
      <dgm:spPr/>
      <dgm:t>
        <a:bodyPr/>
        <a:lstStyle/>
        <a:p>
          <a:r>
            <a:rPr lang="en-US" dirty="0"/>
            <a:t>to start an external program</a:t>
          </a:r>
        </a:p>
      </dgm:t>
    </dgm:pt>
    <dgm:pt modelId="{7A1586D7-EABB-47F4-9815-1BD2E4E22A1C}" type="parTrans" cxnId="{8B07DC9D-003D-4860-B4C3-C0BABFFDBD09}">
      <dgm:prSet/>
      <dgm:spPr/>
      <dgm:t>
        <a:bodyPr/>
        <a:lstStyle/>
        <a:p>
          <a:endParaRPr lang="en-US"/>
        </a:p>
      </dgm:t>
    </dgm:pt>
    <dgm:pt modelId="{BB6AC24B-501F-469D-8B05-E706797BBD17}" type="sibTrans" cxnId="{8B07DC9D-003D-4860-B4C3-C0BABFFDBD09}">
      <dgm:prSet/>
      <dgm:spPr/>
      <dgm:t>
        <a:bodyPr/>
        <a:lstStyle/>
        <a:p>
          <a:endParaRPr lang="en-US"/>
        </a:p>
      </dgm:t>
    </dgm:pt>
    <dgm:pt modelId="{1A8E921C-5F70-4980-A4E3-F1C281BCC1DE}" type="pres">
      <dgm:prSet presAssocID="{05EFE941-CCA6-4573-9D9A-3D4D8A9DFABA}" presName="Name0" presStyleCnt="0">
        <dgm:presLayoutVars>
          <dgm:dir/>
          <dgm:animLvl val="lvl"/>
          <dgm:resizeHandles val="exact"/>
        </dgm:presLayoutVars>
      </dgm:prSet>
      <dgm:spPr/>
    </dgm:pt>
    <dgm:pt modelId="{776C5741-5612-4522-9B18-D333DEB3C0D6}" type="pres">
      <dgm:prSet presAssocID="{D0D7A8AC-F320-4442-BD21-48A64985B9CC}" presName="composite" presStyleCnt="0"/>
      <dgm:spPr/>
    </dgm:pt>
    <dgm:pt modelId="{E89C32F5-9520-41C1-96F2-770D9B2BA0E7}" type="pres">
      <dgm:prSet presAssocID="{D0D7A8AC-F320-4442-BD21-48A64985B9CC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A3E9DFAF-1660-4E57-B858-9DF3E63902F8}" type="pres">
      <dgm:prSet presAssocID="{D0D7A8AC-F320-4442-BD21-48A64985B9CC}" presName="desTx" presStyleLbl="alignAccFollowNode1" presStyleIdx="0" presStyleCnt="5">
        <dgm:presLayoutVars>
          <dgm:bulletEnabled val="1"/>
        </dgm:presLayoutVars>
      </dgm:prSet>
      <dgm:spPr/>
    </dgm:pt>
    <dgm:pt modelId="{CCE11EE8-67A1-486F-A89C-66FC45D83E49}" type="pres">
      <dgm:prSet presAssocID="{BB6AC24B-501F-469D-8B05-E706797BBD17}" presName="space" presStyleCnt="0"/>
      <dgm:spPr/>
    </dgm:pt>
    <dgm:pt modelId="{12F5A7C6-B142-4E32-B3C9-EC2058B1D549}" type="pres">
      <dgm:prSet presAssocID="{ADD02E82-AA01-448B-A445-BA58CE8AF5A7}" presName="composite" presStyleCnt="0"/>
      <dgm:spPr/>
    </dgm:pt>
    <dgm:pt modelId="{EE65AC4A-EFE3-43AB-92D0-4D13EF5F34E0}" type="pres">
      <dgm:prSet presAssocID="{ADD02E82-AA01-448B-A445-BA58CE8AF5A7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E9AF6EB3-ED62-45E0-823F-5C0FBBC18590}" type="pres">
      <dgm:prSet presAssocID="{ADD02E82-AA01-448B-A445-BA58CE8AF5A7}" presName="desTx" presStyleLbl="alignAccFollowNode1" presStyleIdx="1" presStyleCnt="5">
        <dgm:presLayoutVars>
          <dgm:bulletEnabled val="1"/>
        </dgm:presLayoutVars>
      </dgm:prSet>
      <dgm:spPr/>
    </dgm:pt>
    <dgm:pt modelId="{F6583302-B6BC-4F36-B518-92DB68738AE2}" type="pres">
      <dgm:prSet presAssocID="{D3D16759-850B-4EFC-AD32-E4B0E0B3E20C}" presName="space" presStyleCnt="0"/>
      <dgm:spPr/>
    </dgm:pt>
    <dgm:pt modelId="{532A5BA3-8EEC-4BC6-83BE-ABAB95C1B64B}" type="pres">
      <dgm:prSet presAssocID="{986E1383-8A98-4176-B206-1249E855C932}" presName="composite" presStyleCnt="0"/>
      <dgm:spPr/>
    </dgm:pt>
    <dgm:pt modelId="{125FACE7-9873-42D7-9491-0A5DF64D1C7A}" type="pres">
      <dgm:prSet presAssocID="{986E1383-8A98-4176-B206-1249E855C932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C0F2F4BD-C7FE-4DC4-A192-EF8FDA704682}" type="pres">
      <dgm:prSet presAssocID="{986E1383-8A98-4176-B206-1249E855C932}" presName="desTx" presStyleLbl="alignAccFollowNode1" presStyleIdx="2" presStyleCnt="5">
        <dgm:presLayoutVars>
          <dgm:bulletEnabled val="1"/>
        </dgm:presLayoutVars>
      </dgm:prSet>
      <dgm:spPr/>
    </dgm:pt>
    <dgm:pt modelId="{6ACEBAE4-9366-4F1D-9D6E-590B07D1D06A}" type="pres">
      <dgm:prSet presAssocID="{A13AFAEE-F4E9-4567-8DBB-C1A9E8EAC383}" presName="space" presStyleCnt="0"/>
      <dgm:spPr/>
    </dgm:pt>
    <dgm:pt modelId="{6B266AE2-50C1-4882-BBCB-677E206195D0}" type="pres">
      <dgm:prSet presAssocID="{06D9A1F0-AF32-473C-9AE0-39E9BE89EBC0}" presName="composite" presStyleCnt="0"/>
      <dgm:spPr/>
    </dgm:pt>
    <dgm:pt modelId="{CCCB06D4-8BAA-4807-8BC9-EC9BE004AF5D}" type="pres">
      <dgm:prSet presAssocID="{06D9A1F0-AF32-473C-9AE0-39E9BE89EBC0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166980AC-4CB8-472F-B487-5D3E3857A885}" type="pres">
      <dgm:prSet presAssocID="{06D9A1F0-AF32-473C-9AE0-39E9BE89EBC0}" presName="desTx" presStyleLbl="alignAccFollowNode1" presStyleIdx="3" presStyleCnt="5">
        <dgm:presLayoutVars>
          <dgm:bulletEnabled val="1"/>
        </dgm:presLayoutVars>
      </dgm:prSet>
      <dgm:spPr/>
    </dgm:pt>
    <dgm:pt modelId="{D98C0D23-0370-442E-9851-3C5EA753890C}" type="pres">
      <dgm:prSet presAssocID="{2E80A519-0EA2-48F1-80B2-CA7F4B667D42}" presName="space" presStyleCnt="0"/>
      <dgm:spPr/>
    </dgm:pt>
    <dgm:pt modelId="{7D89491D-4C67-477E-A706-0A78915D1431}" type="pres">
      <dgm:prSet presAssocID="{55DBAEE6-A53C-4CA0-8392-27D9036D38B7}" presName="composite" presStyleCnt="0"/>
      <dgm:spPr/>
    </dgm:pt>
    <dgm:pt modelId="{97230C52-EC9E-44C2-9DE7-4BD15A1BC2B4}" type="pres">
      <dgm:prSet presAssocID="{55DBAEE6-A53C-4CA0-8392-27D9036D38B7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1E76DAC2-D94D-48C0-8393-C74B739C52A4}" type="pres">
      <dgm:prSet presAssocID="{55DBAEE6-A53C-4CA0-8392-27D9036D38B7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ADB31709-DFAF-49E1-9513-8E36D8FD3125}" type="presOf" srcId="{C03310B3-74C6-49A4-B4CA-E52E88B9E6F8}" destId="{C0F2F4BD-C7FE-4DC4-A192-EF8FDA704682}" srcOrd="0" destOrd="0" presId="urn:microsoft.com/office/officeart/2005/8/layout/hList1"/>
    <dgm:cxn modelId="{29BDD90C-427D-4222-B5CB-579C9419A682}" srcId="{986E1383-8A98-4176-B206-1249E855C932}" destId="{C03310B3-74C6-49A4-B4CA-E52E88B9E6F8}" srcOrd="0" destOrd="0" parTransId="{3E62DD15-4FC0-4676-B521-DB476DACD912}" sibTransId="{959C4E35-8CE5-420A-8B92-B2809477DB8B}"/>
    <dgm:cxn modelId="{578AB20E-D574-41EB-BA5D-25F6D5E04AC8}" type="presOf" srcId="{C0117239-D024-4A60-B2B9-6423DCFF2A11}" destId="{1E76DAC2-D94D-48C0-8393-C74B739C52A4}" srcOrd="0" destOrd="0" presId="urn:microsoft.com/office/officeart/2005/8/layout/hList1"/>
    <dgm:cxn modelId="{C1907423-3156-424E-8949-4A278C06DB48}" srcId="{55DBAEE6-A53C-4CA0-8392-27D9036D38B7}" destId="{C0117239-D024-4A60-B2B9-6423DCFF2A11}" srcOrd="0" destOrd="0" parTransId="{9110483E-650D-4C5D-95B5-576E8113C4F3}" sibTransId="{8FC25CA8-3D75-43C6-BB68-63A144594E66}"/>
    <dgm:cxn modelId="{5783D134-B5B4-4470-980C-BACEE7F1FA8C}" type="presOf" srcId="{04F9AB9C-98DD-4CAC-9DDE-68D2740A0223}" destId="{166980AC-4CB8-472F-B487-5D3E3857A885}" srcOrd="0" destOrd="1" presId="urn:microsoft.com/office/officeart/2005/8/layout/hList1"/>
    <dgm:cxn modelId="{807B323C-39F2-4282-8EE6-A672E22A30D8}" srcId="{55DBAEE6-A53C-4CA0-8392-27D9036D38B7}" destId="{2D50BFB2-B97A-478B-AF4D-8794EA6EAE85}" srcOrd="1" destOrd="0" parTransId="{5BBBF092-04D1-454F-94C2-1970AC2C57FD}" sibTransId="{9D80BBB5-4829-4A9E-97F9-3EA0B479F1CF}"/>
    <dgm:cxn modelId="{E14E9B3E-7163-49DA-952B-58ABEAD3CA57}" type="presOf" srcId="{06D9A1F0-AF32-473C-9AE0-39E9BE89EBC0}" destId="{CCCB06D4-8BAA-4807-8BC9-EC9BE004AF5D}" srcOrd="0" destOrd="0" presId="urn:microsoft.com/office/officeart/2005/8/layout/hList1"/>
    <dgm:cxn modelId="{C7CF265B-496E-49F6-8BBB-9D2D67C59866}" srcId="{55DBAEE6-A53C-4CA0-8392-27D9036D38B7}" destId="{3FAD6533-1B80-480B-9556-8E81D48CA301}" srcOrd="2" destOrd="0" parTransId="{CA14D617-A3C4-4054-B0E3-3F5317BB30A0}" sibTransId="{8EF7B27C-E86D-42C5-8E9F-970DC311C4F2}"/>
    <dgm:cxn modelId="{4734F35B-2298-4218-9377-2FE1B11090E8}" srcId="{05EFE941-CCA6-4573-9D9A-3D4D8A9DFABA}" destId="{986E1383-8A98-4176-B206-1249E855C932}" srcOrd="2" destOrd="0" parTransId="{1DCD8A51-99A7-4C23-8BAE-719F9DB2605F}" sibTransId="{A13AFAEE-F4E9-4567-8DBB-C1A9E8EAC383}"/>
    <dgm:cxn modelId="{C66E6C5C-7F83-4D38-B308-1E1EDA2DE6F7}" type="presOf" srcId="{3FAD6533-1B80-480B-9556-8E81D48CA301}" destId="{1E76DAC2-D94D-48C0-8393-C74B739C52A4}" srcOrd="0" destOrd="2" presId="urn:microsoft.com/office/officeart/2005/8/layout/hList1"/>
    <dgm:cxn modelId="{AA2F6C64-9293-4337-A811-102C93263050}" srcId="{ADD02E82-AA01-448B-A445-BA58CE8AF5A7}" destId="{566A199F-2652-4CBF-BA20-57EACBC2721B}" srcOrd="0" destOrd="0" parTransId="{4138B045-8C7A-49AF-A909-303109FC7E7D}" sibTransId="{6A9D427A-0562-4E2C-8E08-F5169BFEA296}"/>
    <dgm:cxn modelId="{A9D49B65-3242-485F-BD79-F68FA6405565}" type="presOf" srcId="{ADD02E82-AA01-448B-A445-BA58CE8AF5A7}" destId="{EE65AC4A-EFE3-43AB-92D0-4D13EF5F34E0}" srcOrd="0" destOrd="0" presId="urn:microsoft.com/office/officeart/2005/8/layout/hList1"/>
    <dgm:cxn modelId="{78A3334D-9822-4804-A58E-5EA12EC2B205}" type="presOf" srcId="{566A199F-2652-4CBF-BA20-57EACBC2721B}" destId="{E9AF6EB3-ED62-45E0-823F-5C0FBBC18590}" srcOrd="0" destOrd="0" presId="urn:microsoft.com/office/officeart/2005/8/layout/hList1"/>
    <dgm:cxn modelId="{14F9016F-2AE4-429F-A2C4-0B19CF5C16D4}" srcId="{D0D7A8AC-F320-4442-BD21-48A64985B9CC}" destId="{898F938D-1DC7-4821-BF94-1C621E30953D}" srcOrd="1" destOrd="0" parTransId="{7718203B-3440-4462-B0AC-FB8B55AA9D08}" sibTransId="{2C6F196F-0690-4B20-AD1C-4B4FDFC51509}"/>
    <dgm:cxn modelId="{AF616B70-21C9-4A4A-94EA-DA899E629347}" type="presOf" srcId="{55DBAEE6-A53C-4CA0-8392-27D9036D38B7}" destId="{97230C52-EC9E-44C2-9DE7-4BD15A1BC2B4}" srcOrd="0" destOrd="0" presId="urn:microsoft.com/office/officeart/2005/8/layout/hList1"/>
    <dgm:cxn modelId="{BD2E0071-607B-497B-82E3-AA773989A2D4}" type="presOf" srcId="{05EFE941-CCA6-4573-9D9A-3D4D8A9DFABA}" destId="{1A8E921C-5F70-4980-A4E3-F1C281BCC1DE}" srcOrd="0" destOrd="0" presId="urn:microsoft.com/office/officeart/2005/8/layout/hList1"/>
    <dgm:cxn modelId="{A6DBAC85-097D-4A38-A295-9414B50AF844}" type="presOf" srcId="{986E1383-8A98-4176-B206-1249E855C932}" destId="{125FACE7-9873-42D7-9491-0A5DF64D1C7A}" srcOrd="0" destOrd="0" presId="urn:microsoft.com/office/officeart/2005/8/layout/hList1"/>
    <dgm:cxn modelId="{C32D1886-7060-425F-BAAF-44BE438E181C}" srcId="{05EFE941-CCA6-4573-9D9A-3D4D8A9DFABA}" destId="{55DBAEE6-A53C-4CA0-8392-27D9036D38B7}" srcOrd="4" destOrd="0" parTransId="{F015E800-5E0E-464D-9FF8-8DEABA72A8D3}" sibTransId="{1D48D8E9-5F0D-48A9-8661-541BAB1291CE}"/>
    <dgm:cxn modelId="{0CD82987-DBD6-4374-92E0-565FB76EF5C2}" srcId="{06D9A1F0-AF32-473C-9AE0-39E9BE89EBC0}" destId="{04F9AB9C-98DD-4CAC-9DDE-68D2740A0223}" srcOrd="1" destOrd="0" parTransId="{5AA6DD7E-F240-4B1C-ADE9-FCD813E1A056}" sibTransId="{BE0FF399-FECB-4E04-B929-A86073C1556E}"/>
    <dgm:cxn modelId="{9D2CA38D-B6A5-4870-95BF-B50D4F0E5692}" type="presOf" srcId="{A5594E81-2F2B-4C9B-88C9-765B62F89C56}" destId="{A3E9DFAF-1660-4E57-B858-9DF3E63902F8}" srcOrd="0" destOrd="0" presId="urn:microsoft.com/office/officeart/2005/8/layout/hList1"/>
    <dgm:cxn modelId="{2805CC98-2605-40EF-B237-A630AF622575}" srcId="{06D9A1F0-AF32-473C-9AE0-39E9BE89EBC0}" destId="{27777424-14AC-4319-97E8-5D78700E3778}" srcOrd="0" destOrd="0" parTransId="{934F0C77-A77A-46A5-A0EB-A0FADE537995}" sibTransId="{C51E5126-E590-41F0-A71F-0A6F06EA9079}"/>
    <dgm:cxn modelId="{6F6D259D-3CA5-4F1B-A210-CCE186A761D5}" srcId="{D0D7A8AC-F320-4442-BD21-48A64985B9CC}" destId="{A5594E81-2F2B-4C9B-88C9-765B62F89C56}" srcOrd="0" destOrd="0" parTransId="{CBFAE8D3-D444-43DA-9AF3-F86A7324E6B2}" sibTransId="{79CA4732-9A3A-4C8C-9FC0-BA2443286C25}"/>
    <dgm:cxn modelId="{8B07DC9D-003D-4860-B4C3-C0BABFFDBD09}" srcId="{05EFE941-CCA6-4573-9D9A-3D4D8A9DFABA}" destId="{D0D7A8AC-F320-4442-BD21-48A64985B9CC}" srcOrd="0" destOrd="0" parTransId="{7A1586D7-EABB-47F4-9815-1BD2E4E22A1C}" sibTransId="{BB6AC24B-501F-469D-8B05-E706797BBD17}"/>
    <dgm:cxn modelId="{5DC0519E-236C-467C-973F-2F5E4B22CC4F}" srcId="{05EFE941-CCA6-4573-9D9A-3D4D8A9DFABA}" destId="{06D9A1F0-AF32-473C-9AE0-39E9BE89EBC0}" srcOrd="3" destOrd="0" parTransId="{4EA35411-6591-4477-8BFD-FDE934521091}" sibTransId="{2E80A519-0EA2-48F1-80B2-CA7F4B667D42}"/>
    <dgm:cxn modelId="{63EA15A9-5AF2-4A18-ACA2-EE5A38BEF3B6}" srcId="{05EFE941-CCA6-4573-9D9A-3D4D8A9DFABA}" destId="{ADD02E82-AA01-448B-A445-BA58CE8AF5A7}" srcOrd="1" destOrd="0" parTransId="{08CD2363-D035-444C-9024-8EC9BAC9ECEA}" sibTransId="{D3D16759-850B-4EFC-AD32-E4B0E0B3E20C}"/>
    <dgm:cxn modelId="{6804BCB0-0B6A-4598-A442-220E0C4B6220}" type="presOf" srcId="{27777424-14AC-4319-97E8-5D78700E3778}" destId="{166980AC-4CB8-472F-B487-5D3E3857A885}" srcOrd="0" destOrd="0" presId="urn:microsoft.com/office/officeart/2005/8/layout/hList1"/>
    <dgm:cxn modelId="{6FB2ABD0-8801-40D5-83AC-1C1F2A581126}" type="presOf" srcId="{D0D7A8AC-F320-4442-BD21-48A64985B9CC}" destId="{E89C32F5-9520-41C1-96F2-770D9B2BA0E7}" srcOrd="0" destOrd="0" presId="urn:microsoft.com/office/officeart/2005/8/layout/hList1"/>
    <dgm:cxn modelId="{FAC3F9DE-2A4A-4CCF-852B-FFC36DFA2CAF}" srcId="{986E1383-8A98-4176-B206-1249E855C932}" destId="{70A3B2A5-B85B-4170-B9DC-1567085475F6}" srcOrd="1" destOrd="0" parTransId="{EB26EDF8-AEC6-42B9-B8D4-6E77A6459629}" sibTransId="{7CB39BE2-B7D6-4F36-92BF-3BC2C010333E}"/>
    <dgm:cxn modelId="{5E6A35E1-6A69-413D-B402-2C5F4FFC56B3}" type="presOf" srcId="{2D50BFB2-B97A-478B-AF4D-8794EA6EAE85}" destId="{1E76DAC2-D94D-48C0-8393-C74B739C52A4}" srcOrd="0" destOrd="1" presId="urn:microsoft.com/office/officeart/2005/8/layout/hList1"/>
    <dgm:cxn modelId="{A0374AE4-6594-444A-AD8E-0A3B1E8BE47F}" type="presOf" srcId="{898F938D-1DC7-4821-BF94-1C621E30953D}" destId="{A3E9DFAF-1660-4E57-B858-9DF3E63902F8}" srcOrd="0" destOrd="1" presId="urn:microsoft.com/office/officeart/2005/8/layout/hList1"/>
    <dgm:cxn modelId="{0D533DF6-55A0-4881-AA7D-D31141E9CD51}" type="presOf" srcId="{70A3B2A5-B85B-4170-B9DC-1567085475F6}" destId="{C0F2F4BD-C7FE-4DC4-A192-EF8FDA704682}" srcOrd="0" destOrd="1" presId="urn:microsoft.com/office/officeart/2005/8/layout/hList1"/>
    <dgm:cxn modelId="{CC877882-9BFD-4F0C-958E-C3FD59A6E2E8}" type="presParOf" srcId="{1A8E921C-5F70-4980-A4E3-F1C281BCC1DE}" destId="{776C5741-5612-4522-9B18-D333DEB3C0D6}" srcOrd="0" destOrd="0" presId="urn:microsoft.com/office/officeart/2005/8/layout/hList1"/>
    <dgm:cxn modelId="{4120167C-83F8-417D-ACD6-DCCFF6819E40}" type="presParOf" srcId="{776C5741-5612-4522-9B18-D333DEB3C0D6}" destId="{E89C32F5-9520-41C1-96F2-770D9B2BA0E7}" srcOrd="0" destOrd="0" presId="urn:microsoft.com/office/officeart/2005/8/layout/hList1"/>
    <dgm:cxn modelId="{8951F41C-1454-4665-AA40-E789A1A90F9D}" type="presParOf" srcId="{776C5741-5612-4522-9B18-D333DEB3C0D6}" destId="{A3E9DFAF-1660-4E57-B858-9DF3E63902F8}" srcOrd="1" destOrd="0" presId="urn:microsoft.com/office/officeart/2005/8/layout/hList1"/>
    <dgm:cxn modelId="{71FE69BE-1407-4175-A2FC-C76AE08929D0}" type="presParOf" srcId="{1A8E921C-5F70-4980-A4E3-F1C281BCC1DE}" destId="{CCE11EE8-67A1-486F-A89C-66FC45D83E49}" srcOrd="1" destOrd="0" presId="urn:microsoft.com/office/officeart/2005/8/layout/hList1"/>
    <dgm:cxn modelId="{55D80C9A-DB28-4FEB-84CD-22322B8E847D}" type="presParOf" srcId="{1A8E921C-5F70-4980-A4E3-F1C281BCC1DE}" destId="{12F5A7C6-B142-4E32-B3C9-EC2058B1D549}" srcOrd="2" destOrd="0" presId="urn:microsoft.com/office/officeart/2005/8/layout/hList1"/>
    <dgm:cxn modelId="{10A4097E-501F-47B4-A215-C9466C762B1E}" type="presParOf" srcId="{12F5A7C6-B142-4E32-B3C9-EC2058B1D549}" destId="{EE65AC4A-EFE3-43AB-92D0-4D13EF5F34E0}" srcOrd="0" destOrd="0" presId="urn:microsoft.com/office/officeart/2005/8/layout/hList1"/>
    <dgm:cxn modelId="{64D581B9-2392-439E-A0FE-FCDEF80269BA}" type="presParOf" srcId="{12F5A7C6-B142-4E32-B3C9-EC2058B1D549}" destId="{E9AF6EB3-ED62-45E0-823F-5C0FBBC18590}" srcOrd="1" destOrd="0" presId="urn:microsoft.com/office/officeart/2005/8/layout/hList1"/>
    <dgm:cxn modelId="{9F7A2614-E5BA-4472-A374-8E117F40F70A}" type="presParOf" srcId="{1A8E921C-5F70-4980-A4E3-F1C281BCC1DE}" destId="{F6583302-B6BC-4F36-B518-92DB68738AE2}" srcOrd="3" destOrd="0" presId="urn:microsoft.com/office/officeart/2005/8/layout/hList1"/>
    <dgm:cxn modelId="{F960D22F-EE18-400B-96E8-EAFBF8AECB2B}" type="presParOf" srcId="{1A8E921C-5F70-4980-A4E3-F1C281BCC1DE}" destId="{532A5BA3-8EEC-4BC6-83BE-ABAB95C1B64B}" srcOrd="4" destOrd="0" presId="urn:microsoft.com/office/officeart/2005/8/layout/hList1"/>
    <dgm:cxn modelId="{B72D81DA-6687-45F9-BE1F-8A834340D32F}" type="presParOf" srcId="{532A5BA3-8EEC-4BC6-83BE-ABAB95C1B64B}" destId="{125FACE7-9873-42D7-9491-0A5DF64D1C7A}" srcOrd="0" destOrd="0" presId="urn:microsoft.com/office/officeart/2005/8/layout/hList1"/>
    <dgm:cxn modelId="{A4CBB1FD-711B-471C-99F0-2BBA24F22593}" type="presParOf" srcId="{532A5BA3-8EEC-4BC6-83BE-ABAB95C1B64B}" destId="{C0F2F4BD-C7FE-4DC4-A192-EF8FDA704682}" srcOrd="1" destOrd="0" presId="urn:microsoft.com/office/officeart/2005/8/layout/hList1"/>
    <dgm:cxn modelId="{0C12D9CA-8571-46A4-8A21-93197C6C2C26}" type="presParOf" srcId="{1A8E921C-5F70-4980-A4E3-F1C281BCC1DE}" destId="{6ACEBAE4-9366-4F1D-9D6E-590B07D1D06A}" srcOrd="5" destOrd="0" presId="urn:microsoft.com/office/officeart/2005/8/layout/hList1"/>
    <dgm:cxn modelId="{4115D3CE-2555-45EB-9953-53359EB3D60B}" type="presParOf" srcId="{1A8E921C-5F70-4980-A4E3-F1C281BCC1DE}" destId="{6B266AE2-50C1-4882-BBCB-677E206195D0}" srcOrd="6" destOrd="0" presId="urn:microsoft.com/office/officeart/2005/8/layout/hList1"/>
    <dgm:cxn modelId="{1D1A551C-2F33-4C18-8FB5-15081A0AB35A}" type="presParOf" srcId="{6B266AE2-50C1-4882-BBCB-677E206195D0}" destId="{CCCB06D4-8BAA-4807-8BC9-EC9BE004AF5D}" srcOrd="0" destOrd="0" presId="urn:microsoft.com/office/officeart/2005/8/layout/hList1"/>
    <dgm:cxn modelId="{09607943-7962-401C-AF36-891855266ADA}" type="presParOf" srcId="{6B266AE2-50C1-4882-BBCB-677E206195D0}" destId="{166980AC-4CB8-472F-B487-5D3E3857A885}" srcOrd="1" destOrd="0" presId="urn:microsoft.com/office/officeart/2005/8/layout/hList1"/>
    <dgm:cxn modelId="{E992151B-593C-44E6-80EA-D2BDA7553F49}" type="presParOf" srcId="{1A8E921C-5F70-4980-A4E3-F1C281BCC1DE}" destId="{D98C0D23-0370-442E-9851-3C5EA753890C}" srcOrd="7" destOrd="0" presId="urn:microsoft.com/office/officeart/2005/8/layout/hList1"/>
    <dgm:cxn modelId="{76DDCEB0-FFC6-4815-A9D7-159BB999EAE3}" type="presParOf" srcId="{1A8E921C-5F70-4980-A4E3-F1C281BCC1DE}" destId="{7D89491D-4C67-477E-A706-0A78915D1431}" srcOrd="8" destOrd="0" presId="urn:microsoft.com/office/officeart/2005/8/layout/hList1"/>
    <dgm:cxn modelId="{85588514-54A0-4DA4-B723-432E0935E5A6}" type="presParOf" srcId="{7D89491D-4C67-477E-A706-0A78915D1431}" destId="{97230C52-EC9E-44C2-9DE7-4BD15A1BC2B4}" srcOrd="0" destOrd="0" presId="urn:microsoft.com/office/officeart/2005/8/layout/hList1"/>
    <dgm:cxn modelId="{18EC330A-ABF7-49EC-8CC2-160CFD96B285}" type="presParOf" srcId="{7D89491D-4C67-477E-A706-0A78915D1431}" destId="{1E76DAC2-D94D-48C0-8393-C74B739C52A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0B3AC94-1A5D-45BB-9A07-77DB755BDA29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B8BBA7B-6D8F-4866-BF87-E818136FF623}">
      <dgm:prSet/>
      <dgm:spPr/>
      <dgm:t>
        <a:bodyPr/>
        <a:lstStyle/>
        <a:p>
          <a:r>
            <a:rPr lang="en-US" dirty="0"/>
            <a:t>The return value is a </a:t>
          </a:r>
          <a:r>
            <a:rPr lang="en-US" b="1" dirty="0" err="1"/>
            <a:t>Popen</a:t>
          </a:r>
          <a:r>
            <a:rPr lang="en-US" dirty="0"/>
            <a:t> object</a:t>
          </a:r>
        </a:p>
      </dgm:t>
    </dgm:pt>
    <dgm:pt modelId="{1283CE3E-025D-4F78-A8BD-04A3F86FA55A}" type="parTrans" cxnId="{0AD2E74E-CEAE-439D-88FC-FC2F42152B71}">
      <dgm:prSet/>
      <dgm:spPr/>
      <dgm:t>
        <a:bodyPr/>
        <a:lstStyle/>
        <a:p>
          <a:endParaRPr lang="en-US"/>
        </a:p>
      </dgm:t>
    </dgm:pt>
    <dgm:pt modelId="{4DC47936-F1EC-4EBA-B7F4-6E1FA64C983A}" type="sibTrans" cxnId="{0AD2E74E-CEAE-439D-88FC-FC2F42152B71}">
      <dgm:prSet/>
      <dgm:spPr/>
      <dgm:t>
        <a:bodyPr/>
        <a:lstStyle/>
        <a:p>
          <a:endParaRPr lang="en-US"/>
        </a:p>
      </dgm:t>
    </dgm:pt>
    <dgm:pt modelId="{4AC3276A-28C8-4402-A7A4-7E47277AAAB1}">
      <dgm:prSet/>
      <dgm:spPr/>
      <dgm:t>
        <a:bodyPr/>
        <a:lstStyle/>
        <a:p>
          <a:r>
            <a:rPr lang="en-US"/>
            <a:t>has two useful methods</a:t>
          </a:r>
        </a:p>
      </dgm:t>
    </dgm:pt>
    <dgm:pt modelId="{73FC1778-5053-4888-84CB-7DEAAD67367B}" type="parTrans" cxnId="{FB55505C-1114-4BD6-98D3-D165DA583E0C}">
      <dgm:prSet/>
      <dgm:spPr/>
      <dgm:t>
        <a:bodyPr/>
        <a:lstStyle/>
        <a:p>
          <a:endParaRPr lang="en-US"/>
        </a:p>
      </dgm:t>
    </dgm:pt>
    <dgm:pt modelId="{151E0F90-7658-451E-93A9-C9B5826D712B}" type="sibTrans" cxnId="{FB55505C-1114-4BD6-98D3-D165DA583E0C}">
      <dgm:prSet/>
      <dgm:spPr/>
      <dgm:t>
        <a:bodyPr/>
        <a:lstStyle/>
        <a:p>
          <a:endParaRPr lang="en-US"/>
        </a:p>
      </dgm:t>
    </dgm:pt>
    <dgm:pt modelId="{F435FB5B-78FE-41F6-8BB3-96C1021DEDC6}">
      <dgm:prSet/>
      <dgm:spPr/>
      <dgm:t>
        <a:bodyPr/>
        <a:lstStyle/>
        <a:p>
          <a:r>
            <a:rPr lang="en-US" i="1" dirty="0"/>
            <a:t>poll()</a:t>
          </a:r>
          <a:r>
            <a:rPr lang="tr-TR" i="1" dirty="0"/>
            <a:t> </a:t>
          </a:r>
          <a:r>
            <a:rPr lang="tr-TR" dirty="0"/>
            <a:t>&amp; </a:t>
          </a:r>
          <a:r>
            <a:rPr lang="en-US" i="1" dirty="0"/>
            <a:t>wait()</a:t>
          </a:r>
        </a:p>
      </dgm:t>
    </dgm:pt>
    <dgm:pt modelId="{9B552B4D-0D83-4E1B-9C47-646961611FC8}" type="parTrans" cxnId="{355462A1-385E-48FE-A5E2-E402EE803A0E}">
      <dgm:prSet/>
      <dgm:spPr/>
      <dgm:t>
        <a:bodyPr/>
        <a:lstStyle/>
        <a:p>
          <a:endParaRPr lang="en-US"/>
        </a:p>
      </dgm:t>
    </dgm:pt>
    <dgm:pt modelId="{78EEF37C-5846-4472-BEC3-9EEA704E88A5}" type="sibTrans" cxnId="{355462A1-385E-48FE-A5E2-E402EE803A0E}">
      <dgm:prSet/>
      <dgm:spPr/>
      <dgm:t>
        <a:bodyPr/>
        <a:lstStyle/>
        <a:p>
          <a:endParaRPr lang="en-US"/>
        </a:p>
      </dgm:t>
    </dgm:pt>
    <dgm:pt modelId="{0ED31519-8907-4CA7-9A86-BBF73B5F8362}">
      <dgm:prSet/>
      <dgm:spPr/>
      <dgm:t>
        <a:bodyPr/>
        <a:lstStyle/>
        <a:p>
          <a:r>
            <a:rPr lang="tr-TR" i="1" dirty="0" err="1"/>
            <a:t>Poll</a:t>
          </a:r>
          <a:r>
            <a:rPr lang="tr-TR" i="1" dirty="0"/>
            <a:t>()</a:t>
          </a:r>
          <a:endParaRPr lang="en-US" i="1" dirty="0"/>
        </a:p>
      </dgm:t>
    </dgm:pt>
    <dgm:pt modelId="{5552DD60-CED4-4A2A-8A81-D78D9BD960F1}" type="parTrans" cxnId="{8DAD88EB-9C46-4A54-B150-75BB64B1C091}">
      <dgm:prSet/>
      <dgm:spPr/>
      <dgm:t>
        <a:bodyPr/>
        <a:lstStyle/>
        <a:p>
          <a:endParaRPr lang="en-US"/>
        </a:p>
      </dgm:t>
    </dgm:pt>
    <dgm:pt modelId="{F34D729E-5EC4-460C-A20D-90C2A494B842}" type="sibTrans" cxnId="{8DAD88EB-9C46-4A54-B150-75BB64B1C091}">
      <dgm:prSet/>
      <dgm:spPr/>
      <dgm:t>
        <a:bodyPr/>
        <a:lstStyle/>
        <a:p>
          <a:endParaRPr lang="en-US"/>
        </a:p>
      </dgm:t>
    </dgm:pt>
    <dgm:pt modelId="{CD87CDEB-1BE9-4A64-8EB6-CD02FD7B7AA7}">
      <dgm:prSet/>
      <dgm:spPr/>
      <dgm:t>
        <a:bodyPr/>
        <a:lstStyle/>
        <a:p>
          <a:r>
            <a:rPr lang="en-US" dirty="0"/>
            <a:t>You can think of the poll() method</a:t>
          </a:r>
        </a:p>
      </dgm:t>
    </dgm:pt>
    <dgm:pt modelId="{42E065A2-AB1F-4EAB-B100-0C5B57F05C00}" type="parTrans" cxnId="{4DE9928B-C7FD-428B-866D-C3980313A272}">
      <dgm:prSet/>
      <dgm:spPr/>
      <dgm:t>
        <a:bodyPr/>
        <a:lstStyle/>
        <a:p>
          <a:endParaRPr lang="en-US"/>
        </a:p>
      </dgm:t>
    </dgm:pt>
    <dgm:pt modelId="{A4E94F78-6A09-41FF-8F24-070114FFEBA7}" type="sibTrans" cxnId="{4DE9928B-C7FD-428B-866D-C3980313A272}">
      <dgm:prSet/>
      <dgm:spPr/>
      <dgm:t>
        <a:bodyPr/>
        <a:lstStyle/>
        <a:p>
          <a:endParaRPr lang="en-US"/>
        </a:p>
      </dgm:t>
    </dgm:pt>
    <dgm:pt modelId="{78E914FF-CF60-4A3A-B6DA-3F551B6DB1F2}">
      <dgm:prSet/>
      <dgm:spPr/>
      <dgm:t>
        <a:bodyPr/>
        <a:lstStyle/>
        <a:p>
          <a:r>
            <a:rPr lang="en-US" dirty="0"/>
            <a:t>The </a:t>
          </a:r>
          <a:r>
            <a:rPr lang="en-US" i="1" dirty="0"/>
            <a:t>poll()</a:t>
          </a:r>
          <a:r>
            <a:rPr lang="en-US" dirty="0"/>
            <a:t> method will return None</a:t>
          </a:r>
        </a:p>
      </dgm:t>
    </dgm:pt>
    <dgm:pt modelId="{6BB0CDF3-F4BD-4E1A-82FD-098AFA88CB5F}" type="parTrans" cxnId="{8F84BA9F-E5E7-4FB6-81A8-A357389689F5}">
      <dgm:prSet/>
      <dgm:spPr/>
      <dgm:t>
        <a:bodyPr/>
        <a:lstStyle/>
        <a:p>
          <a:endParaRPr lang="en-US"/>
        </a:p>
      </dgm:t>
    </dgm:pt>
    <dgm:pt modelId="{15F4C237-E484-4E3A-BF6C-424BE13433D7}" type="sibTrans" cxnId="{8F84BA9F-E5E7-4FB6-81A8-A357389689F5}">
      <dgm:prSet/>
      <dgm:spPr/>
      <dgm:t>
        <a:bodyPr/>
        <a:lstStyle/>
        <a:p>
          <a:endParaRPr lang="en-US"/>
        </a:p>
      </dgm:t>
    </dgm:pt>
    <dgm:pt modelId="{F1ECCDF3-07BD-4C02-A414-0AE39D6C75FD}">
      <dgm:prSet/>
      <dgm:spPr/>
      <dgm:t>
        <a:bodyPr/>
        <a:lstStyle/>
        <a:p>
          <a:r>
            <a:rPr lang="en-US" dirty="0"/>
            <a:t>as asking your friend</a:t>
          </a:r>
        </a:p>
      </dgm:t>
    </dgm:pt>
    <dgm:pt modelId="{B8B5128F-F742-423B-86A2-C661540BFDE1}" type="parTrans" cxnId="{EC8AF278-C428-4575-99C4-D9888EA11664}">
      <dgm:prSet/>
      <dgm:spPr/>
      <dgm:t>
        <a:bodyPr/>
        <a:lstStyle/>
        <a:p>
          <a:endParaRPr lang="en-US"/>
        </a:p>
      </dgm:t>
    </dgm:pt>
    <dgm:pt modelId="{D779F5A2-1E82-4383-9916-3B161D4251BE}" type="sibTrans" cxnId="{EC8AF278-C428-4575-99C4-D9888EA11664}">
      <dgm:prSet/>
      <dgm:spPr/>
      <dgm:t>
        <a:bodyPr/>
        <a:lstStyle/>
        <a:p>
          <a:endParaRPr lang="en-US"/>
        </a:p>
      </dgm:t>
    </dgm:pt>
    <dgm:pt modelId="{680CB6AF-D805-44DC-B892-F2AC2D9025DF}">
      <dgm:prSet/>
      <dgm:spPr/>
      <dgm:t>
        <a:bodyPr/>
        <a:lstStyle/>
        <a:p>
          <a:r>
            <a:rPr lang="en-US" dirty="0"/>
            <a:t>if she’s finished</a:t>
          </a:r>
        </a:p>
      </dgm:t>
    </dgm:pt>
    <dgm:pt modelId="{3F91738A-48E0-4DB7-A0E2-996F35C5BC48}" type="parTrans" cxnId="{E1FAF486-5F5A-493E-96EB-3965D169CDBB}">
      <dgm:prSet/>
      <dgm:spPr/>
      <dgm:t>
        <a:bodyPr/>
        <a:lstStyle/>
        <a:p>
          <a:endParaRPr lang="en-US"/>
        </a:p>
      </dgm:t>
    </dgm:pt>
    <dgm:pt modelId="{6D6A49D8-E37A-4965-A354-13C5B5764D3D}" type="sibTrans" cxnId="{E1FAF486-5F5A-493E-96EB-3965D169CDBB}">
      <dgm:prSet/>
      <dgm:spPr/>
      <dgm:t>
        <a:bodyPr/>
        <a:lstStyle/>
        <a:p>
          <a:endParaRPr lang="en-US"/>
        </a:p>
      </dgm:t>
    </dgm:pt>
    <dgm:pt modelId="{EE6DAFDE-9004-4C8B-A61B-290DB270B4A8}">
      <dgm:prSet/>
      <dgm:spPr/>
      <dgm:t>
        <a:bodyPr/>
        <a:lstStyle/>
        <a:p>
          <a:r>
            <a:rPr lang="en-US" dirty="0"/>
            <a:t>running the code, you gave her. </a:t>
          </a:r>
        </a:p>
      </dgm:t>
    </dgm:pt>
    <dgm:pt modelId="{9AD8D557-6FC3-4100-82C1-07307A00C717}" type="parTrans" cxnId="{316565F4-5869-4C18-9434-F671A7DC1F56}">
      <dgm:prSet/>
      <dgm:spPr/>
      <dgm:t>
        <a:bodyPr/>
        <a:lstStyle/>
        <a:p>
          <a:endParaRPr lang="en-US"/>
        </a:p>
      </dgm:t>
    </dgm:pt>
    <dgm:pt modelId="{A2E4076D-2CFA-4AAC-973E-36AD2E5E357E}" type="sibTrans" cxnId="{316565F4-5869-4C18-9434-F671A7DC1F56}">
      <dgm:prSet/>
      <dgm:spPr/>
      <dgm:t>
        <a:bodyPr/>
        <a:lstStyle/>
        <a:p>
          <a:endParaRPr lang="en-US"/>
        </a:p>
      </dgm:t>
    </dgm:pt>
    <dgm:pt modelId="{7DAE073D-C5D0-4498-9DD2-08D5EDC138AE}">
      <dgm:prSet/>
      <dgm:spPr/>
      <dgm:t>
        <a:bodyPr/>
        <a:lstStyle/>
        <a:p>
          <a:r>
            <a:rPr lang="tr-TR" dirty="0"/>
            <a:t>Return</a:t>
          </a:r>
          <a:endParaRPr lang="en-US" dirty="0"/>
        </a:p>
      </dgm:t>
    </dgm:pt>
    <dgm:pt modelId="{AE6485A2-CD07-40B9-9831-EC5F8FFD08ED}" type="parTrans" cxnId="{66373EAE-D6D4-4FB0-8ADE-47FE7322F64C}">
      <dgm:prSet/>
      <dgm:spPr/>
      <dgm:t>
        <a:bodyPr/>
        <a:lstStyle/>
        <a:p>
          <a:endParaRPr lang="en-US"/>
        </a:p>
      </dgm:t>
    </dgm:pt>
    <dgm:pt modelId="{8708239B-7543-4E41-89E4-5DBF0347D3A0}" type="sibTrans" cxnId="{66373EAE-D6D4-4FB0-8ADE-47FE7322F64C}">
      <dgm:prSet/>
      <dgm:spPr/>
      <dgm:t>
        <a:bodyPr/>
        <a:lstStyle/>
        <a:p>
          <a:endParaRPr lang="en-US"/>
        </a:p>
      </dgm:t>
    </dgm:pt>
    <dgm:pt modelId="{3C535FF3-2EE0-4809-874F-FDEB3C53BEE0}">
      <dgm:prSet/>
      <dgm:spPr/>
      <dgm:t>
        <a:bodyPr/>
        <a:lstStyle/>
        <a:p>
          <a:r>
            <a:rPr lang="en-US" dirty="0"/>
            <a:t>if</a:t>
          </a:r>
          <a:r>
            <a:rPr lang="tr-TR" dirty="0"/>
            <a:t> </a:t>
          </a:r>
          <a:r>
            <a:rPr lang="en-US" dirty="0"/>
            <a:t>the process is still</a:t>
          </a:r>
          <a:r>
            <a:rPr lang="tr-TR" dirty="0"/>
            <a:t> </a:t>
          </a:r>
          <a:r>
            <a:rPr lang="en-US" dirty="0"/>
            <a:t>running</a:t>
          </a:r>
        </a:p>
      </dgm:t>
    </dgm:pt>
    <dgm:pt modelId="{688237E7-6198-462D-BEE8-3345C797C253}" type="parTrans" cxnId="{B180434F-2550-4D19-9106-84C87BCBDA09}">
      <dgm:prSet/>
      <dgm:spPr/>
      <dgm:t>
        <a:bodyPr/>
        <a:lstStyle/>
        <a:p>
          <a:endParaRPr lang="en-US"/>
        </a:p>
      </dgm:t>
    </dgm:pt>
    <dgm:pt modelId="{D4AAE330-5C6D-49B3-A431-F1B0EABCE3C0}" type="sibTrans" cxnId="{B180434F-2550-4D19-9106-84C87BCBDA09}">
      <dgm:prSet/>
      <dgm:spPr/>
      <dgm:t>
        <a:bodyPr/>
        <a:lstStyle/>
        <a:p>
          <a:endParaRPr lang="en-US"/>
        </a:p>
      </dgm:t>
    </dgm:pt>
    <dgm:pt modelId="{7800D013-0E33-4646-8055-0BA876652CD7}">
      <dgm:prSet/>
      <dgm:spPr/>
      <dgm:t>
        <a:bodyPr/>
        <a:lstStyle/>
        <a:p>
          <a:r>
            <a:rPr lang="en-US" dirty="0"/>
            <a:t>at the time </a:t>
          </a:r>
          <a:r>
            <a:rPr lang="en-US" i="1" dirty="0"/>
            <a:t>poll() </a:t>
          </a:r>
          <a:r>
            <a:rPr lang="en-US" dirty="0"/>
            <a:t>is called</a:t>
          </a:r>
        </a:p>
      </dgm:t>
    </dgm:pt>
    <dgm:pt modelId="{20672486-24DF-400B-87FA-261B40D5230E}" type="parTrans" cxnId="{D8B97B95-21FB-4DD6-937D-0FF59C92649B}">
      <dgm:prSet/>
      <dgm:spPr/>
    </dgm:pt>
    <dgm:pt modelId="{DDD1188D-DF19-409F-935B-381B481B1CE6}" type="sibTrans" cxnId="{D8B97B95-21FB-4DD6-937D-0FF59C92649B}">
      <dgm:prSet/>
      <dgm:spPr/>
    </dgm:pt>
    <dgm:pt modelId="{8AA9D8E7-13C5-44ED-929D-9C1F894A2711}" type="pres">
      <dgm:prSet presAssocID="{E0B3AC94-1A5D-45BB-9A07-77DB755BDA29}" presName="Name0" presStyleCnt="0">
        <dgm:presLayoutVars>
          <dgm:dir/>
          <dgm:animLvl val="lvl"/>
          <dgm:resizeHandles val="exact"/>
        </dgm:presLayoutVars>
      </dgm:prSet>
      <dgm:spPr/>
    </dgm:pt>
    <dgm:pt modelId="{C4F799B7-5142-4909-B3F6-624BE9D0670B}" type="pres">
      <dgm:prSet presAssocID="{0B8BBA7B-6D8F-4866-BF87-E818136FF623}" presName="composite" presStyleCnt="0"/>
      <dgm:spPr/>
    </dgm:pt>
    <dgm:pt modelId="{8774D266-5A83-4605-9E55-56B4D7DE00F4}" type="pres">
      <dgm:prSet presAssocID="{0B8BBA7B-6D8F-4866-BF87-E818136FF62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A158379-DF13-4E64-BAC4-1E83E59CCD46}" type="pres">
      <dgm:prSet presAssocID="{0B8BBA7B-6D8F-4866-BF87-E818136FF623}" presName="desTx" presStyleLbl="alignAccFollowNode1" presStyleIdx="0" presStyleCnt="3">
        <dgm:presLayoutVars>
          <dgm:bulletEnabled val="1"/>
        </dgm:presLayoutVars>
      </dgm:prSet>
      <dgm:spPr/>
    </dgm:pt>
    <dgm:pt modelId="{4F0417DA-5A03-49E1-AAFF-5569F5C1537D}" type="pres">
      <dgm:prSet presAssocID="{4DC47936-F1EC-4EBA-B7F4-6E1FA64C983A}" presName="space" presStyleCnt="0"/>
      <dgm:spPr/>
    </dgm:pt>
    <dgm:pt modelId="{D75E031B-CBB0-4EB7-A504-8DCC510223A7}" type="pres">
      <dgm:prSet presAssocID="{0ED31519-8907-4CA7-9A86-BBF73B5F8362}" presName="composite" presStyleCnt="0"/>
      <dgm:spPr/>
    </dgm:pt>
    <dgm:pt modelId="{6CAC8175-9D33-4802-8C94-81371B4E6132}" type="pres">
      <dgm:prSet presAssocID="{0ED31519-8907-4CA7-9A86-BBF73B5F836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70C27B6-8567-41AB-93ED-4A663C7ADE1A}" type="pres">
      <dgm:prSet presAssocID="{0ED31519-8907-4CA7-9A86-BBF73B5F8362}" presName="desTx" presStyleLbl="alignAccFollowNode1" presStyleIdx="1" presStyleCnt="3">
        <dgm:presLayoutVars>
          <dgm:bulletEnabled val="1"/>
        </dgm:presLayoutVars>
      </dgm:prSet>
      <dgm:spPr/>
    </dgm:pt>
    <dgm:pt modelId="{4CF1C782-9CE2-4DD9-9209-CAFACF35E544}" type="pres">
      <dgm:prSet presAssocID="{F34D729E-5EC4-460C-A20D-90C2A494B842}" presName="space" presStyleCnt="0"/>
      <dgm:spPr/>
    </dgm:pt>
    <dgm:pt modelId="{00BA1F01-754C-4BDC-99C1-7CD8BA1501A9}" type="pres">
      <dgm:prSet presAssocID="{7DAE073D-C5D0-4498-9DD2-08D5EDC138AE}" presName="composite" presStyleCnt="0"/>
      <dgm:spPr/>
    </dgm:pt>
    <dgm:pt modelId="{92F702B8-00F1-4EBB-8C37-0A960FDF3158}" type="pres">
      <dgm:prSet presAssocID="{7DAE073D-C5D0-4498-9DD2-08D5EDC138A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F457A48-7910-41DC-9512-82B5044F6C84}" type="pres">
      <dgm:prSet presAssocID="{7DAE073D-C5D0-4498-9DD2-08D5EDC138A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706AC03-3BB1-4B7B-9068-DA8EFC8311B5}" type="presOf" srcId="{CD87CDEB-1BE9-4A64-8EB6-CD02FD7B7AA7}" destId="{570C27B6-8567-41AB-93ED-4A663C7ADE1A}" srcOrd="0" destOrd="0" presId="urn:microsoft.com/office/officeart/2005/8/layout/hList1"/>
    <dgm:cxn modelId="{EE3F9609-4397-4710-B6DD-44BF3E2E1DF5}" type="presOf" srcId="{0B8BBA7B-6D8F-4866-BF87-E818136FF623}" destId="{8774D266-5A83-4605-9E55-56B4D7DE00F4}" srcOrd="0" destOrd="0" presId="urn:microsoft.com/office/officeart/2005/8/layout/hList1"/>
    <dgm:cxn modelId="{1099F90F-74F3-4ABF-9FE8-E301E1E2F7DA}" type="presOf" srcId="{3C535FF3-2EE0-4809-874F-FDEB3C53BEE0}" destId="{7F457A48-7910-41DC-9512-82B5044F6C84}" srcOrd="0" destOrd="1" presId="urn:microsoft.com/office/officeart/2005/8/layout/hList1"/>
    <dgm:cxn modelId="{2A03A918-BFA3-4669-A0B9-3FE2FD430ED9}" type="presOf" srcId="{680CB6AF-D805-44DC-B892-F2AC2D9025DF}" destId="{570C27B6-8567-41AB-93ED-4A663C7ADE1A}" srcOrd="0" destOrd="2" presId="urn:microsoft.com/office/officeart/2005/8/layout/hList1"/>
    <dgm:cxn modelId="{85D9AB29-567E-4070-9A96-F6E34C3AD5DE}" type="presOf" srcId="{F435FB5B-78FE-41F6-8BB3-96C1021DEDC6}" destId="{9A158379-DF13-4E64-BAC4-1E83E59CCD46}" srcOrd="0" destOrd="1" presId="urn:microsoft.com/office/officeart/2005/8/layout/hList1"/>
    <dgm:cxn modelId="{9C06C040-FA8A-4060-9B60-712BE7A01AFA}" type="presOf" srcId="{0ED31519-8907-4CA7-9A86-BBF73B5F8362}" destId="{6CAC8175-9D33-4802-8C94-81371B4E6132}" srcOrd="0" destOrd="0" presId="urn:microsoft.com/office/officeart/2005/8/layout/hList1"/>
    <dgm:cxn modelId="{FB55505C-1114-4BD6-98D3-D165DA583E0C}" srcId="{0B8BBA7B-6D8F-4866-BF87-E818136FF623}" destId="{4AC3276A-28C8-4402-A7A4-7E47277AAAB1}" srcOrd="0" destOrd="0" parTransId="{73FC1778-5053-4888-84CB-7DEAAD67367B}" sibTransId="{151E0F90-7658-451E-93A9-C9B5826D712B}"/>
    <dgm:cxn modelId="{33D8E15F-0E78-473A-9BCE-99ED7124E989}" type="presOf" srcId="{7DAE073D-C5D0-4498-9DD2-08D5EDC138AE}" destId="{92F702B8-00F1-4EBB-8C37-0A960FDF3158}" srcOrd="0" destOrd="0" presId="urn:microsoft.com/office/officeart/2005/8/layout/hList1"/>
    <dgm:cxn modelId="{4BDA2861-8CA8-48BA-BD8D-72AE31C38533}" type="presOf" srcId="{7800D013-0E33-4646-8055-0BA876652CD7}" destId="{7F457A48-7910-41DC-9512-82B5044F6C84}" srcOrd="0" destOrd="2" presId="urn:microsoft.com/office/officeart/2005/8/layout/hList1"/>
    <dgm:cxn modelId="{0AD2E74E-CEAE-439D-88FC-FC2F42152B71}" srcId="{E0B3AC94-1A5D-45BB-9A07-77DB755BDA29}" destId="{0B8BBA7B-6D8F-4866-BF87-E818136FF623}" srcOrd="0" destOrd="0" parTransId="{1283CE3E-025D-4F78-A8BD-04A3F86FA55A}" sibTransId="{4DC47936-F1EC-4EBA-B7F4-6E1FA64C983A}"/>
    <dgm:cxn modelId="{B180434F-2550-4D19-9106-84C87BCBDA09}" srcId="{7DAE073D-C5D0-4498-9DD2-08D5EDC138AE}" destId="{3C535FF3-2EE0-4809-874F-FDEB3C53BEE0}" srcOrd="1" destOrd="0" parTransId="{688237E7-6198-462D-BEE8-3345C797C253}" sibTransId="{D4AAE330-5C6D-49B3-A431-F1B0EABCE3C0}"/>
    <dgm:cxn modelId="{EC8AF278-C428-4575-99C4-D9888EA11664}" srcId="{0ED31519-8907-4CA7-9A86-BBF73B5F8362}" destId="{F1ECCDF3-07BD-4C02-A414-0AE39D6C75FD}" srcOrd="1" destOrd="0" parTransId="{B8B5128F-F742-423B-86A2-C661540BFDE1}" sibTransId="{D779F5A2-1E82-4383-9916-3B161D4251BE}"/>
    <dgm:cxn modelId="{177FE77F-48FB-42C1-B3C9-083206E0C574}" type="presOf" srcId="{EE6DAFDE-9004-4C8B-A61B-290DB270B4A8}" destId="{570C27B6-8567-41AB-93ED-4A663C7ADE1A}" srcOrd="0" destOrd="3" presId="urn:microsoft.com/office/officeart/2005/8/layout/hList1"/>
    <dgm:cxn modelId="{E1FAF486-5F5A-493E-96EB-3965D169CDBB}" srcId="{0ED31519-8907-4CA7-9A86-BBF73B5F8362}" destId="{680CB6AF-D805-44DC-B892-F2AC2D9025DF}" srcOrd="2" destOrd="0" parTransId="{3F91738A-48E0-4DB7-A0E2-996F35C5BC48}" sibTransId="{6D6A49D8-E37A-4965-A354-13C5B5764D3D}"/>
    <dgm:cxn modelId="{4DE9928B-C7FD-428B-866D-C3980313A272}" srcId="{0ED31519-8907-4CA7-9A86-BBF73B5F8362}" destId="{CD87CDEB-1BE9-4A64-8EB6-CD02FD7B7AA7}" srcOrd="0" destOrd="0" parTransId="{42E065A2-AB1F-4EAB-B100-0C5B57F05C00}" sibTransId="{A4E94F78-6A09-41FF-8F24-070114FFEBA7}"/>
    <dgm:cxn modelId="{6A546E8E-CCFA-45E7-A947-CABFDF1D492E}" type="presOf" srcId="{E0B3AC94-1A5D-45BB-9A07-77DB755BDA29}" destId="{8AA9D8E7-13C5-44ED-929D-9C1F894A2711}" srcOrd="0" destOrd="0" presId="urn:microsoft.com/office/officeart/2005/8/layout/hList1"/>
    <dgm:cxn modelId="{D8B97B95-21FB-4DD6-937D-0FF59C92649B}" srcId="{7DAE073D-C5D0-4498-9DD2-08D5EDC138AE}" destId="{7800D013-0E33-4646-8055-0BA876652CD7}" srcOrd="2" destOrd="0" parTransId="{20672486-24DF-400B-87FA-261B40D5230E}" sibTransId="{DDD1188D-DF19-409F-935B-381B481B1CE6}"/>
    <dgm:cxn modelId="{8F84BA9F-E5E7-4FB6-81A8-A357389689F5}" srcId="{7DAE073D-C5D0-4498-9DD2-08D5EDC138AE}" destId="{78E914FF-CF60-4A3A-B6DA-3F551B6DB1F2}" srcOrd="0" destOrd="0" parTransId="{6BB0CDF3-F4BD-4E1A-82FD-098AFA88CB5F}" sibTransId="{15F4C237-E484-4E3A-BF6C-424BE13433D7}"/>
    <dgm:cxn modelId="{355462A1-385E-48FE-A5E2-E402EE803A0E}" srcId="{0B8BBA7B-6D8F-4866-BF87-E818136FF623}" destId="{F435FB5B-78FE-41F6-8BB3-96C1021DEDC6}" srcOrd="1" destOrd="0" parTransId="{9B552B4D-0D83-4E1B-9C47-646961611FC8}" sibTransId="{78EEF37C-5846-4472-BEC3-9EEA704E88A5}"/>
    <dgm:cxn modelId="{66373EAE-D6D4-4FB0-8ADE-47FE7322F64C}" srcId="{E0B3AC94-1A5D-45BB-9A07-77DB755BDA29}" destId="{7DAE073D-C5D0-4498-9DD2-08D5EDC138AE}" srcOrd="2" destOrd="0" parTransId="{AE6485A2-CD07-40B9-9831-EC5F8FFD08ED}" sibTransId="{8708239B-7543-4E41-89E4-5DBF0347D3A0}"/>
    <dgm:cxn modelId="{815A44C2-B3B8-44CA-9043-AB6516A7162E}" type="presOf" srcId="{F1ECCDF3-07BD-4C02-A414-0AE39D6C75FD}" destId="{570C27B6-8567-41AB-93ED-4A663C7ADE1A}" srcOrd="0" destOrd="1" presId="urn:microsoft.com/office/officeart/2005/8/layout/hList1"/>
    <dgm:cxn modelId="{EC0559DF-03B3-47A4-B5FE-05EF1B56D19E}" type="presOf" srcId="{4AC3276A-28C8-4402-A7A4-7E47277AAAB1}" destId="{9A158379-DF13-4E64-BAC4-1E83E59CCD46}" srcOrd="0" destOrd="0" presId="urn:microsoft.com/office/officeart/2005/8/layout/hList1"/>
    <dgm:cxn modelId="{8DAD88EB-9C46-4A54-B150-75BB64B1C091}" srcId="{E0B3AC94-1A5D-45BB-9A07-77DB755BDA29}" destId="{0ED31519-8907-4CA7-9A86-BBF73B5F8362}" srcOrd="1" destOrd="0" parTransId="{5552DD60-CED4-4A2A-8A81-D78D9BD960F1}" sibTransId="{F34D729E-5EC4-460C-A20D-90C2A494B842}"/>
    <dgm:cxn modelId="{316565F4-5869-4C18-9434-F671A7DC1F56}" srcId="{0ED31519-8907-4CA7-9A86-BBF73B5F8362}" destId="{EE6DAFDE-9004-4C8B-A61B-290DB270B4A8}" srcOrd="3" destOrd="0" parTransId="{9AD8D557-6FC3-4100-82C1-07307A00C717}" sibTransId="{A2E4076D-2CFA-4AAC-973E-36AD2E5E357E}"/>
    <dgm:cxn modelId="{92901BFA-C3A0-44DB-81A0-3BC6CCBE933F}" type="presOf" srcId="{78E914FF-CF60-4A3A-B6DA-3F551B6DB1F2}" destId="{7F457A48-7910-41DC-9512-82B5044F6C84}" srcOrd="0" destOrd="0" presId="urn:microsoft.com/office/officeart/2005/8/layout/hList1"/>
    <dgm:cxn modelId="{2F73D423-A5DF-4662-BCBE-199574E0373D}" type="presParOf" srcId="{8AA9D8E7-13C5-44ED-929D-9C1F894A2711}" destId="{C4F799B7-5142-4909-B3F6-624BE9D0670B}" srcOrd="0" destOrd="0" presId="urn:microsoft.com/office/officeart/2005/8/layout/hList1"/>
    <dgm:cxn modelId="{DA4C33C3-7236-4355-8105-D6676A73E945}" type="presParOf" srcId="{C4F799B7-5142-4909-B3F6-624BE9D0670B}" destId="{8774D266-5A83-4605-9E55-56B4D7DE00F4}" srcOrd="0" destOrd="0" presId="urn:microsoft.com/office/officeart/2005/8/layout/hList1"/>
    <dgm:cxn modelId="{37F2FF71-2FB4-4050-91AF-A9ABC0821052}" type="presParOf" srcId="{C4F799B7-5142-4909-B3F6-624BE9D0670B}" destId="{9A158379-DF13-4E64-BAC4-1E83E59CCD46}" srcOrd="1" destOrd="0" presId="urn:microsoft.com/office/officeart/2005/8/layout/hList1"/>
    <dgm:cxn modelId="{B8F6B76C-B764-480C-9372-73FD803047A3}" type="presParOf" srcId="{8AA9D8E7-13C5-44ED-929D-9C1F894A2711}" destId="{4F0417DA-5A03-49E1-AAFF-5569F5C1537D}" srcOrd="1" destOrd="0" presId="urn:microsoft.com/office/officeart/2005/8/layout/hList1"/>
    <dgm:cxn modelId="{5600F645-5C8A-425E-8171-9471DE39CDB8}" type="presParOf" srcId="{8AA9D8E7-13C5-44ED-929D-9C1F894A2711}" destId="{D75E031B-CBB0-4EB7-A504-8DCC510223A7}" srcOrd="2" destOrd="0" presId="urn:microsoft.com/office/officeart/2005/8/layout/hList1"/>
    <dgm:cxn modelId="{59497C5E-304F-45A9-90DD-661D4300448A}" type="presParOf" srcId="{D75E031B-CBB0-4EB7-A504-8DCC510223A7}" destId="{6CAC8175-9D33-4802-8C94-81371B4E6132}" srcOrd="0" destOrd="0" presId="urn:microsoft.com/office/officeart/2005/8/layout/hList1"/>
    <dgm:cxn modelId="{196C3686-7A59-4C0C-813A-A0C1E1E1C55C}" type="presParOf" srcId="{D75E031B-CBB0-4EB7-A504-8DCC510223A7}" destId="{570C27B6-8567-41AB-93ED-4A663C7ADE1A}" srcOrd="1" destOrd="0" presId="urn:microsoft.com/office/officeart/2005/8/layout/hList1"/>
    <dgm:cxn modelId="{ECC374C1-A338-4EA7-8CA0-D7CA60FF28E0}" type="presParOf" srcId="{8AA9D8E7-13C5-44ED-929D-9C1F894A2711}" destId="{4CF1C782-9CE2-4DD9-9209-CAFACF35E544}" srcOrd="3" destOrd="0" presId="urn:microsoft.com/office/officeart/2005/8/layout/hList1"/>
    <dgm:cxn modelId="{669BCE9E-6145-4E27-8EC0-91AF976E9848}" type="presParOf" srcId="{8AA9D8E7-13C5-44ED-929D-9C1F894A2711}" destId="{00BA1F01-754C-4BDC-99C1-7CD8BA1501A9}" srcOrd="4" destOrd="0" presId="urn:microsoft.com/office/officeart/2005/8/layout/hList1"/>
    <dgm:cxn modelId="{8BFF995F-A07F-4171-86B5-949CEDA434EC}" type="presParOf" srcId="{00BA1F01-754C-4BDC-99C1-7CD8BA1501A9}" destId="{92F702B8-00F1-4EBB-8C37-0A960FDF3158}" srcOrd="0" destOrd="0" presId="urn:microsoft.com/office/officeart/2005/8/layout/hList1"/>
    <dgm:cxn modelId="{93672F00-C960-47A4-8FF1-2B36B11BAE08}" type="presParOf" srcId="{00BA1F01-754C-4BDC-99C1-7CD8BA1501A9}" destId="{7F457A48-7910-41DC-9512-82B5044F6C8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E0B3AC94-1A5D-45BB-9A07-77DB755BDA29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D25D786-10CC-4D2C-A182-5DE7E5FF50A8}">
      <dgm:prSet/>
      <dgm:spPr/>
      <dgm:t>
        <a:bodyPr/>
        <a:lstStyle/>
        <a:p>
          <a:r>
            <a:rPr lang="en-US" dirty="0"/>
            <a:t>If</a:t>
          </a:r>
        </a:p>
      </dgm:t>
    </dgm:pt>
    <dgm:pt modelId="{3A554A8F-88B6-41E3-BE49-7486BDA6B650}" type="parTrans" cxnId="{1276A249-0ECF-42EA-B223-893C734E8969}">
      <dgm:prSet/>
      <dgm:spPr/>
      <dgm:t>
        <a:bodyPr/>
        <a:lstStyle/>
        <a:p>
          <a:endParaRPr lang="en-US"/>
        </a:p>
      </dgm:t>
    </dgm:pt>
    <dgm:pt modelId="{A8E3768C-BAA5-44C9-97E8-0E931C2CB2FB}" type="sibTrans" cxnId="{1276A249-0ECF-42EA-B223-893C734E8969}">
      <dgm:prSet/>
      <dgm:spPr/>
      <dgm:t>
        <a:bodyPr/>
        <a:lstStyle/>
        <a:p>
          <a:endParaRPr lang="en-US"/>
        </a:p>
      </dgm:t>
    </dgm:pt>
    <dgm:pt modelId="{508BB9B6-F24E-4F62-B919-84E2FC76342E}">
      <dgm:prSet/>
      <dgm:spPr/>
      <dgm:t>
        <a:bodyPr/>
        <a:lstStyle/>
        <a:p>
          <a:r>
            <a:rPr lang="en-US" dirty="0"/>
            <a:t>it will return the process’s integer </a:t>
          </a:r>
          <a:r>
            <a:rPr lang="en-US" i="0" dirty="0"/>
            <a:t>exit code</a:t>
          </a:r>
          <a:r>
            <a:rPr lang="en-US" dirty="0"/>
            <a:t>. </a:t>
          </a:r>
        </a:p>
      </dgm:t>
    </dgm:pt>
    <dgm:pt modelId="{1B00BCA6-FF51-448F-86DC-B51BC3363838}" type="parTrans" cxnId="{E4A2FC52-FD1A-43A6-A147-747A138D6929}">
      <dgm:prSet/>
      <dgm:spPr/>
      <dgm:t>
        <a:bodyPr/>
        <a:lstStyle/>
        <a:p>
          <a:endParaRPr lang="en-US"/>
        </a:p>
      </dgm:t>
    </dgm:pt>
    <dgm:pt modelId="{00B7B4A4-E823-4690-A1D0-F686856DEDC5}" type="sibTrans" cxnId="{E4A2FC52-FD1A-43A6-A147-747A138D6929}">
      <dgm:prSet/>
      <dgm:spPr/>
      <dgm:t>
        <a:bodyPr/>
        <a:lstStyle/>
        <a:p>
          <a:endParaRPr lang="en-US"/>
        </a:p>
      </dgm:t>
    </dgm:pt>
    <dgm:pt modelId="{5E3D2C6A-8DE1-46EA-A6EE-036255246DA9}">
      <dgm:prSet/>
      <dgm:spPr/>
      <dgm:t>
        <a:bodyPr/>
        <a:lstStyle/>
        <a:p>
          <a:r>
            <a:rPr lang="en-US" dirty="0"/>
            <a:t>An exit code</a:t>
          </a:r>
          <a:r>
            <a:rPr lang="tr-TR" dirty="0"/>
            <a:t> 0</a:t>
          </a:r>
          <a:endParaRPr lang="en-US" dirty="0"/>
        </a:p>
      </dgm:t>
    </dgm:pt>
    <dgm:pt modelId="{8092CEEC-E723-420F-88BB-CCADE7D83E3A}" type="parTrans" cxnId="{B1250F59-369B-4B3B-80F5-2A02F06B0F6C}">
      <dgm:prSet/>
      <dgm:spPr/>
      <dgm:t>
        <a:bodyPr/>
        <a:lstStyle/>
        <a:p>
          <a:endParaRPr lang="en-US"/>
        </a:p>
      </dgm:t>
    </dgm:pt>
    <dgm:pt modelId="{D77AAC4B-F04D-4E57-AD10-14AA511CCBB5}" type="sibTrans" cxnId="{B1250F59-369B-4B3B-80F5-2A02F06B0F6C}">
      <dgm:prSet/>
      <dgm:spPr/>
      <dgm:t>
        <a:bodyPr/>
        <a:lstStyle/>
        <a:p>
          <a:endParaRPr lang="en-US"/>
        </a:p>
      </dgm:t>
    </dgm:pt>
    <dgm:pt modelId="{CDA4374D-C47E-4844-AA97-BEE876C5D9F8}">
      <dgm:prSet/>
      <dgm:spPr/>
      <dgm:t>
        <a:bodyPr/>
        <a:lstStyle/>
        <a:p>
          <a:r>
            <a:rPr lang="en-US"/>
            <a:t>whether the process terminated without errors </a:t>
          </a:r>
        </a:p>
      </dgm:t>
    </dgm:pt>
    <dgm:pt modelId="{4F6E7B36-E665-4599-A11A-06DAA1816ECB}" type="parTrans" cxnId="{18A5CA40-6D88-4589-8D26-ABFE7D06552E}">
      <dgm:prSet/>
      <dgm:spPr/>
      <dgm:t>
        <a:bodyPr/>
        <a:lstStyle/>
        <a:p>
          <a:endParaRPr lang="en-US"/>
        </a:p>
      </dgm:t>
    </dgm:pt>
    <dgm:pt modelId="{69CDA849-CEC2-42D3-B1D6-C26A0A9C7736}" type="sibTrans" cxnId="{18A5CA40-6D88-4589-8D26-ABFE7D06552E}">
      <dgm:prSet/>
      <dgm:spPr/>
      <dgm:t>
        <a:bodyPr/>
        <a:lstStyle/>
        <a:p>
          <a:endParaRPr lang="en-US"/>
        </a:p>
      </dgm:t>
    </dgm:pt>
    <dgm:pt modelId="{3E50CC37-486F-4DF9-A6C6-6DC1F416902C}">
      <dgm:prSet/>
      <dgm:spPr/>
      <dgm:t>
        <a:bodyPr/>
        <a:lstStyle/>
        <a:p>
          <a:r>
            <a:rPr lang="en-US" dirty="0"/>
            <a:t>a nonzero exit</a:t>
          </a:r>
          <a:r>
            <a:rPr lang="tr-TR" dirty="0"/>
            <a:t> </a:t>
          </a:r>
          <a:r>
            <a:rPr lang="en-US" dirty="0"/>
            <a:t>code</a:t>
          </a:r>
        </a:p>
      </dgm:t>
    </dgm:pt>
    <dgm:pt modelId="{824D7905-853C-4D19-AF6A-6A2B5A8E45DC}" type="parTrans" cxnId="{86433699-C0BC-44D4-A5EA-2321423E264F}">
      <dgm:prSet/>
      <dgm:spPr/>
      <dgm:t>
        <a:bodyPr/>
        <a:lstStyle/>
        <a:p>
          <a:endParaRPr lang="en-US"/>
        </a:p>
      </dgm:t>
    </dgm:pt>
    <dgm:pt modelId="{7FDF34D0-CC41-4A90-A6A5-145B3385F87C}" type="sibTrans" cxnId="{86433699-C0BC-44D4-A5EA-2321423E264F}">
      <dgm:prSet/>
      <dgm:spPr/>
      <dgm:t>
        <a:bodyPr/>
        <a:lstStyle/>
        <a:p>
          <a:endParaRPr lang="en-US"/>
        </a:p>
      </dgm:t>
    </dgm:pt>
    <dgm:pt modelId="{3E97361A-9F90-4B44-9673-3A87BBDF10FA}">
      <dgm:prSet/>
      <dgm:spPr/>
      <dgm:t>
        <a:bodyPr/>
        <a:lstStyle/>
        <a:p>
          <a:r>
            <a:rPr lang="tr-TR" dirty="0" err="1"/>
            <a:t>indicates</a:t>
          </a:r>
          <a:r>
            <a:rPr lang="tr-TR" dirty="0"/>
            <a:t> </a:t>
          </a:r>
          <a:r>
            <a:rPr lang="en-US" dirty="0"/>
            <a:t>error caused the process to terminate</a:t>
          </a:r>
        </a:p>
      </dgm:t>
    </dgm:pt>
    <dgm:pt modelId="{2C8F6CD3-6799-4C2C-A78C-1ECCE51CAE26}" type="parTrans" cxnId="{4325A86A-42AD-4B54-BBC4-43FE3D6849C6}">
      <dgm:prSet/>
      <dgm:spPr/>
      <dgm:t>
        <a:bodyPr/>
        <a:lstStyle/>
        <a:p>
          <a:endParaRPr lang="en-US"/>
        </a:p>
      </dgm:t>
    </dgm:pt>
    <dgm:pt modelId="{2B6D9B8A-322B-48C1-9997-902DCC5491D8}" type="sibTrans" cxnId="{4325A86A-42AD-4B54-BBC4-43FE3D6849C6}">
      <dgm:prSet/>
      <dgm:spPr/>
      <dgm:t>
        <a:bodyPr/>
        <a:lstStyle/>
        <a:p>
          <a:endParaRPr lang="en-US"/>
        </a:p>
      </dgm:t>
    </dgm:pt>
    <dgm:pt modelId="{CBF8D676-9869-4A50-B7EC-50537FFFD4A2}">
      <dgm:prSet/>
      <dgm:spPr/>
      <dgm:t>
        <a:bodyPr/>
        <a:lstStyle/>
        <a:p>
          <a:r>
            <a:rPr lang="en-US"/>
            <a:t>the </a:t>
          </a:r>
          <a:r>
            <a:rPr lang="en-US" dirty="0"/>
            <a:t>program has</a:t>
          </a:r>
          <a:r>
            <a:rPr lang="tr-TR" dirty="0"/>
            <a:t> </a:t>
          </a:r>
          <a:r>
            <a:rPr lang="en-US" dirty="0"/>
            <a:t>terminated,</a:t>
          </a:r>
        </a:p>
      </dgm:t>
    </dgm:pt>
    <dgm:pt modelId="{95CAA27B-2FDE-4CEE-AD80-63E384D584E3}" type="parTrans" cxnId="{DC073671-6B38-4DA2-8AE8-A4428AC1EBDD}">
      <dgm:prSet/>
      <dgm:spPr/>
      <dgm:t>
        <a:bodyPr/>
        <a:lstStyle/>
        <a:p>
          <a:endParaRPr lang="en-US"/>
        </a:p>
      </dgm:t>
    </dgm:pt>
    <dgm:pt modelId="{4468FE66-ED89-4BBF-9286-DA860CCA399D}" type="sibTrans" cxnId="{DC073671-6B38-4DA2-8AE8-A4428AC1EBDD}">
      <dgm:prSet/>
      <dgm:spPr/>
      <dgm:t>
        <a:bodyPr/>
        <a:lstStyle/>
        <a:p>
          <a:endParaRPr lang="en-US"/>
        </a:p>
      </dgm:t>
    </dgm:pt>
    <dgm:pt modelId="{5A3F485D-2541-4797-8B0E-AC7CEA593130}">
      <dgm:prSet/>
      <dgm:spPr/>
      <dgm:t>
        <a:bodyPr/>
        <a:lstStyle/>
        <a:p>
          <a:r>
            <a:rPr lang="en-US"/>
            <a:t>is </a:t>
          </a:r>
          <a:r>
            <a:rPr lang="en-US" dirty="0"/>
            <a:t>used</a:t>
          </a:r>
          <a:r>
            <a:rPr lang="tr-TR" dirty="0"/>
            <a:t> </a:t>
          </a:r>
          <a:r>
            <a:rPr lang="en-US" dirty="0"/>
            <a:t>to indicate </a:t>
          </a:r>
        </a:p>
      </dgm:t>
    </dgm:pt>
    <dgm:pt modelId="{484E8896-C574-4B33-982F-E4BD85E53627}" type="parTrans" cxnId="{322B143A-EB14-4479-937A-5FA7486AEF5B}">
      <dgm:prSet/>
      <dgm:spPr/>
      <dgm:t>
        <a:bodyPr/>
        <a:lstStyle/>
        <a:p>
          <a:endParaRPr lang="en-US"/>
        </a:p>
      </dgm:t>
    </dgm:pt>
    <dgm:pt modelId="{1895F118-8123-49BD-97DE-992605227FA4}" type="sibTrans" cxnId="{322B143A-EB14-4479-937A-5FA7486AEF5B}">
      <dgm:prSet/>
      <dgm:spPr/>
      <dgm:t>
        <a:bodyPr/>
        <a:lstStyle/>
        <a:p>
          <a:endParaRPr lang="en-US"/>
        </a:p>
      </dgm:t>
    </dgm:pt>
    <dgm:pt modelId="{303541DD-F718-4141-8E97-B9C240CB4FEC}">
      <dgm:prSet/>
      <dgm:spPr/>
      <dgm:t>
        <a:bodyPr/>
        <a:lstStyle/>
        <a:p>
          <a:r>
            <a:rPr lang="en-US" dirty="0"/>
            <a:t>generally, 1</a:t>
          </a:r>
        </a:p>
      </dgm:t>
    </dgm:pt>
    <dgm:pt modelId="{4666BBF2-7629-496E-BD90-EBE1AE3C1DA7}" type="parTrans" cxnId="{C37F630D-3873-47A3-B1BB-70F3ADBB5F8A}">
      <dgm:prSet/>
      <dgm:spPr/>
      <dgm:t>
        <a:bodyPr/>
        <a:lstStyle/>
        <a:p>
          <a:endParaRPr lang="en-US"/>
        </a:p>
      </dgm:t>
    </dgm:pt>
    <dgm:pt modelId="{3C20631E-4C90-4819-983D-74CB2D3022F3}" type="sibTrans" cxnId="{C37F630D-3873-47A3-B1BB-70F3ADBB5F8A}">
      <dgm:prSet/>
      <dgm:spPr/>
      <dgm:t>
        <a:bodyPr/>
        <a:lstStyle/>
        <a:p>
          <a:endParaRPr lang="en-US"/>
        </a:p>
      </dgm:t>
    </dgm:pt>
    <dgm:pt modelId="{7EF95633-5752-4F13-AFA6-E70955007614}">
      <dgm:prSet/>
      <dgm:spPr/>
      <dgm:t>
        <a:bodyPr/>
        <a:lstStyle/>
        <a:p>
          <a:r>
            <a:rPr lang="en-US" dirty="0"/>
            <a:t> but it may vary</a:t>
          </a:r>
        </a:p>
      </dgm:t>
    </dgm:pt>
    <dgm:pt modelId="{F5D37D45-FA01-4098-8680-E4A8A8B01A90}" type="parTrans" cxnId="{10DEF0BC-6A15-4684-9A5D-D49486D3C1CB}">
      <dgm:prSet/>
      <dgm:spPr/>
      <dgm:t>
        <a:bodyPr/>
        <a:lstStyle/>
        <a:p>
          <a:endParaRPr lang="en-US"/>
        </a:p>
      </dgm:t>
    </dgm:pt>
    <dgm:pt modelId="{4A27CC8B-5385-40A1-9D26-A3413495491D}" type="sibTrans" cxnId="{10DEF0BC-6A15-4684-9A5D-D49486D3C1CB}">
      <dgm:prSet/>
      <dgm:spPr/>
      <dgm:t>
        <a:bodyPr/>
        <a:lstStyle/>
        <a:p>
          <a:endParaRPr lang="en-US"/>
        </a:p>
      </dgm:t>
    </dgm:pt>
    <dgm:pt modelId="{CED2ED1A-5A1B-4C9D-BCC8-7905A5FA0365}">
      <dgm:prSet/>
      <dgm:spPr/>
      <dgm:t>
        <a:bodyPr/>
        <a:lstStyle/>
        <a:p>
          <a:r>
            <a:rPr lang="en-US"/>
            <a:t>depending </a:t>
          </a:r>
          <a:r>
            <a:rPr lang="en-US" dirty="0"/>
            <a:t>on the program</a:t>
          </a:r>
        </a:p>
      </dgm:t>
    </dgm:pt>
    <dgm:pt modelId="{BDD80037-5956-4F4D-B0D9-D8B9EFCC8D7B}" type="parTrans" cxnId="{F6002087-96ED-4D65-A48C-40E913F54FCD}">
      <dgm:prSet/>
      <dgm:spPr/>
      <dgm:t>
        <a:bodyPr/>
        <a:lstStyle/>
        <a:p>
          <a:endParaRPr lang="en-US"/>
        </a:p>
      </dgm:t>
    </dgm:pt>
    <dgm:pt modelId="{12558105-6826-45D7-B1C9-C7CD03502148}" type="sibTrans" cxnId="{F6002087-96ED-4D65-A48C-40E913F54FCD}">
      <dgm:prSet/>
      <dgm:spPr/>
      <dgm:t>
        <a:bodyPr/>
        <a:lstStyle/>
        <a:p>
          <a:endParaRPr lang="en-US"/>
        </a:p>
      </dgm:t>
    </dgm:pt>
    <dgm:pt modelId="{69F82BB3-B541-4906-A7C3-DA87621440BD}" type="pres">
      <dgm:prSet presAssocID="{E0B3AC94-1A5D-45BB-9A07-77DB755BDA29}" presName="Name0" presStyleCnt="0">
        <dgm:presLayoutVars>
          <dgm:dir/>
          <dgm:animLvl val="lvl"/>
          <dgm:resizeHandles val="exact"/>
        </dgm:presLayoutVars>
      </dgm:prSet>
      <dgm:spPr/>
    </dgm:pt>
    <dgm:pt modelId="{C23E6A57-5B59-45AA-A240-BADC163FD34D}" type="pres">
      <dgm:prSet presAssocID="{FD25D786-10CC-4D2C-A182-5DE7E5FF50A8}" presName="composite" presStyleCnt="0"/>
      <dgm:spPr/>
    </dgm:pt>
    <dgm:pt modelId="{596881AF-4FAB-4604-B94C-35402074AAE7}" type="pres">
      <dgm:prSet presAssocID="{FD25D786-10CC-4D2C-A182-5DE7E5FF50A8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6FFA037B-8C8D-4468-A660-D525C59A02F7}" type="pres">
      <dgm:prSet presAssocID="{FD25D786-10CC-4D2C-A182-5DE7E5FF50A8}" presName="desTx" presStyleLbl="alignAccFollowNode1" presStyleIdx="0" presStyleCnt="4">
        <dgm:presLayoutVars>
          <dgm:bulletEnabled val="1"/>
        </dgm:presLayoutVars>
      </dgm:prSet>
      <dgm:spPr/>
    </dgm:pt>
    <dgm:pt modelId="{752CB7C0-6605-4D7F-9DF3-BC9A530E7C7F}" type="pres">
      <dgm:prSet presAssocID="{A8E3768C-BAA5-44C9-97E8-0E931C2CB2FB}" presName="space" presStyleCnt="0"/>
      <dgm:spPr/>
    </dgm:pt>
    <dgm:pt modelId="{55C2E15B-7042-4E4A-8623-E84644738A17}" type="pres">
      <dgm:prSet presAssocID="{5E3D2C6A-8DE1-46EA-A6EE-036255246DA9}" presName="composite" presStyleCnt="0"/>
      <dgm:spPr/>
    </dgm:pt>
    <dgm:pt modelId="{8883EBFD-9579-4CEA-907D-77900BC1035A}" type="pres">
      <dgm:prSet presAssocID="{5E3D2C6A-8DE1-46EA-A6EE-036255246DA9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FE0FE3D9-54E6-45B5-94C1-511C4316B26C}" type="pres">
      <dgm:prSet presAssocID="{5E3D2C6A-8DE1-46EA-A6EE-036255246DA9}" presName="desTx" presStyleLbl="alignAccFollowNode1" presStyleIdx="1" presStyleCnt="4">
        <dgm:presLayoutVars>
          <dgm:bulletEnabled val="1"/>
        </dgm:presLayoutVars>
      </dgm:prSet>
      <dgm:spPr/>
    </dgm:pt>
    <dgm:pt modelId="{E2EBD605-EE84-495C-97A9-F6E4936B375C}" type="pres">
      <dgm:prSet presAssocID="{D77AAC4B-F04D-4E57-AD10-14AA511CCBB5}" presName="space" presStyleCnt="0"/>
      <dgm:spPr/>
    </dgm:pt>
    <dgm:pt modelId="{785A7FAC-6B2C-4259-B6B8-B83E31754E7E}" type="pres">
      <dgm:prSet presAssocID="{3E50CC37-486F-4DF9-A6C6-6DC1F416902C}" presName="composite" presStyleCnt="0"/>
      <dgm:spPr/>
    </dgm:pt>
    <dgm:pt modelId="{14D55DC0-B304-4746-BA4D-E189A286AA7C}" type="pres">
      <dgm:prSet presAssocID="{3E50CC37-486F-4DF9-A6C6-6DC1F416902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032750EC-CFC9-40EE-BCAA-13B344105E91}" type="pres">
      <dgm:prSet presAssocID="{3E50CC37-486F-4DF9-A6C6-6DC1F416902C}" presName="desTx" presStyleLbl="alignAccFollowNode1" presStyleIdx="2" presStyleCnt="4">
        <dgm:presLayoutVars>
          <dgm:bulletEnabled val="1"/>
        </dgm:presLayoutVars>
      </dgm:prSet>
      <dgm:spPr/>
    </dgm:pt>
    <dgm:pt modelId="{47F7A367-8301-40CD-938D-1270F2F01D40}" type="pres">
      <dgm:prSet presAssocID="{7FDF34D0-CC41-4A90-A6A5-145B3385F87C}" presName="space" presStyleCnt="0"/>
      <dgm:spPr/>
    </dgm:pt>
    <dgm:pt modelId="{75F314BF-8C29-4DE7-994A-FBE6001E4732}" type="pres">
      <dgm:prSet presAssocID="{303541DD-F718-4141-8E97-B9C240CB4FEC}" presName="composite" presStyleCnt="0"/>
      <dgm:spPr/>
    </dgm:pt>
    <dgm:pt modelId="{59C5705A-C460-49C1-9B43-1B2F04B0DF39}" type="pres">
      <dgm:prSet presAssocID="{303541DD-F718-4141-8E97-B9C240CB4FEC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987BE4BF-2CD8-4C43-BC4A-4C4C59923F82}" type="pres">
      <dgm:prSet presAssocID="{303541DD-F718-4141-8E97-B9C240CB4FEC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C37F630D-3873-47A3-B1BB-70F3ADBB5F8A}" srcId="{E0B3AC94-1A5D-45BB-9A07-77DB755BDA29}" destId="{303541DD-F718-4141-8E97-B9C240CB4FEC}" srcOrd="3" destOrd="0" parTransId="{4666BBF2-7629-496E-BD90-EBE1AE3C1DA7}" sibTransId="{3C20631E-4C90-4819-983D-74CB2D3022F3}"/>
    <dgm:cxn modelId="{322B143A-EB14-4479-937A-5FA7486AEF5B}" srcId="{5E3D2C6A-8DE1-46EA-A6EE-036255246DA9}" destId="{5A3F485D-2541-4797-8B0E-AC7CEA593130}" srcOrd="0" destOrd="0" parTransId="{484E8896-C574-4B33-982F-E4BD85E53627}" sibTransId="{1895F118-8123-49BD-97DE-992605227FA4}"/>
    <dgm:cxn modelId="{18A5CA40-6D88-4589-8D26-ABFE7D06552E}" srcId="{5E3D2C6A-8DE1-46EA-A6EE-036255246DA9}" destId="{CDA4374D-C47E-4844-AA97-BEE876C5D9F8}" srcOrd="1" destOrd="0" parTransId="{4F6E7B36-E665-4599-A11A-06DAA1816ECB}" sibTransId="{69CDA849-CEC2-42D3-B1D6-C26A0A9C7736}"/>
    <dgm:cxn modelId="{1276A249-0ECF-42EA-B223-893C734E8969}" srcId="{E0B3AC94-1A5D-45BB-9A07-77DB755BDA29}" destId="{FD25D786-10CC-4D2C-A182-5DE7E5FF50A8}" srcOrd="0" destOrd="0" parTransId="{3A554A8F-88B6-41E3-BE49-7486BDA6B650}" sibTransId="{A8E3768C-BAA5-44C9-97E8-0E931C2CB2FB}"/>
    <dgm:cxn modelId="{4325A86A-42AD-4B54-BBC4-43FE3D6849C6}" srcId="{3E50CC37-486F-4DF9-A6C6-6DC1F416902C}" destId="{3E97361A-9F90-4B44-9673-3A87BBDF10FA}" srcOrd="0" destOrd="0" parTransId="{2C8F6CD3-6799-4C2C-A78C-1ECCE51CAE26}" sibTransId="{2B6D9B8A-322B-48C1-9997-902DCC5491D8}"/>
    <dgm:cxn modelId="{DC073671-6B38-4DA2-8AE8-A4428AC1EBDD}" srcId="{FD25D786-10CC-4D2C-A182-5DE7E5FF50A8}" destId="{CBF8D676-9869-4A50-B7EC-50537FFFD4A2}" srcOrd="0" destOrd="0" parTransId="{95CAA27B-2FDE-4CEE-AD80-63E384D584E3}" sibTransId="{4468FE66-ED89-4BBF-9286-DA860CCA399D}"/>
    <dgm:cxn modelId="{E4A2FC52-FD1A-43A6-A147-747A138D6929}" srcId="{FD25D786-10CC-4D2C-A182-5DE7E5FF50A8}" destId="{508BB9B6-F24E-4F62-B919-84E2FC76342E}" srcOrd="1" destOrd="0" parTransId="{1B00BCA6-FF51-448F-86DC-B51BC3363838}" sibTransId="{00B7B4A4-E823-4690-A1D0-F686856DEDC5}"/>
    <dgm:cxn modelId="{3C21CD74-BCA5-4C51-9FD8-0841D9C2BA60}" type="presOf" srcId="{E0B3AC94-1A5D-45BB-9A07-77DB755BDA29}" destId="{69F82BB3-B541-4906-A7C3-DA87621440BD}" srcOrd="0" destOrd="0" presId="urn:microsoft.com/office/officeart/2005/8/layout/hList1"/>
    <dgm:cxn modelId="{4562DC56-5227-4DE1-A8EA-DC176CEBAD20}" type="presOf" srcId="{7EF95633-5752-4F13-AFA6-E70955007614}" destId="{987BE4BF-2CD8-4C43-BC4A-4C4C59923F82}" srcOrd="0" destOrd="0" presId="urn:microsoft.com/office/officeart/2005/8/layout/hList1"/>
    <dgm:cxn modelId="{B1250F59-369B-4B3B-80F5-2A02F06B0F6C}" srcId="{E0B3AC94-1A5D-45BB-9A07-77DB755BDA29}" destId="{5E3D2C6A-8DE1-46EA-A6EE-036255246DA9}" srcOrd="1" destOrd="0" parTransId="{8092CEEC-E723-420F-88BB-CCADE7D83E3A}" sibTransId="{D77AAC4B-F04D-4E57-AD10-14AA511CCBB5}"/>
    <dgm:cxn modelId="{AF4FDD59-D30A-4CD8-862A-BADC6B94641C}" type="presOf" srcId="{3E50CC37-486F-4DF9-A6C6-6DC1F416902C}" destId="{14D55DC0-B304-4746-BA4D-E189A286AA7C}" srcOrd="0" destOrd="0" presId="urn:microsoft.com/office/officeart/2005/8/layout/hList1"/>
    <dgm:cxn modelId="{F6002087-96ED-4D65-A48C-40E913F54FCD}" srcId="{303541DD-F718-4141-8E97-B9C240CB4FEC}" destId="{CED2ED1A-5A1B-4C9D-BCC8-7905A5FA0365}" srcOrd="1" destOrd="0" parTransId="{BDD80037-5956-4F4D-B0D9-D8B9EFCC8D7B}" sibTransId="{12558105-6826-45D7-B1C9-C7CD03502148}"/>
    <dgm:cxn modelId="{1C0A9293-561B-40EC-B6C4-C6A37ADBE160}" type="presOf" srcId="{5A3F485D-2541-4797-8B0E-AC7CEA593130}" destId="{FE0FE3D9-54E6-45B5-94C1-511C4316B26C}" srcOrd="0" destOrd="0" presId="urn:microsoft.com/office/officeart/2005/8/layout/hList1"/>
    <dgm:cxn modelId="{86433699-C0BC-44D4-A5EA-2321423E264F}" srcId="{E0B3AC94-1A5D-45BB-9A07-77DB755BDA29}" destId="{3E50CC37-486F-4DF9-A6C6-6DC1F416902C}" srcOrd="2" destOrd="0" parTransId="{824D7905-853C-4D19-AF6A-6A2B5A8E45DC}" sibTransId="{7FDF34D0-CC41-4A90-A6A5-145B3385F87C}"/>
    <dgm:cxn modelId="{B5B0CA9E-7303-49B8-90BC-27B9AB129EAD}" type="presOf" srcId="{508BB9B6-F24E-4F62-B919-84E2FC76342E}" destId="{6FFA037B-8C8D-4468-A660-D525C59A02F7}" srcOrd="0" destOrd="1" presId="urn:microsoft.com/office/officeart/2005/8/layout/hList1"/>
    <dgm:cxn modelId="{E7D4ABA2-9F73-42C0-8C5F-117FCAA40C24}" type="presOf" srcId="{CDA4374D-C47E-4844-AA97-BEE876C5D9F8}" destId="{FE0FE3D9-54E6-45B5-94C1-511C4316B26C}" srcOrd="0" destOrd="1" presId="urn:microsoft.com/office/officeart/2005/8/layout/hList1"/>
    <dgm:cxn modelId="{610D55A4-D3EF-43EF-8FE9-7B615446E2ED}" type="presOf" srcId="{CED2ED1A-5A1B-4C9D-BCC8-7905A5FA0365}" destId="{987BE4BF-2CD8-4C43-BC4A-4C4C59923F82}" srcOrd="0" destOrd="1" presId="urn:microsoft.com/office/officeart/2005/8/layout/hList1"/>
    <dgm:cxn modelId="{10DEF0BC-6A15-4684-9A5D-D49486D3C1CB}" srcId="{303541DD-F718-4141-8E97-B9C240CB4FEC}" destId="{7EF95633-5752-4F13-AFA6-E70955007614}" srcOrd="0" destOrd="0" parTransId="{F5D37D45-FA01-4098-8680-E4A8A8B01A90}" sibTransId="{4A27CC8B-5385-40A1-9D26-A3413495491D}"/>
    <dgm:cxn modelId="{935C69CF-3E08-4EB2-AFD3-56E4F3A0ED67}" type="presOf" srcId="{FD25D786-10CC-4D2C-A182-5DE7E5FF50A8}" destId="{596881AF-4FAB-4604-B94C-35402074AAE7}" srcOrd="0" destOrd="0" presId="urn:microsoft.com/office/officeart/2005/8/layout/hList1"/>
    <dgm:cxn modelId="{06C50CD3-B3D1-43CB-8898-A735374EBD1F}" type="presOf" srcId="{CBF8D676-9869-4A50-B7EC-50537FFFD4A2}" destId="{6FFA037B-8C8D-4468-A660-D525C59A02F7}" srcOrd="0" destOrd="0" presId="urn:microsoft.com/office/officeart/2005/8/layout/hList1"/>
    <dgm:cxn modelId="{160132D4-11BF-42BE-9927-395489503D04}" type="presOf" srcId="{303541DD-F718-4141-8E97-B9C240CB4FEC}" destId="{59C5705A-C460-49C1-9B43-1B2F04B0DF39}" srcOrd="0" destOrd="0" presId="urn:microsoft.com/office/officeart/2005/8/layout/hList1"/>
    <dgm:cxn modelId="{9DDCE8E8-5E0B-448B-A76C-6421E1722AA5}" type="presOf" srcId="{5E3D2C6A-8DE1-46EA-A6EE-036255246DA9}" destId="{8883EBFD-9579-4CEA-907D-77900BC1035A}" srcOrd="0" destOrd="0" presId="urn:microsoft.com/office/officeart/2005/8/layout/hList1"/>
    <dgm:cxn modelId="{CE0600EA-9F25-4A00-B0D5-DB8766DBA0F5}" type="presOf" srcId="{3E97361A-9F90-4B44-9673-3A87BBDF10FA}" destId="{032750EC-CFC9-40EE-BCAA-13B344105E91}" srcOrd="0" destOrd="0" presId="urn:microsoft.com/office/officeart/2005/8/layout/hList1"/>
    <dgm:cxn modelId="{A004FD18-A6F6-4D91-A80A-AA8F89E44521}" type="presParOf" srcId="{69F82BB3-B541-4906-A7C3-DA87621440BD}" destId="{C23E6A57-5B59-45AA-A240-BADC163FD34D}" srcOrd="0" destOrd="0" presId="urn:microsoft.com/office/officeart/2005/8/layout/hList1"/>
    <dgm:cxn modelId="{1C7198A7-6D2F-473D-A977-A5D44D101B52}" type="presParOf" srcId="{C23E6A57-5B59-45AA-A240-BADC163FD34D}" destId="{596881AF-4FAB-4604-B94C-35402074AAE7}" srcOrd="0" destOrd="0" presId="urn:microsoft.com/office/officeart/2005/8/layout/hList1"/>
    <dgm:cxn modelId="{DC7E125A-105E-4EA6-A5A0-5B04C2791619}" type="presParOf" srcId="{C23E6A57-5B59-45AA-A240-BADC163FD34D}" destId="{6FFA037B-8C8D-4468-A660-D525C59A02F7}" srcOrd="1" destOrd="0" presId="urn:microsoft.com/office/officeart/2005/8/layout/hList1"/>
    <dgm:cxn modelId="{FF7EC957-CFD8-45F4-858A-F470304EA6EC}" type="presParOf" srcId="{69F82BB3-B541-4906-A7C3-DA87621440BD}" destId="{752CB7C0-6605-4D7F-9DF3-BC9A530E7C7F}" srcOrd="1" destOrd="0" presId="urn:microsoft.com/office/officeart/2005/8/layout/hList1"/>
    <dgm:cxn modelId="{B8EF971F-7612-42A2-8F67-A52C3A4213B8}" type="presParOf" srcId="{69F82BB3-B541-4906-A7C3-DA87621440BD}" destId="{55C2E15B-7042-4E4A-8623-E84644738A17}" srcOrd="2" destOrd="0" presId="urn:microsoft.com/office/officeart/2005/8/layout/hList1"/>
    <dgm:cxn modelId="{93B9C49C-EC6B-4F2B-B95F-1BDC24209DCD}" type="presParOf" srcId="{55C2E15B-7042-4E4A-8623-E84644738A17}" destId="{8883EBFD-9579-4CEA-907D-77900BC1035A}" srcOrd="0" destOrd="0" presId="urn:microsoft.com/office/officeart/2005/8/layout/hList1"/>
    <dgm:cxn modelId="{197B58AC-BECB-43A5-BB89-334953C58E64}" type="presParOf" srcId="{55C2E15B-7042-4E4A-8623-E84644738A17}" destId="{FE0FE3D9-54E6-45B5-94C1-511C4316B26C}" srcOrd="1" destOrd="0" presId="urn:microsoft.com/office/officeart/2005/8/layout/hList1"/>
    <dgm:cxn modelId="{DA35C0FA-CAE7-4A54-8DEE-6F43EA4F71C8}" type="presParOf" srcId="{69F82BB3-B541-4906-A7C3-DA87621440BD}" destId="{E2EBD605-EE84-495C-97A9-F6E4936B375C}" srcOrd="3" destOrd="0" presId="urn:microsoft.com/office/officeart/2005/8/layout/hList1"/>
    <dgm:cxn modelId="{423A47CB-68E3-412A-826A-D915AA5F23AC}" type="presParOf" srcId="{69F82BB3-B541-4906-A7C3-DA87621440BD}" destId="{785A7FAC-6B2C-4259-B6B8-B83E31754E7E}" srcOrd="4" destOrd="0" presId="urn:microsoft.com/office/officeart/2005/8/layout/hList1"/>
    <dgm:cxn modelId="{BC1582C1-CDD4-4C92-BC7E-2C7D0E79CB2E}" type="presParOf" srcId="{785A7FAC-6B2C-4259-B6B8-B83E31754E7E}" destId="{14D55DC0-B304-4746-BA4D-E189A286AA7C}" srcOrd="0" destOrd="0" presId="urn:microsoft.com/office/officeart/2005/8/layout/hList1"/>
    <dgm:cxn modelId="{3B5A7B4F-D053-4A3E-B932-CF40A0D67B4F}" type="presParOf" srcId="{785A7FAC-6B2C-4259-B6B8-B83E31754E7E}" destId="{032750EC-CFC9-40EE-BCAA-13B344105E91}" srcOrd="1" destOrd="0" presId="urn:microsoft.com/office/officeart/2005/8/layout/hList1"/>
    <dgm:cxn modelId="{60B4D847-9A2B-4D4C-B4CB-16C613A31060}" type="presParOf" srcId="{69F82BB3-B541-4906-A7C3-DA87621440BD}" destId="{47F7A367-8301-40CD-938D-1270F2F01D40}" srcOrd="5" destOrd="0" presId="urn:microsoft.com/office/officeart/2005/8/layout/hList1"/>
    <dgm:cxn modelId="{71517B79-D901-42B9-9926-52874995709C}" type="presParOf" srcId="{69F82BB3-B541-4906-A7C3-DA87621440BD}" destId="{75F314BF-8C29-4DE7-994A-FBE6001E4732}" srcOrd="6" destOrd="0" presId="urn:microsoft.com/office/officeart/2005/8/layout/hList1"/>
    <dgm:cxn modelId="{213F6510-54FC-4A22-82BD-B4CC8ACD72E5}" type="presParOf" srcId="{75F314BF-8C29-4DE7-994A-FBE6001E4732}" destId="{59C5705A-C460-49C1-9B43-1B2F04B0DF39}" srcOrd="0" destOrd="0" presId="urn:microsoft.com/office/officeart/2005/8/layout/hList1"/>
    <dgm:cxn modelId="{EBCCCB29-B901-4418-BE0A-70A456E87743}" type="presParOf" srcId="{75F314BF-8C29-4DE7-994A-FBE6001E4732}" destId="{987BE4BF-2CD8-4C43-BC4A-4C4C59923F8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BE8D66ED-71B6-4D8F-93D3-2A15258A0705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19376D3-1F5F-4CDC-B18C-F1A12775ECF0}">
      <dgm:prSet/>
      <dgm:spPr/>
      <dgm:t>
        <a:bodyPr/>
        <a:lstStyle/>
        <a:p>
          <a:r>
            <a:rPr lang="en-US" dirty="0"/>
            <a:t>The </a:t>
          </a:r>
          <a:r>
            <a:rPr lang="en-US" i="1" dirty="0"/>
            <a:t>wait() </a:t>
          </a:r>
          <a:r>
            <a:rPr lang="en-US" dirty="0"/>
            <a:t>method</a:t>
          </a:r>
        </a:p>
      </dgm:t>
    </dgm:pt>
    <dgm:pt modelId="{54A02007-E062-47A6-AD9E-9131A9EDADB9}" type="parTrans" cxnId="{9D9EC6D6-D602-45A5-BC29-FD2F3A7C47CA}">
      <dgm:prSet/>
      <dgm:spPr/>
      <dgm:t>
        <a:bodyPr/>
        <a:lstStyle/>
        <a:p>
          <a:endParaRPr lang="en-US"/>
        </a:p>
      </dgm:t>
    </dgm:pt>
    <dgm:pt modelId="{14DCCF4C-786B-4885-B62A-7395FA963B8A}" type="sibTrans" cxnId="{9D9EC6D6-D602-45A5-BC29-FD2F3A7C47CA}">
      <dgm:prSet/>
      <dgm:spPr/>
      <dgm:t>
        <a:bodyPr/>
        <a:lstStyle/>
        <a:p>
          <a:endParaRPr lang="en-US"/>
        </a:p>
      </dgm:t>
    </dgm:pt>
    <dgm:pt modelId="{D71A0C21-009B-47BA-A465-7536FD021FC9}">
      <dgm:prSet/>
      <dgm:spPr/>
      <dgm:t>
        <a:bodyPr/>
        <a:lstStyle/>
        <a:p>
          <a:r>
            <a:rPr lang="en-US"/>
            <a:t>to finish working on</a:t>
          </a:r>
          <a:r>
            <a:rPr lang="tr-TR"/>
            <a:t> </a:t>
          </a:r>
          <a:r>
            <a:rPr lang="en-US"/>
            <a:t>her code </a:t>
          </a:r>
        </a:p>
      </dgm:t>
    </dgm:pt>
    <dgm:pt modelId="{475FB9BF-0E53-4991-9573-C24AFE9A8B99}" type="parTrans" cxnId="{EB662828-E445-4CFF-A3C5-7CD987CB3DF1}">
      <dgm:prSet/>
      <dgm:spPr/>
      <dgm:t>
        <a:bodyPr/>
        <a:lstStyle/>
        <a:p>
          <a:endParaRPr lang="en-US"/>
        </a:p>
      </dgm:t>
    </dgm:pt>
    <dgm:pt modelId="{3B931F4F-3D04-4AF2-B880-68EECE435DC8}" type="sibTrans" cxnId="{EB662828-E445-4CFF-A3C5-7CD987CB3DF1}">
      <dgm:prSet/>
      <dgm:spPr/>
      <dgm:t>
        <a:bodyPr/>
        <a:lstStyle/>
        <a:p>
          <a:endParaRPr lang="en-US"/>
        </a:p>
      </dgm:t>
    </dgm:pt>
    <dgm:pt modelId="{CF41A4B9-86BE-49B3-BB8C-2E5FBFF8004A}">
      <dgm:prSet/>
      <dgm:spPr/>
      <dgm:t>
        <a:bodyPr/>
        <a:lstStyle/>
        <a:p>
          <a:r>
            <a:rPr lang="en-US"/>
            <a:t>before you keep working on yours. </a:t>
          </a:r>
        </a:p>
      </dgm:t>
    </dgm:pt>
    <dgm:pt modelId="{EAAE6BBB-DCA0-4CBD-888F-1DF2AA61694F}" type="parTrans" cxnId="{B1AD0841-35E5-4DA0-A569-54AF1B158D42}">
      <dgm:prSet/>
      <dgm:spPr/>
      <dgm:t>
        <a:bodyPr/>
        <a:lstStyle/>
        <a:p>
          <a:endParaRPr lang="en-US"/>
        </a:p>
      </dgm:t>
    </dgm:pt>
    <dgm:pt modelId="{46FDAA97-D120-4364-804A-9B439E5C1599}" type="sibTrans" cxnId="{B1AD0841-35E5-4DA0-A569-54AF1B158D42}">
      <dgm:prSet/>
      <dgm:spPr/>
      <dgm:t>
        <a:bodyPr/>
        <a:lstStyle/>
        <a:p>
          <a:endParaRPr lang="en-US"/>
        </a:p>
      </dgm:t>
    </dgm:pt>
    <dgm:pt modelId="{7138EDF7-6815-4920-88A1-7BA1572AEB0E}">
      <dgm:prSet/>
      <dgm:spPr/>
      <dgm:t>
        <a:bodyPr/>
        <a:lstStyle/>
        <a:p>
          <a:r>
            <a:rPr lang="en-US" dirty="0"/>
            <a:t>The </a:t>
          </a:r>
          <a:r>
            <a:rPr lang="en-US" i="1" dirty="0"/>
            <a:t>wait() </a:t>
          </a:r>
          <a:r>
            <a:rPr lang="en-US" dirty="0"/>
            <a:t>method</a:t>
          </a:r>
        </a:p>
      </dgm:t>
    </dgm:pt>
    <dgm:pt modelId="{C5331FA0-AF43-4911-A90F-C09E9DE9C2CB}" type="parTrans" cxnId="{DD217C91-0C94-42C9-90CB-F5EE21AD0320}">
      <dgm:prSet/>
      <dgm:spPr/>
      <dgm:t>
        <a:bodyPr/>
        <a:lstStyle/>
        <a:p>
          <a:endParaRPr lang="en-US"/>
        </a:p>
      </dgm:t>
    </dgm:pt>
    <dgm:pt modelId="{EC226610-4B1A-4D1D-99F7-5B7AFFB55410}" type="sibTrans" cxnId="{DD217C91-0C94-42C9-90CB-F5EE21AD0320}">
      <dgm:prSet/>
      <dgm:spPr/>
      <dgm:t>
        <a:bodyPr/>
        <a:lstStyle/>
        <a:p>
          <a:endParaRPr lang="en-US"/>
        </a:p>
      </dgm:t>
    </dgm:pt>
    <dgm:pt modelId="{97098AA8-8E2F-477F-B9C4-A7282FCD33F3}">
      <dgm:prSet/>
      <dgm:spPr/>
      <dgm:t>
        <a:bodyPr/>
        <a:lstStyle/>
        <a:p>
          <a:r>
            <a:rPr lang="tr-TR" dirty="0" err="1"/>
            <a:t>Usage</a:t>
          </a:r>
          <a:endParaRPr lang="en-US" dirty="0"/>
        </a:p>
      </dgm:t>
    </dgm:pt>
    <dgm:pt modelId="{6A419D0A-B0E8-4041-8A96-EB6A6F674279}" type="parTrans" cxnId="{369CC56B-35E4-4EDA-96C5-2F0EF4ADFA43}">
      <dgm:prSet/>
      <dgm:spPr/>
      <dgm:t>
        <a:bodyPr/>
        <a:lstStyle/>
        <a:p>
          <a:endParaRPr lang="en-US"/>
        </a:p>
      </dgm:t>
    </dgm:pt>
    <dgm:pt modelId="{A98F5EF3-A276-469C-A93D-9DFB130BA6CA}" type="sibTrans" cxnId="{369CC56B-35E4-4EDA-96C5-2F0EF4ADFA43}">
      <dgm:prSet/>
      <dgm:spPr/>
      <dgm:t>
        <a:bodyPr/>
        <a:lstStyle/>
        <a:p>
          <a:endParaRPr lang="en-US"/>
        </a:p>
      </dgm:t>
    </dgm:pt>
    <dgm:pt modelId="{BA32A9AD-A25C-4784-9A59-C7D0EEA8B2FE}">
      <dgm:prSet/>
      <dgm:spPr/>
      <dgm:t>
        <a:bodyPr/>
        <a:lstStyle/>
        <a:p>
          <a:r>
            <a:rPr lang="en-US" dirty="0"/>
            <a:t>to pause until the user finishes with the other program. </a:t>
          </a:r>
        </a:p>
      </dgm:t>
    </dgm:pt>
    <dgm:pt modelId="{D2EC5434-FB82-4721-9D0B-EB217DE7C64E}" type="parTrans" cxnId="{A7EEEF26-B295-4608-9541-24267B63ABE5}">
      <dgm:prSet/>
      <dgm:spPr/>
      <dgm:t>
        <a:bodyPr/>
        <a:lstStyle/>
        <a:p>
          <a:endParaRPr lang="en-US"/>
        </a:p>
      </dgm:t>
    </dgm:pt>
    <dgm:pt modelId="{3177C1AC-1507-4CEA-AD8D-0DBE2E00BD7D}" type="sibTrans" cxnId="{A7EEEF26-B295-4608-9541-24267B63ABE5}">
      <dgm:prSet/>
      <dgm:spPr/>
      <dgm:t>
        <a:bodyPr/>
        <a:lstStyle/>
        <a:p>
          <a:endParaRPr lang="en-US"/>
        </a:p>
      </dgm:t>
    </dgm:pt>
    <dgm:pt modelId="{AC302743-41A1-4302-BBCF-5962555696C5}">
      <dgm:prSet/>
      <dgm:spPr/>
      <dgm:t>
        <a:bodyPr/>
        <a:lstStyle/>
        <a:p>
          <a:r>
            <a:rPr lang="en-US" dirty="0"/>
            <a:t>The</a:t>
          </a:r>
          <a:r>
            <a:rPr lang="tr-TR" dirty="0"/>
            <a:t> </a:t>
          </a:r>
          <a:r>
            <a:rPr lang="en-US" dirty="0"/>
            <a:t>return value of </a:t>
          </a:r>
          <a:r>
            <a:rPr lang="en-US" i="1" dirty="0"/>
            <a:t>wait()</a:t>
          </a:r>
          <a:r>
            <a:rPr lang="en-US" dirty="0"/>
            <a:t> </a:t>
          </a:r>
        </a:p>
      </dgm:t>
    </dgm:pt>
    <dgm:pt modelId="{F6807CAD-CC40-436C-AEB0-E42BDEEED08B}" type="parTrans" cxnId="{CFC47BC6-7AF2-4F82-BF7C-50522516BC11}">
      <dgm:prSet/>
      <dgm:spPr/>
      <dgm:t>
        <a:bodyPr/>
        <a:lstStyle/>
        <a:p>
          <a:endParaRPr lang="en-US"/>
        </a:p>
      </dgm:t>
    </dgm:pt>
    <dgm:pt modelId="{E110025C-147F-459D-96D2-B1FA7DE389BE}" type="sibTrans" cxnId="{CFC47BC6-7AF2-4F82-BF7C-50522516BC11}">
      <dgm:prSet/>
      <dgm:spPr/>
      <dgm:t>
        <a:bodyPr/>
        <a:lstStyle/>
        <a:p>
          <a:endParaRPr lang="en-US"/>
        </a:p>
      </dgm:t>
    </dgm:pt>
    <dgm:pt modelId="{A7D74781-1539-436C-B3AD-8E53E9AB6AAB}">
      <dgm:prSet/>
      <dgm:spPr/>
      <dgm:t>
        <a:bodyPr/>
        <a:lstStyle/>
        <a:p>
          <a:r>
            <a:rPr lang="en-US"/>
            <a:t>is the process’s integer exit code.</a:t>
          </a:r>
        </a:p>
      </dgm:t>
    </dgm:pt>
    <dgm:pt modelId="{1A1D6E76-A4F1-4029-84C5-2082DD716202}" type="parTrans" cxnId="{422BA6FA-6D17-4CB7-8E13-04A09C91463F}">
      <dgm:prSet/>
      <dgm:spPr/>
      <dgm:t>
        <a:bodyPr/>
        <a:lstStyle/>
        <a:p>
          <a:endParaRPr lang="en-US"/>
        </a:p>
      </dgm:t>
    </dgm:pt>
    <dgm:pt modelId="{2F7FEFB4-F14C-4D64-8F95-D225172D1841}" type="sibTrans" cxnId="{422BA6FA-6D17-4CB7-8E13-04A09C91463F}">
      <dgm:prSet/>
      <dgm:spPr/>
      <dgm:t>
        <a:bodyPr/>
        <a:lstStyle/>
        <a:p>
          <a:endParaRPr lang="en-US"/>
        </a:p>
      </dgm:t>
    </dgm:pt>
    <dgm:pt modelId="{7CEC5B76-E3F5-423D-98C0-472273CFA5D6}">
      <dgm:prSet/>
      <dgm:spPr/>
      <dgm:t>
        <a:bodyPr/>
        <a:lstStyle/>
        <a:p>
          <a:r>
            <a:rPr lang="en-US"/>
            <a:t>is like waiting for your friend </a:t>
          </a:r>
        </a:p>
      </dgm:t>
    </dgm:pt>
    <dgm:pt modelId="{22182009-4966-47B5-B181-19360CB723D1}" type="parTrans" cxnId="{EE4F03B6-606E-40A1-BC65-C7CBD1692178}">
      <dgm:prSet/>
      <dgm:spPr/>
      <dgm:t>
        <a:bodyPr/>
        <a:lstStyle/>
        <a:p>
          <a:endParaRPr lang="en-US"/>
        </a:p>
      </dgm:t>
    </dgm:pt>
    <dgm:pt modelId="{F3DF055B-C596-479A-966C-FA6CDE50CE53}" type="sibTrans" cxnId="{EE4F03B6-606E-40A1-BC65-C7CBD1692178}">
      <dgm:prSet/>
      <dgm:spPr/>
      <dgm:t>
        <a:bodyPr/>
        <a:lstStyle/>
        <a:p>
          <a:endParaRPr lang="en-US"/>
        </a:p>
      </dgm:t>
    </dgm:pt>
    <dgm:pt modelId="{072557D2-8B80-43F2-836C-0F54BD09B6FC}">
      <dgm:prSet/>
      <dgm:spPr/>
      <dgm:t>
        <a:bodyPr/>
        <a:lstStyle/>
        <a:p>
          <a:r>
            <a:rPr lang="en-US" dirty="0"/>
            <a:t>will block</a:t>
          </a:r>
          <a:r>
            <a:rPr lang="tr-TR" dirty="0"/>
            <a:t> </a:t>
          </a:r>
          <a:r>
            <a:rPr lang="en-US" dirty="0"/>
            <a:t>until the launched process has terminated. </a:t>
          </a:r>
        </a:p>
      </dgm:t>
    </dgm:pt>
    <dgm:pt modelId="{54CFE84D-1414-495B-86AD-528ABAEFE6CB}" type="parTrans" cxnId="{757F8C81-0A5A-460E-A3EF-E47ACFD9A4E8}">
      <dgm:prSet/>
      <dgm:spPr/>
      <dgm:t>
        <a:bodyPr/>
        <a:lstStyle/>
        <a:p>
          <a:endParaRPr lang="en-US"/>
        </a:p>
      </dgm:t>
    </dgm:pt>
    <dgm:pt modelId="{4DEB93DA-B184-42B1-B6F6-C508B5A31CA2}" type="sibTrans" cxnId="{757F8C81-0A5A-460E-A3EF-E47ACFD9A4E8}">
      <dgm:prSet/>
      <dgm:spPr/>
      <dgm:t>
        <a:bodyPr/>
        <a:lstStyle/>
        <a:p>
          <a:endParaRPr lang="en-US"/>
        </a:p>
      </dgm:t>
    </dgm:pt>
    <dgm:pt modelId="{ADEE61C1-D5F0-4F59-BD19-88CD7277A131}" type="pres">
      <dgm:prSet presAssocID="{BE8D66ED-71B6-4D8F-93D3-2A15258A0705}" presName="Name0" presStyleCnt="0">
        <dgm:presLayoutVars>
          <dgm:dir/>
          <dgm:animLvl val="lvl"/>
          <dgm:resizeHandles val="exact"/>
        </dgm:presLayoutVars>
      </dgm:prSet>
      <dgm:spPr/>
    </dgm:pt>
    <dgm:pt modelId="{C44B8D69-5D11-4236-AAD5-B477F6920D8A}" type="pres">
      <dgm:prSet presAssocID="{019376D3-1F5F-4CDC-B18C-F1A12775ECF0}" presName="composite" presStyleCnt="0"/>
      <dgm:spPr/>
    </dgm:pt>
    <dgm:pt modelId="{7CBEC774-EF0E-4E40-85CD-C788FE4EE8B0}" type="pres">
      <dgm:prSet presAssocID="{019376D3-1F5F-4CDC-B18C-F1A12775ECF0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464D96D0-1F35-40D9-9159-FA99ECD20600}" type="pres">
      <dgm:prSet presAssocID="{019376D3-1F5F-4CDC-B18C-F1A12775ECF0}" presName="desTx" presStyleLbl="alignAccFollowNode1" presStyleIdx="0" presStyleCnt="4">
        <dgm:presLayoutVars>
          <dgm:bulletEnabled val="1"/>
        </dgm:presLayoutVars>
      </dgm:prSet>
      <dgm:spPr/>
    </dgm:pt>
    <dgm:pt modelId="{65404A69-8062-4E05-82BB-1792CC45E9D9}" type="pres">
      <dgm:prSet presAssocID="{14DCCF4C-786B-4885-B62A-7395FA963B8A}" presName="space" presStyleCnt="0"/>
      <dgm:spPr/>
    </dgm:pt>
    <dgm:pt modelId="{9980DD81-7D6F-45C3-8266-000844C86FED}" type="pres">
      <dgm:prSet presAssocID="{7138EDF7-6815-4920-88A1-7BA1572AEB0E}" presName="composite" presStyleCnt="0"/>
      <dgm:spPr/>
    </dgm:pt>
    <dgm:pt modelId="{531D224C-446A-4404-B1FE-0D1ABE345DC4}" type="pres">
      <dgm:prSet presAssocID="{7138EDF7-6815-4920-88A1-7BA1572AEB0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D9A62C3E-9EF8-4B3D-9214-447083A9128F}" type="pres">
      <dgm:prSet presAssocID="{7138EDF7-6815-4920-88A1-7BA1572AEB0E}" presName="desTx" presStyleLbl="alignAccFollowNode1" presStyleIdx="1" presStyleCnt="4">
        <dgm:presLayoutVars>
          <dgm:bulletEnabled val="1"/>
        </dgm:presLayoutVars>
      </dgm:prSet>
      <dgm:spPr/>
    </dgm:pt>
    <dgm:pt modelId="{B3F1189B-E101-47EA-93A0-42F4BB0D7C8F}" type="pres">
      <dgm:prSet presAssocID="{EC226610-4B1A-4D1D-99F7-5B7AFFB55410}" presName="space" presStyleCnt="0"/>
      <dgm:spPr/>
    </dgm:pt>
    <dgm:pt modelId="{E8A632BA-BAB9-4900-9097-B18970F45ABD}" type="pres">
      <dgm:prSet presAssocID="{97098AA8-8E2F-477F-B9C4-A7282FCD33F3}" presName="composite" presStyleCnt="0"/>
      <dgm:spPr/>
    </dgm:pt>
    <dgm:pt modelId="{805584BF-0037-460E-8EC9-32F4459EA960}" type="pres">
      <dgm:prSet presAssocID="{97098AA8-8E2F-477F-B9C4-A7282FCD33F3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83595FA9-4EB3-4456-86A0-AB83D8B5DBF4}" type="pres">
      <dgm:prSet presAssocID="{97098AA8-8E2F-477F-B9C4-A7282FCD33F3}" presName="desTx" presStyleLbl="alignAccFollowNode1" presStyleIdx="2" presStyleCnt="4">
        <dgm:presLayoutVars>
          <dgm:bulletEnabled val="1"/>
        </dgm:presLayoutVars>
      </dgm:prSet>
      <dgm:spPr/>
    </dgm:pt>
    <dgm:pt modelId="{B81B352D-6FB4-45A9-8C42-27AF32B4BF05}" type="pres">
      <dgm:prSet presAssocID="{A98F5EF3-A276-469C-A93D-9DFB130BA6CA}" presName="space" presStyleCnt="0"/>
      <dgm:spPr/>
    </dgm:pt>
    <dgm:pt modelId="{2DA5F3E5-A25F-408B-AE18-738C3930BFA9}" type="pres">
      <dgm:prSet presAssocID="{AC302743-41A1-4302-BBCF-5962555696C5}" presName="composite" presStyleCnt="0"/>
      <dgm:spPr/>
    </dgm:pt>
    <dgm:pt modelId="{0486B4FD-7952-4652-956F-03ED4355B318}" type="pres">
      <dgm:prSet presAssocID="{AC302743-41A1-4302-BBCF-5962555696C5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48646F66-0092-499C-BD6E-1E2540764598}" type="pres">
      <dgm:prSet presAssocID="{AC302743-41A1-4302-BBCF-5962555696C5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C1418C00-39F5-4D10-9978-43EF97CA8F6B}" type="presOf" srcId="{A7D74781-1539-436C-B3AD-8E53E9AB6AAB}" destId="{48646F66-0092-499C-BD6E-1E2540764598}" srcOrd="0" destOrd="0" presId="urn:microsoft.com/office/officeart/2005/8/layout/hList1"/>
    <dgm:cxn modelId="{9C1E6804-F567-4BEC-8F97-8DA820D9CB02}" type="presOf" srcId="{072557D2-8B80-43F2-836C-0F54BD09B6FC}" destId="{D9A62C3E-9EF8-4B3D-9214-447083A9128F}" srcOrd="0" destOrd="0" presId="urn:microsoft.com/office/officeart/2005/8/layout/hList1"/>
    <dgm:cxn modelId="{20687F1C-93F5-4B13-9E76-7D681B6B2281}" type="presOf" srcId="{D71A0C21-009B-47BA-A465-7536FD021FC9}" destId="{464D96D0-1F35-40D9-9159-FA99ECD20600}" srcOrd="0" destOrd="1" presId="urn:microsoft.com/office/officeart/2005/8/layout/hList1"/>
    <dgm:cxn modelId="{A7EEEF26-B295-4608-9541-24267B63ABE5}" srcId="{97098AA8-8E2F-477F-B9C4-A7282FCD33F3}" destId="{BA32A9AD-A25C-4784-9A59-C7D0EEA8B2FE}" srcOrd="0" destOrd="0" parTransId="{D2EC5434-FB82-4721-9D0B-EB217DE7C64E}" sibTransId="{3177C1AC-1507-4CEA-AD8D-0DBE2E00BD7D}"/>
    <dgm:cxn modelId="{EB662828-E445-4CFF-A3C5-7CD987CB3DF1}" srcId="{019376D3-1F5F-4CDC-B18C-F1A12775ECF0}" destId="{D71A0C21-009B-47BA-A465-7536FD021FC9}" srcOrd="1" destOrd="0" parTransId="{475FB9BF-0E53-4991-9573-C24AFE9A8B99}" sibTransId="{3B931F4F-3D04-4AF2-B880-68EECE435DC8}"/>
    <dgm:cxn modelId="{279EB33E-E511-4A35-86D0-61307E3B4A26}" type="presOf" srcId="{CF41A4B9-86BE-49B3-BB8C-2E5FBFF8004A}" destId="{464D96D0-1F35-40D9-9159-FA99ECD20600}" srcOrd="0" destOrd="2" presId="urn:microsoft.com/office/officeart/2005/8/layout/hList1"/>
    <dgm:cxn modelId="{B1AD0841-35E5-4DA0-A569-54AF1B158D42}" srcId="{019376D3-1F5F-4CDC-B18C-F1A12775ECF0}" destId="{CF41A4B9-86BE-49B3-BB8C-2E5FBFF8004A}" srcOrd="2" destOrd="0" parTransId="{EAAE6BBB-DCA0-4CBD-888F-1DF2AA61694F}" sibTransId="{46FDAA97-D120-4364-804A-9B439E5C1599}"/>
    <dgm:cxn modelId="{53AEF468-178C-47B5-8C73-7A98C618045A}" type="presOf" srcId="{AC302743-41A1-4302-BBCF-5962555696C5}" destId="{0486B4FD-7952-4652-956F-03ED4355B318}" srcOrd="0" destOrd="0" presId="urn:microsoft.com/office/officeart/2005/8/layout/hList1"/>
    <dgm:cxn modelId="{369CC56B-35E4-4EDA-96C5-2F0EF4ADFA43}" srcId="{BE8D66ED-71B6-4D8F-93D3-2A15258A0705}" destId="{97098AA8-8E2F-477F-B9C4-A7282FCD33F3}" srcOrd="2" destOrd="0" parTransId="{6A419D0A-B0E8-4041-8A96-EB6A6F674279}" sibTransId="{A98F5EF3-A276-469C-A93D-9DFB130BA6CA}"/>
    <dgm:cxn modelId="{ED11727C-00A6-49FD-A700-27C6B23563FC}" type="presOf" srcId="{BA32A9AD-A25C-4784-9A59-C7D0EEA8B2FE}" destId="{83595FA9-4EB3-4456-86A0-AB83D8B5DBF4}" srcOrd="0" destOrd="0" presId="urn:microsoft.com/office/officeart/2005/8/layout/hList1"/>
    <dgm:cxn modelId="{757F8C81-0A5A-460E-A3EF-E47ACFD9A4E8}" srcId="{7138EDF7-6815-4920-88A1-7BA1572AEB0E}" destId="{072557D2-8B80-43F2-836C-0F54BD09B6FC}" srcOrd="0" destOrd="0" parTransId="{54CFE84D-1414-495B-86AD-528ABAEFE6CB}" sibTransId="{4DEB93DA-B184-42B1-B6F6-C508B5A31CA2}"/>
    <dgm:cxn modelId="{DD217C91-0C94-42C9-90CB-F5EE21AD0320}" srcId="{BE8D66ED-71B6-4D8F-93D3-2A15258A0705}" destId="{7138EDF7-6815-4920-88A1-7BA1572AEB0E}" srcOrd="1" destOrd="0" parTransId="{C5331FA0-AF43-4911-A90F-C09E9DE9C2CB}" sibTransId="{EC226610-4B1A-4D1D-99F7-5B7AFFB55410}"/>
    <dgm:cxn modelId="{53AC5AAB-CF7B-4283-BE50-383CE871898C}" type="presOf" srcId="{97098AA8-8E2F-477F-B9C4-A7282FCD33F3}" destId="{805584BF-0037-460E-8EC9-32F4459EA960}" srcOrd="0" destOrd="0" presId="urn:microsoft.com/office/officeart/2005/8/layout/hList1"/>
    <dgm:cxn modelId="{EE4F03B6-606E-40A1-BC65-C7CBD1692178}" srcId="{019376D3-1F5F-4CDC-B18C-F1A12775ECF0}" destId="{7CEC5B76-E3F5-423D-98C0-472273CFA5D6}" srcOrd="0" destOrd="0" parTransId="{22182009-4966-47B5-B181-19360CB723D1}" sibTransId="{F3DF055B-C596-479A-966C-FA6CDE50CE53}"/>
    <dgm:cxn modelId="{42642DB6-0074-451E-AB9F-62AE72B72490}" type="presOf" srcId="{019376D3-1F5F-4CDC-B18C-F1A12775ECF0}" destId="{7CBEC774-EF0E-4E40-85CD-C788FE4EE8B0}" srcOrd="0" destOrd="0" presId="urn:microsoft.com/office/officeart/2005/8/layout/hList1"/>
    <dgm:cxn modelId="{CFC47BC6-7AF2-4F82-BF7C-50522516BC11}" srcId="{BE8D66ED-71B6-4D8F-93D3-2A15258A0705}" destId="{AC302743-41A1-4302-BBCF-5962555696C5}" srcOrd="3" destOrd="0" parTransId="{F6807CAD-CC40-436C-AEB0-E42BDEEED08B}" sibTransId="{E110025C-147F-459D-96D2-B1FA7DE389BE}"/>
    <dgm:cxn modelId="{9D9EC6D6-D602-45A5-BC29-FD2F3A7C47CA}" srcId="{BE8D66ED-71B6-4D8F-93D3-2A15258A0705}" destId="{019376D3-1F5F-4CDC-B18C-F1A12775ECF0}" srcOrd="0" destOrd="0" parTransId="{54A02007-E062-47A6-AD9E-9131A9EDADB9}" sibTransId="{14DCCF4C-786B-4885-B62A-7395FA963B8A}"/>
    <dgm:cxn modelId="{D199F1F2-1388-4130-9992-D37F933DFBBC}" type="presOf" srcId="{BE8D66ED-71B6-4D8F-93D3-2A15258A0705}" destId="{ADEE61C1-D5F0-4F59-BD19-88CD7277A131}" srcOrd="0" destOrd="0" presId="urn:microsoft.com/office/officeart/2005/8/layout/hList1"/>
    <dgm:cxn modelId="{E2C9BFF5-9CEB-4573-82C4-884693E2FCB8}" type="presOf" srcId="{7CEC5B76-E3F5-423D-98C0-472273CFA5D6}" destId="{464D96D0-1F35-40D9-9159-FA99ECD20600}" srcOrd="0" destOrd="0" presId="urn:microsoft.com/office/officeart/2005/8/layout/hList1"/>
    <dgm:cxn modelId="{40D575F6-73C6-4214-8B48-BFF5879B549D}" type="presOf" srcId="{7138EDF7-6815-4920-88A1-7BA1572AEB0E}" destId="{531D224C-446A-4404-B1FE-0D1ABE345DC4}" srcOrd="0" destOrd="0" presId="urn:microsoft.com/office/officeart/2005/8/layout/hList1"/>
    <dgm:cxn modelId="{422BA6FA-6D17-4CB7-8E13-04A09C91463F}" srcId="{AC302743-41A1-4302-BBCF-5962555696C5}" destId="{A7D74781-1539-436C-B3AD-8E53E9AB6AAB}" srcOrd="0" destOrd="0" parTransId="{1A1D6E76-A4F1-4029-84C5-2082DD716202}" sibTransId="{2F7FEFB4-F14C-4D64-8F95-D225172D1841}"/>
    <dgm:cxn modelId="{A8E0E497-D81E-4D3B-A2ED-5E43F08C50A9}" type="presParOf" srcId="{ADEE61C1-D5F0-4F59-BD19-88CD7277A131}" destId="{C44B8D69-5D11-4236-AAD5-B477F6920D8A}" srcOrd="0" destOrd="0" presId="urn:microsoft.com/office/officeart/2005/8/layout/hList1"/>
    <dgm:cxn modelId="{F3D6BE7D-38B4-4C2B-A5EE-4CD474F465E0}" type="presParOf" srcId="{C44B8D69-5D11-4236-AAD5-B477F6920D8A}" destId="{7CBEC774-EF0E-4E40-85CD-C788FE4EE8B0}" srcOrd="0" destOrd="0" presId="urn:microsoft.com/office/officeart/2005/8/layout/hList1"/>
    <dgm:cxn modelId="{F1506D9E-4885-4041-BF0D-02AC1F5A971C}" type="presParOf" srcId="{C44B8D69-5D11-4236-AAD5-B477F6920D8A}" destId="{464D96D0-1F35-40D9-9159-FA99ECD20600}" srcOrd="1" destOrd="0" presId="urn:microsoft.com/office/officeart/2005/8/layout/hList1"/>
    <dgm:cxn modelId="{39E04B11-F216-4C5D-A702-57BD406A2BA4}" type="presParOf" srcId="{ADEE61C1-D5F0-4F59-BD19-88CD7277A131}" destId="{65404A69-8062-4E05-82BB-1792CC45E9D9}" srcOrd="1" destOrd="0" presId="urn:microsoft.com/office/officeart/2005/8/layout/hList1"/>
    <dgm:cxn modelId="{BD5B3092-BF12-49CB-B09E-F828370A4DA5}" type="presParOf" srcId="{ADEE61C1-D5F0-4F59-BD19-88CD7277A131}" destId="{9980DD81-7D6F-45C3-8266-000844C86FED}" srcOrd="2" destOrd="0" presId="urn:microsoft.com/office/officeart/2005/8/layout/hList1"/>
    <dgm:cxn modelId="{CF0F55A4-CA44-4F76-80FB-13B1C90AA2C1}" type="presParOf" srcId="{9980DD81-7D6F-45C3-8266-000844C86FED}" destId="{531D224C-446A-4404-B1FE-0D1ABE345DC4}" srcOrd="0" destOrd="0" presId="urn:microsoft.com/office/officeart/2005/8/layout/hList1"/>
    <dgm:cxn modelId="{EDF102F4-8985-4014-B32E-054B35DC00B9}" type="presParOf" srcId="{9980DD81-7D6F-45C3-8266-000844C86FED}" destId="{D9A62C3E-9EF8-4B3D-9214-447083A9128F}" srcOrd="1" destOrd="0" presId="urn:microsoft.com/office/officeart/2005/8/layout/hList1"/>
    <dgm:cxn modelId="{76F0B721-7C4F-4D58-9DF8-7C808EECA3B4}" type="presParOf" srcId="{ADEE61C1-D5F0-4F59-BD19-88CD7277A131}" destId="{B3F1189B-E101-47EA-93A0-42F4BB0D7C8F}" srcOrd="3" destOrd="0" presId="urn:microsoft.com/office/officeart/2005/8/layout/hList1"/>
    <dgm:cxn modelId="{19497B5E-FD45-44F3-998C-EEB18BE05425}" type="presParOf" srcId="{ADEE61C1-D5F0-4F59-BD19-88CD7277A131}" destId="{E8A632BA-BAB9-4900-9097-B18970F45ABD}" srcOrd="4" destOrd="0" presId="urn:microsoft.com/office/officeart/2005/8/layout/hList1"/>
    <dgm:cxn modelId="{606F7481-9DC8-444C-A009-CBEB33E22682}" type="presParOf" srcId="{E8A632BA-BAB9-4900-9097-B18970F45ABD}" destId="{805584BF-0037-460E-8EC9-32F4459EA960}" srcOrd="0" destOrd="0" presId="urn:microsoft.com/office/officeart/2005/8/layout/hList1"/>
    <dgm:cxn modelId="{CC539E11-7F91-42CD-9CF9-A6E9BEF0C2B3}" type="presParOf" srcId="{E8A632BA-BAB9-4900-9097-B18970F45ABD}" destId="{83595FA9-4EB3-4456-86A0-AB83D8B5DBF4}" srcOrd="1" destOrd="0" presId="urn:microsoft.com/office/officeart/2005/8/layout/hList1"/>
    <dgm:cxn modelId="{37DD21BD-EEFD-4515-A4C1-41AE70F48106}" type="presParOf" srcId="{ADEE61C1-D5F0-4F59-BD19-88CD7277A131}" destId="{B81B352D-6FB4-45A9-8C42-27AF32B4BF05}" srcOrd="5" destOrd="0" presId="urn:microsoft.com/office/officeart/2005/8/layout/hList1"/>
    <dgm:cxn modelId="{78B82073-6C4C-447D-9DB1-10FA4E76C117}" type="presParOf" srcId="{ADEE61C1-D5F0-4F59-BD19-88CD7277A131}" destId="{2DA5F3E5-A25F-408B-AE18-738C3930BFA9}" srcOrd="6" destOrd="0" presId="urn:microsoft.com/office/officeart/2005/8/layout/hList1"/>
    <dgm:cxn modelId="{C6749AC1-74F3-41C8-B275-B79D2BEB3EB9}" type="presParOf" srcId="{2DA5F3E5-A25F-408B-AE18-738C3930BFA9}" destId="{0486B4FD-7952-4652-956F-03ED4355B318}" srcOrd="0" destOrd="0" presId="urn:microsoft.com/office/officeart/2005/8/layout/hList1"/>
    <dgm:cxn modelId="{48BF75E3-5553-489A-965D-F8B3FADABC69}" type="presParOf" srcId="{2DA5F3E5-A25F-408B-AE18-738C3930BFA9}" destId="{48646F66-0092-499C-BD6E-1E254076459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D58011F-210D-444D-8BED-B95CA8AB2819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5253B789-0110-4DE8-A752-39CB9E44C9CF}">
      <dgm:prSet/>
      <dgm:spPr/>
      <dgm:t>
        <a:bodyPr/>
        <a:lstStyle/>
        <a:p>
          <a:r>
            <a:rPr lang="en-US" dirty="0"/>
            <a:t>pass a list as the sole argument to </a:t>
          </a:r>
          <a:r>
            <a:rPr lang="en-US" i="1" dirty="0" err="1"/>
            <a:t>Popen</a:t>
          </a:r>
          <a:r>
            <a:rPr lang="en-US" i="1" dirty="0"/>
            <a:t>()</a:t>
          </a:r>
          <a:endParaRPr lang="en-US" dirty="0"/>
        </a:p>
      </dgm:t>
    </dgm:pt>
    <dgm:pt modelId="{5A80290D-3415-4FA4-8714-D3BE14883F54}" type="parTrans" cxnId="{20F67C98-106E-48F3-8EE5-1705E68E578A}">
      <dgm:prSet/>
      <dgm:spPr/>
      <dgm:t>
        <a:bodyPr/>
        <a:lstStyle/>
        <a:p>
          <a:endParaRPr lang="en-US"/>
        </a:p>
      </dgm:t>
    </dgm:pt>
    <dgm:pt modelId="{664863B8-2B67-4F22-B931-A88238DDA6DF}" type="sibTrans" cxnId="{20F67C98-106E-48F3-8EE5-1705E68E578A}">
      <dgm:prSet/>
      <dgm:spPr/>
      <dgm:t>
        <a:bodyPr/>
        <a:lstStyle/>
        <a:p>
          <a:endParaRPr lang="en-US"/>
        </a:p>
      </dgm:t>
    </dgm:pt>
    <dgm:pt modelId="{1EBD4BD6-F9C6-403D-93BB-239AAF1F10EB}">
      <dgm:prSet/>
      <dgm:spPr/>
      <dgm:t>
        <a:bodyPr/>
        <a:lstStyle/>
        <a:p>
          <a:r>
            <a:rPr lang="tr-TR" dirty="0" err="1"/>
            <a:t>Executable</a:t>
          </a:r>
          <a:r>
            <a:rPr lang="tr-TR" dirty="0"/>
            <a:t> file name</a:t>
          </a:r>
          <a:endParaRPr lang="en-US" dirty="0"/>
        </a:p>
      </dgm:t>
    </dgm:pt>
    <dgm:pt modelId="{9C55DF91-7DF2-4B61-BE99-4033569F9458}" type="parTrans" cxnId="{526CDA88-B695-44E8-B482-6F97C80F24AF}">
      <dgm:prSet/>
      <dgm:spPr/>
      <dgm:t>
        <a:bodyPr/>
        <a:lstStyle/>
        <a:p>
          <a:endParaRPr lang="en-US"/>
        </a:p>
      </dgm:t>
    </dgm:pt>
    <dgm:pt modelId="{A557B82D-9A0E-4190-8B9C-5D5609832DD9}" type="sibTrans" cxnId="{526CDA88-B695-44E8-B482-6F97C80F24AF}">
      <dgm:prSet/>
      <dgm:spPr/>
      <dgm:t>
        <a:bodyPr/>
        <a:lstStyle/>
        <a:p>
          <a:endParaRPr lang="en-US"/>
        </a:p>
      </dgm:t>
    </dgm:pt>
    <dgm:pt modelId="{1E9E1F8B-EAAE-44D2-BAFC-2CABB9168789}">
      <dgm:prSet/>
      <dgm:spPr/>
      <dgm:t>
        <a:bodyPr/>
        <a:lstStyle/>
        <a:p>
          <a:r>
            <a:rPr lang="en-US" dirty="0"/>
            <a:t>to launch</a:t>
          </a:r>
        </a:p>
      </dgm:t>
    </dgm:pt>
    <dgm:pt modelId="{9E2491E0-AD81-4612-9FD1-2585D6C87E1E}" type="parTrans" cxnId="{FAE9C27A-9534-449E-A1C3-B7A5A8BD7535}">
      <dgm:prSet/>
      <dgm:spPr/>
      <dgm:t>
        <a:bodyPr/>
        <a:lstStyle/>
        <a:p>
          <a:endParaRPr lang="en-US"/>
        </a:p>
      </dgm:t>
    </dgm:pt>
    <dgm:pt modelId="{E27B7568-BC2A-4135-B6D7-1C2FE105DDF2}" type="sibTrans" cxnId="{FAE9C27A-9534-449E-A1C3-B7A5A8BD7535}">
      <dgm:prSet/>
      <dgm:spPr/>
      <dgm:t>
        <a:bodyPr/>
        <a:lstStyle/>
        <a:p>
          <a:endParaRPr lang="en-US"/>
        </a:p>
      </dgm:t>
    </dgm:pt>
    <dgm:pt modelId="{4F70328F-88B9-4957-A5D5-1672CB372FE8}">
      <dgm:prSet/>
      <dgm:spPr/>
      <dgm:t>
        <a:bodyPr/>
        <a:lstStyle/>
        <a:p>
          <a:r>
            <a:rPr lang="tr-TR" dirty="0" err="1"/>
            <a:t>Command</a:t>
          </a:r>
          <a:r>
            <a:rPr lang="tr-TR" dirty="0"/>
            <a:t> </a:t>
          </a:r>
          <a:r>
            <a:rPr lang="tr-TR" dirty="0" err="1"/>
            <a:t>line</a:t>
          </a:r>
          <a:r>
            <a:rPr lang="tr-TR" dirty="0"/>
            <a:t> </a:t>
          </a:r>
          <a:r>
            <a:rPr lang="tr-TR" dirty="0" err="1"/>
            <a:t>arguments</a:t>
          </a:r>
          <a:endParaRPr lang="en-US" dirty="0"/>
        </a:p>
      </dgm:t>
    </dgm:pt>
    <dgm:pt modelId="{D87A013D-1E05-419A-9538-9DB182F9C43E}" type="parTrans" cxnId="{3FB9D1DF-4891-40C1-8B1E-D9D840F636A1}">
      <dgm:prSet/>
      <dgm:spPr/>
      <dgm:t>
        <a:bodyPr/>
        <a:lstStyle/>
        <a:p>
          <a:endParaRPr lang="en-US"/>
        </a:p>
      </dgm:t>
    </dgm:pt>
    <dgm:pt modelId="{20CE19C0-9274-4825-A39F-3978ACC079EF}" type="sibTrans" cxnId="{3FB9D1DF-4891-40C1-8B1E-D9D840F636A1}">
      <dgm:prSet/>
      <dgm:spPr/>
      <dgm:t>
        <a:bodyPr/>
        <a:lstStyle/>
        <a:p>
          <a:endParaRPr lang="en-US"/>
        </a:p>
      </dgm:t>
    </dgm:pt>
    <dgm:pt modelId="{6610CC4D-CB99-4427-A312-8D1DED39D3E9}">
      <dgm:prSet/>
      <dgm:spPr/>
      <dgm:t>
        <a:bodyPr/>
        <a:lstStyle/>
        <a:p>
          <a:r>
            <a:rPr lang="en-US"/>
            <a:t>will be the command line arguments </a:t>
          </a:r>
        </a:p>
      </dgm:t>
    </dgm:pt>
    <dgm:pt modelId="{5FF0CDD0-02E4-4165-9EE9-30F79F626519}" type="parTrans" cxnId="{12AB9990-373F-418B-94F1-218B96B7AE84}">
      <dgm:prSet/>
      <dgm:spPr/>
      <dgm:t>
        <a:bodyPr/>
        <a:lstStyle/>
        <a:p>
          <a:endParaRPr lang="en-US"/>
        </a:p>
      </dgm:t>
    </dgm:pt>
    <dgm:pt modelId="{916C28BB-0D1A-477F-B8A5-393E819C21C5}" type="sibTrans" cxnId="{12AB9990-373F-418B-94F1-218B96B7AE84}">
      <dgm:prSet/>
      <dgm:spPr/>
      <dgm:t>
        <a:bodyPr/>
        <a:lstStyle/>
        <a:p>
          <a:endParaRPr lang="en-US"/>
        </a:p>
      </dgm:t>
    </dgm:pt>
    <dgm:pt modelId="{53429ACD-88E7-46ED-9676-69B4C05B6447}">
      <dgm:prSet/>
      <dgm:spPr/>
      <dgm:t>
        <a:bodyPr/>
        <a:lstStyle/>
        <a:p>
          <a:r>
            <a:rPr lang="en-US"/>
            <a:t>to pass to</a:t>
          </a:r>
          <a:r>
            <a:rPr lang="tr-TR"/>
            <a:t> </a:t>
          </a:r>
          <a:r>
            <a:rPr lang="en-US"/>
            <a:t>the program when it starts.</a:t>
          </a:r>
        </a:p>
      </dgm:t>
    </dgm:pt>
    <dgm:pt modelId="{C2F52119-06DC-49EE-8932-44AE06D4A50A}" type="parTrans" cxnId="{A5B16A09-5ADE-4D7D-B86D-17A04B252474}">
      <dgm:prSet/>
      <dgm:spPr/>
      <dgm:t>
        <a:bodyPr/>
        <a:lstStyle/>
        <a:p>
          <a:endParaRPr lang="en-US"/>
        </a:p>
      </dgm:t>
    </dgm:pt>
    <dgm:pt modelId="{C0987CB5-7B2F-4519-B8BD-0A3221D6EDA9}" type="sibTrans" cxnId="{A5B16A09-5ADE-4D7D-B86D-17A04B252474}">
      <dgm:prSet/>
      <dgm:spPr/>
      <dgm:t>
        <a:bodyPr/>
        <a:lstStyle/>
        <a:p>
          <a:endParaRPr lang="en-US"/>
        </a:p>
      </dgm:t>
    </dgm:pt>
    <dgm:pt modelId="{393AF6EB-4125-4FAA-B530-39CA42E0361A}">
      <dgm:prSet/>
      <dgm:spPr/>
      <dgm:t>
        <a:bodyPr/>
        <a:lstStyle/>
        <a:p>
          <a:r>
            <a:rPr lang="en-US"/>
            <a:t>In effect, this list will be </a:t>
          </a:r>
        </a:p>
      </dgm:t>
    </dgm:pt>
    <dgm:pt modelId="{5A90B157-BC6D-4F0E-9889-B9C8323B104C}" type="parTrans" cxnId="{3F7C5FE3-D8F6-4786-BDB0-DF76F83EC7E3}">
      <dgm:prSet/>
      <dgm:spPr/>
      <dgm:t>
        <a:bodyPr/>
        <a:lstStyle/>
        <a:p>
          <a:endParaRPr lang="en-US"/>
        </a:p>
      </dgm:t>
    </dgm:pt>
    <dgm:pt modelId="{6C0A2D42-D742-47DF-898E-2994380ECE5C}" type="sibTrans" cxnId="{3F7C5FE3-D8F6-4786-BDB0-DF76F83EC7E3}">
      <dgm:prSet/>
      <dgm:spPr/>
      <dgm:t>
        <a:bodyPr/>
        <a:lstStyle/>
        <a:p>
          <a:endParaRPr lang="en-US"/>
        </a:p>
      </dgm:t>
    </dgm:pt>
    <dgm:pt modelId="{82BCB143-8D74-4619-821D-6F8E03702FB7}">
      <dgm:prSet/>
      <dgm:spPr/>
      <dgm:t>
        <a:bodyPr/>
        <a:lstStyle/>
        <a:p>
          <a:r>
            <a:rPr lang="en-US"/>
            <a:t>the value of sys.argv</a:t>
          </a:r>
          <a:r>
            <a:rPr lang="tr-TR"/>
            <a:t> </a:t>
          </a:r>
          <a:endParaRPr lang="en-US"/>
        </a:p>
      </dgm:t>
    </dgm:pt>
    <dgm:pt modelId="{30890E28-41AB-48D0-9BA0-ED3FF7216E62}" type="parTrans" cxnId="{651AFE5A-7DB9-4231-97AF-387ADFCBCEB5}">
      <dgm:prSet/>
      <dgm:spPr/>
      <dgm:t>
        <a:bodyPr/>
        <a:lstStyle/>
        <a:p>
          <a:endParaRPr lang="en-US"/>
        </a:p>
      </dgm:t>
    </dgm:pt>
    <dgm:pt modelId="{05CEB356-F85E-476F-82D7-7E45A0BFFD28}" type="sibTrans" cxnId="{651AFE5A-7DB9-4231-97AF-387ADFCBCEB5}">
      <dgm:prSet/>
      <dgm:spPr/>
      <dgm:t>
        <a:bodyPr/>
        <a:lstStyle/>
        <a:p>
          <a:endParaRPr lang="en-US"/>
        </a:p>
      </dgm:t>
    </dgm:pt>
    <dgm:pt modelId="{BFCD7180-B750-4732-97D9-65C6C5B5B395}">
      <dgm:prSet/>
      <dgm:spPr/>
      <dgm:t>
        <a:bodyPr/>
        <a:lstStyle/>
        <a:p>
          <a:r>
            <a:rPr lang="en-US"/>
            <a:t>for the launched program.</a:t>
          </a:r>
        </a:p>
      </dgm:t>
    </dgm:pt>
    <dgm:pt modelId="{58D21666-75FE-455B-939D-F6BE03D67AA9}" type="parTrans" cxnId="{BC9FC9D7-E1AF-42F2-B8A7-2658EBD0EB0E}">
      <dgm:prSet/>
      <dgm:spPr/>
      <dgm:t>
        <a:bodyPr/>
        <a:lstStyle/>
        <a:p>
          <a:endParaRPr lang="en-US"/>
        </a:p>
      </dgm:t>
    </dgm:pt>
    <dgm:pt modelId="{397A1FF4-C270-40B8-BB09-31A832CBC4E7}" type="sibTrans" cxnId="{BC9FC9D7-E1AF-42F2-B8A7-2658EBD0EB0E}">
      <dgm:prSet/>
      <dgm:spPr/>
      <dgm:t>
        <a:bodyPr/>
        <a:lstStyle/>
        <a:p>
          <a:endParaRPr lang="en-US"/>
        </a:p>
      </dgm:t>
    </dgm:pt>
    <dgm:pt modelId="{64CC548C-CDBE-40B6-8658-70F5ED63528B}">
      <dgm:prSet/>
      <dgm:spPr/>
      <dgm:t>
        <a:bodyPr/>
        <a:lstStyle/>
        <a:p>
          <a:r>
            <a:rPr lang="en-US" dirty="0"/>
            <a:t>Command</a:t>
          </a:r>
          <a:r>
            <a:rPr lang="tr-TR" dirty="0"/>
            <a:t> </a:t>
          </a:r>
          <a:r>
            <a:rPr lang="en-US" dirty="0"/>
            <a:t>line arguments </a:t>
          </a:r>
        </a:p>
      </dgm:t>
    </dgm:pt>
    <dgm:pt modelId="{D9517D4F-03CA-412E-A290-B782353F1D51}" type="parTrans" cxnId="{1C6D28DB-0056-4DCE-8F39-123E67CB7786}">
      <dgm:prSet/>
      <dgm:spPr/>
      <dgm:t>
        <a:bodyPr/>
        <a:lstStyle/>
        <a:p>
          <a:endParaRPr lang="en-US"/>
        </a:p>
      </dgm:t>
    </dgm:pt>
    <dgm:pt modelId="{0A298FD2-4217-4CF9-918A-26F824C9A3DA}" type="sibTrans" cxnId="{1C6D28DB-0056-4DCE-8F39-123E67CB7786}">
      <dgm:prSet/>
      <dgm:spPr/>
      <dgm:t>
        <a:bodyPr/>
        <a:lstStyle/>
        <a:p>
          <a:endParaRPr lang="en-US"/>
        </a:p>
      </dgm:t>
    </dgm:pt>
    <dgm:pt modelId="{B8939F59-F217-48F0-9EB9-D1AFEE5DE46D}">
      <dgm:prSet/>
      <dgm:spPr/>
      <dgm:t>
        <a:bodyPr/>
        <a:lstStyle/>
        <a:p>
          <a:r>
            <a:rPr lang="en-US" dirty="0"/>
            <a:t>The first string</a:t>
          </a:r>
          <a:r>
            <a:rPr lang="tr-TR" dirty="0"/>
            <a:t> </a:t>
          </a:r>
          <a:r>
            <a:rPr lang="en-US" dirty="0"/>
            <a:t>in</a:t>
          </a:r>
          <a:r>
            <a:rPr lang="tr-TR" dirty="0"/>
            <a:t> </a:t>
          </a:r>
          <a:r>
            <a:rPr lang="en-US" dirty="0" err="1"/>
            <a:t>th</a:t>
          </a:r>
          <a:r>
            <a:rPr lang="tr-TR" dirty="0"/>
            <a:t>e</a:t>
          </a:r>
          <a:r>
            <a:rPr lang="en-US" dirty="0"/>
            <a:t> list</a:t>
          </a:r>
        </a:p>
      </dgm:t>
    </dgm:pt>
    <dgm:pt modelId="{6EF08A47-A6ED-4930-8715-4DDB1237C7B6}" type="parTrans" cxnId="{B370C130-9C71-4572-948F-D5A7B67A619D}">
      <dgm:prSet/>
      <dgm:spPr/>
      <dgm:t>
        <a:bodyPr/>
        <a:lstStyle/>
        <a:p>
          <a:endParaRPr lang="en-US"/>
        </a:p>
      </dgm:t>
    </dgm:pt>
    <dgm:pt modelId="{E220DC79-EBAE-4A13-8B3D-CAE144B72181}" type="sibTrans" cxnId="{B370C130-9C71-4572-948F-D5A7B67A619D}">
      <dgm:prSet/>
      <dgm:spPr/>
      <dgm:t>
        <a:bodyPr/>
        <a:lstStyle/>
        <a:p>
          <a:endParaRPr lang="en-US"/>
        </a:p>
      </dgm:t>
    </dgm:pt>
    <dgm:pt modelId="{32621BDC-4A58-429A-9933-0C46D0BAA4CE}">
      <dgm:prSet/>
      <dgm:spPr/>
      <dgm:t>
        <a:bodyPr/>
        <a:lstStyle/>
        <a:p>
          <a:r>
            <a:rPr lang="en-US" dirty="0"/>
            <a:t>will be the executable filename of the program </a:t>
          </a:r>
        </a:p>
      </dgm:t>
    </dgm:pt>
    <dgm:pt modelId="{76CE5911-626F-4D81-9A8F-C7066747483F}" type="parTrans" cxnId="{54DF6B09-CF0D-4CF7-942C-D9E21D9E3422}">
      <dgm:prSet/>
      <dgm:spPr/>
      <dgm:t>
        <a:bodyPr/>
        <a:lstStyle/>
        <a:p>
          <a:endParaRPr lang="en-US"/>
        </a:p>
      </dgm:t>
    </dgm:pt>
    <dgm:pt modelId="{2D1BD2EA-A390-409B-9989-9FA592B56054}" type="sibTrans" cxnId="{54DF6B09-CF0D-4CF7-942C-D9E21D9E3422}">
      <dgm:prSet/>
      <dgm:spPr/>
      <dgm:t>
        <a:bodyPr/>
        <a:lstStyle/>
        <a:p>
          <a:endParaRPr lang="en-US"/>
        </a:p>
      </dgm:t>
    </dgm:pt>
    <dgm:pt modelId="{B6E32562-7092-4B35-86BC-5EF88EEE31DA}">
      <dgm:prSet/>
      <dgm:spPr/>
      <dgm:t>
        <a:bodyPr/>
        <a:lstStyle/>
        <a:p>
          <a:r>
            <a:rPr lang="en-US"/>
            <a:t>subsequent </a:t>
          </a:r>
          <a:r>
            <a:rPr lang="en-US" dirty="0"/>
            <a:t>strings </a:t>
          </a:r>
        </a:p>
      </dgm:t>
    </dgm:pt>
    <dgm:pt modelId="{C9B064F5-62B2-4143-9D94-4AF8CB630A51}" type="parTrans" cxnId="{09D400AF-FC30-4107-890F-6FB50839821D}">
      <dgm:prSet/>
      <dgm:spPr/>
      <dgm:t>
        <a:bodyPr/>
        <a:lstStyle/>
        <a:p>
          <a:endParaRPr lang="en-US"/>
        </a:p>
      </dgm:t>
    </dgm:pt>
    <dgm:pt modelId="{AFFA6881-3877-4567-AD59-2E2BB1CE03D9}" type="sibTrans" cxnId="{09D400AF-FC30-4107-890F-6FB50839821D}">
      <dgm:prSet/>
      <dgm:spPr/>
      <dgm:t>
        <a:bodyPr/>
        <a:lstStyle/>
        <a:p>
          <a:endParaRPr lang="en-US"/>
        </a:p>
      </dgm:t>
    </dgm:pt>
    <dgm:pt modelId="{3F95E12F-5E44-4B67-BC4C-AEB9E3F81B7F}">
      <dgm:prSet/>
      <dgm:spPr/>
      <dgm:t>
        <a:bodyPr/>
        <a:lstStyle/>
        <a:p>
          <a:r>
            <a:rPr lang="en-US"/>
            <a:t>to </a:t>
          </a:r>
          <a:r>
            <a:rPr lang="en-US" dirty="0"/>
            <a:t>processes with </a:t>
          </a:r>
          <a:r>
            <a:rPr lang="en-US" i="1" dirty="0" err="1"/>
            <a:t>Popen</a:t>
          </a:r>
          <a:r>
            <a:rPr lang="en-US" i="1"/>
            <a:t>()</a:t>
          </a:r>
          <a:r>
            <a:rPr lang="en-US"/>
            <a:t>. </a:t>
          </a:r>
          <a:endParaRPr lang="en-US" dirty="0"/>
        </a:p>
      </dgm:t>
    </dgm:pt>
    <dgm:pt modelId="{7DE30E71-7D5F-4683-B647-1AC230C54B7B}" type="parTrans" cxnId="{0696095D-A85C-4A0E-9071-54A5015986BA}">
      <dgm:prSet/>
      <dgm:spPr/>
      <dgm:t>
        <a:bodyPr/>
        <a:lstStyle/>
        <a:p>
          <a:endParaRPr lang="en-US"/>
        </a:p>
      </dgm:t>
    </dgm:pt>
    <dgm:pt modelId="{ED0976B5-C674-4FA6-9EA1-853C7E108173}" type="sibTrans" cxnId="{0696095D-A85C-4A0E-9071-54A5015986BA}">
      <dgm:prSet/>
      <dgm:spPr/>
      <dgm:t>
        <a:bodyPr/>
        <a:lstStyle/>
        <a:p>
          <a:endParaRPr lang="en-US"/>
        </a:p>
      </dgm:t>
    </dgm:pt>
    <dgm:pt modelId="{F96B1AB3-1805-4A29-AEDC-6883B97DB06A}" type="pres">
      <dgm:prSet presAssocID="{FD58011F-210D-444D-8BED-B95CA8AB2819}" presName="Name0" presStyleCnt="0">
        <dgm:presLayoutVars>
          <dgm:dir/>
          <dgm:animLvl val="lvl"/>
          <dgm:resizeHandles val="exact"/>
        </dgm:presLayoutVars>
      </dgm:prSet>
      <dgm:spPr/>
    </dgm:pt>
    <dgm:pt modelId="{906A1E61-171B-4C24-B3A8-7CD5AF19D6F2}" type="pres">
      <dgm:prSet presAssocID="{64CC548C-CDBE-40B6-8658-70F5ED63528B}" presName="composite" presStyleCnt="0"/>
      <dgm:spPr/>
    </dgm:pt>
    <dgm:pt modelId="{D84C470B-9692-45CE-AD71-B8D27E938E0F}" type="pres">
      <dgm:prSet presAssocID="{64CC548C-CDBE-40B6-8658-70F5ED63528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139A6E55-E2C8-4DB9-8B7F-B1519D438408}" type="pres">
      <dgm:prSet presAssocID="{64CC548C-CDBE-40B6-8658-70F5ED63528B}" presName="desTx" presStyleLbl="alignAccFollowNode1" presStyleIdx="0" presStyleCnt="4">
        <dgm:presLayoutVars>
          <dgm:bulletEnabled val="1"/>
        </dgm:presLayoutVars>
      </dgm:prSet>
      <dgm:spPr/>
    </dgm:pt>
    <dgm:pt modelId="{82EE9A79-24C2-4E7E-A0C6-3D1AE3AC9F01}" type="pres">
      <dgm:prSet presAssocID="{0A298FD2-4217-4CF9-918A-26F824C9A3DA}" presName="space" presStyleCnt="0"/>
      <dgm:spPr/>
    </dgm:pt>
    <dgm:pt modelId="{7D0B06E1-BD45-4458-9C3F-E98045AD2942}" type="pres">
      <dgm:prSet presAssocID="{1EBD4BD6-F9C6-403D-93BB-239AAF1F10EB}" presName="composite" presStyleCnt="0"/>
      <dgm:spPr/>
    </dgm:pt>
    <dgm:pt modelId="{60A5281C-7E76-4B95-8548-578C27F44C5C}" type="pres">
      <dgm:prSet presAssocID="{1EBD4BD6-F9C6-403D-93BB-239AAF1F10E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C08A517-B533-4D41-97FC-015B2DCF548E}" type="pres">
      <dgm:prSet presAssocID="{1EBD4BD6-F9C6-403D-93BB-239AAF1F10EB}" presName="desTx" presStyleLbl="alignAccFollowNode1" presStyleIdx="1" presStyleCnt="4">
        <dgm:presLayoutVars>
          <dgm:bulletEnabled val="1"/>
        </dgm:presLayoutVars>
      </dgm:prSet>
      <dgm:spPr/>
    </dgm:pt>
    <dgm:pt modelId="{D395271A-6E45-4ADA-96CD-193F3B89D564}" type="pres">
      <dgm:prSet presAssocID="{A557B82D-9A0E-4190-8B9C-5D5609832DD9}" presName="space" presStyleCnt="0"/>
      <dgm:spPr/>
    </dgm:pt>
    <dgm:pt modelId="{CBA58D2F-B21A-4518-AF0D-840FF5EEF2E3}" type="pres">
      <dgm:prSet presAssocID="{4F70328F-88B9-4957-A5D5-1672CB372FE8}" presName="composite" presStyleCnt="0"/>
      <dgm:spPr/>
    </dgm:pt>
    <dgm:pt modelId="{C077EE13-DF03-4851-B6ED-94E4D3C960EC}" type="pres">
      <dgm:prSet presAssocID="{4F70328F-88B9-4957-A5D5-1672CB372FE8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42398A3B-FA47-456F-98F0-E1175A9315EA}" type="pres">
      <dgm:prSet presAssocID="{4F70328F-88B9-4957-A5D5-1672CB372FE8}" presName="desTx" presStyleLbl="alignAccFollowNode1" presStyleIdx="2" presStyleCnt="4">
        <dgm:presLayoutVars>
          <dgm:bulletEnabled val="1"/>
        </dgm:presLayoutVars>
      </dgm:prSet>
      <dgm:spPr/>
    </dgm:pt>
    <dgm:pt modelId="{18BA570E-6901-4ADC-8466-76C4E061C70F}" type="pres">
      <dgm:prSet presAssocID="{20CE19C0-9274-4825-A39F-3978ACC079EF}" presName="space" presStyleCnt="0"/>
      <dgm:spPr/>
    </dgm:pt>
    <dgm:pt modelId="{C5133B24-8B95-43C6-9158-6A0E5D45509B}" type="pres">
      <dgm:prSet presAssocID="{393AF6EB-4125-4FAA-B530-39CA42E0361A}" presName="composite" presStyleCnt="0"/>
      <dgm:spPr/>
    </dgm:pt>
    <dgm:pt modelId="{2BD003D9-3D99-4E93-B036-E41F2A8DCE16}" type="pres">
      <dgm:prSet presAssocID="{393AF6EB-4125-4FAA-B530-39CA42E0361A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A5E669A7-DC97-4547-835F-6A322D944C00}" type="pres">
      <dgm:prSet presAssocID="{393AF6EB-4125-4FAA-B530-39CA42E0361A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5B16A09-5ADE-4D7D-B86D-17A04B252474}" srcId="{4F70328F-88B9-4957-A5D5-1672CB372FE8}" destId="{53429ACD-88E7-46ED-9676-69B4C05B6447}" srcOrd="2" destOrd="0" parTransId="{C2F52119-06DC-49EE-8932-44AE06D4A50A}" sibTransId="{C0987CB5-7B2F-4519-B8BD-0A3221D6EDA9}"/>
    <dgm:cxn modelId="{54DF6B09-CF0D-4CF7-942C-D9E21D9E3422}" srcId="{1EBD4BD6-F9C6-403D-93BB-239AAF1F10EB}" destId="{32621BDC-4A58-429A-9933-0C46D0BAA4CE}" srcOrd="1" destOrd="0" parTransId="{76CE5911-626F-4D81-9A8F-C7066747483F}" sibTransId="{2D1BD2EA-A390-409B-9989-9FA592B56054}"/>
    <dgm:cxn modelId="{C5F3951A-3396-4993-91A1-5162D449CFA3}" type="presOf" srcId="{B6E32562-7092-4B35-86BC-5EF88EEE31DA}" destId="{42398A3B-FA47-456F-98F0-E1175A9315EA}" srcOrd="0" destOrd="0" presId="urn:microsoft.com/office/officeart/2005/8/layout/hList1"/>
    <dgm:cxn modelId="{E0C0A028-218C-4766-9AE7-A81D1F000144}" type="presOf" srcId="{FD58011F-210D-444D-8BED-B95CA8AB2819}" destId="{F96B1AB3-1805-4A29-AEDC-6883B97DB06A}" srcOrd="0" destOrd="0" presId="urn:microsoft.com/office/officeart/2005/8/layout/hList1"/>
    <dgm:cxn modelId="{B370C130-9C71-4572-948F-D5A7B67A619D}" srcId="{1EBD4BD6-F9C6-403D-93BB-239AAF1F10EB}" destId="{B8939F59-F217-48F0-9EB9-D1AFEE5DE46D}" srcOrd="0" destOrd="0" parTransId="{6EF08A47-A6ED-4930-8715-4DDB1237C7B6}" sibTransId="{E220DC79-EBAE-4A13-8B3D-CAE144B72181}"/>
    <dgm:cxn modelId="{E68D0936-3C4D-49B8-B714-DB706B12FAC0}" type="presOf" srcId="{1E9E1F8B-EAAE-44D2-BAFC-2CABB9168789}" destId="{AC08A517-B533-4D41-97FC-015B2DCF548E}" srcOrd="0" destOrd="2" presId="urn:microsoft.com/office/officeart/2005/8/layout/hList1"/>
    <dgm:cxn modelId="{0696095D-A85C-4A0E-9071-54A5015986BA}" srcId="{64CC548C-CDBE-40B6-8658-70F5ED63528B}" destId="{3F95E12F-5E44-4B67-BC4C-AEB9E3F81B7F}" srcOrd="1" destOrd="0" parTransId="{7DE30E71-7D5F-4683-B647-1AC230C54B7B}" sibTransId="{ED0976B5-C674-4FA6-9EA1-853C7E108173}"/>
    <dgm:cxn modelId="{B5B41061-1AF4-45C3-A088-D5D001488064}" type="presOf" srcId="{3F95E12F-5E44-4B67-BC4C-AEB9E3F81B7F}" destId="{139A6E55-E2C8-4DB9-8B7F-B1519D438408}" srcOrd="0" destOrd="1" presId="urn:microsoft.com/office/officeart/2005/8/layout/hList1"/>
    <dgm:cxn modelId="{49EC8D42-CC64-4316-9321-A02A8E430B64}" type="presOf" srcId="{BFCD7180-B750-4732-97D9-65C6C5B5B395}" destId="{A5E669A7-DC97-4547-835F-6A322D944C00}" srcOrd="0" destOrd="1" presId="urn:microsoft.com/office/officeart/2005/8/layout/hList1"/>
    <dgm:cxn modelId="{EFE2E647-AF53-46EE-8880-AE2003035545}" type="presOf" srcId="{B8939F59-F217-48F0-9EB9-D1AFEE5DE46D}" destId="{AC08A517-B533-4D41-97FC-015B2DCF548E}" srcOrd="0" destOrd="0" presId="urn:microsoft.com/office/officeart/2005/8/layout/hList1"/>
    <dgm:cxn modelId="{CD6AC46F-CE3D-40E0-8763-8BF7D2E7EA2A}" type="presOf" srcId="{6610CC4D-CB99-4427-A312-8D1DED39D3E9}" destId="{42398A3B-FA47-456F-98F0-E1175A9315EA}" srcOrd="0" destOrd="1" presId="urn:microsoft.com/office/officeart/2005/8/layout/hList1"/>
    <dgm:cxn modelId="{DB10F450-97A1-47A8-AD68-8FE79D64D97D}" type="presOf" srcId="{53429ACD-88E7-46ED-9676-69B4C05B6447}" destId="{42398A3B-FA47-456F-98F0-E1175A9315EA}" srcOrd="0" destOrd="2" presId="urn:microsoft.com/office/officeart/2005/8/layout/hList1"/>
    <dgm:cxn modelId="{7096857A-3A7F-45B8-987C-80C551EAD222}" type="presOf" srcId="{32621BDC-4A58-429A-9933-0C46D0BAA4CE}" destId="{AC08A517-B533-4D41-97FC-015B2DCF548E}" srcOrd="0" destOrd="1" presId="urn:microsoft.com/office/officeart/2005/8/layout/hList1"/>
    <dgm:cxn modelId="{FAE9C27A-9534-449E-A1C3-B7A5A8BD7535}" srcId="{1EBD4BD6-F9C6-403D-93BB-239AAF1F10EB}" destId="{1E9E1F8B-EAAE-44D2-BAFC-2CABB9168789}" srcOrd="2" destOrd="0" parTransId="{9E2491E0-AD81-4612-9FD1-2585D6C87E1E}" sibTransId="{E27B7568-BC2A-4135-B6D7-1C2FE105DDF2}"/>
    <dgm:cxn modelId="{651AFE5A-7DB9-4231-97AF-387ADFCBCEB5}" srcId="{393AF6EB-4125-4FAA-B530-39CA42E0361A}" destId="{82BCB143-8D74-4619-821D-6F8E03702FB7}" srcOrd="0" destOrd="0" parTransId="{30890E28-41AB-48D0-9BA0-ED3FF7216E62}" sibTransId="{05CEB356-F85E-476F-82D7-7E45A0BFFD28}"/>
    <dgm:cxn modelId="{A30E707B-B5C0-4C57-A9A7-C680A17ED797}" type="presOf" srcId="{393AF6EB-4125-4FAA-B530-39CA42E0361A}" destId="{2BD003D9-3D99-4E93-B036-E41F2A8DCE16}" srcOrd="0" destOrd="0" presId="urn:microsoft.com/office/officeart/2005/8/layout/hList1"/>
    <dgm:cxn modelId="{526CDA88-B695-44E8-B482-6F97C80F24AF}" srcId="{FD58011F-210D-444D-8BED-B95CA8AB2819}" destId="{1EBD4BD6-F9C6-403D-93BB-239AAF1F10EB}" srcOrd="1" destOrd="0" parTransId="{9C55DF91-7DF2-4B61-BE99-4033569F9458}" sibTransId="{A557B82D-9A0E-4190-8B9C-5D5609832DD9}"/>
    <dgm:cxn modelId="{B749388D-CF01-4BAD-80D8-FE85476C7541}" type="presOf" srcId="{5253B789-0110-4DE8-A752-39CB9E44C9CF}" destId="{139A6E55-E2C8-4DB9-8B7F-B1519D438408}" srcOrd="0" destOrd="0" presId="urn:microsoft.com/office/officeart/2005/8/layout/hList1"/>
    <dgm:cxn modelId="{12AB9990-373F-418B-94F1-218B96B7AE84}" srcId="{4F70328F-88B9-4957-A5D5-1672CB372FE8}" destId="{6610CC4D-CB99-4427-A312-8D1DED39D3E9}" srcOrd="1" destOrd="0" parTransId="{5FF0CDD0-02E4-4165-9EE9-30F79F626519}" sibTransId="{916C28BB-0D1A-477F-B8A5-393E819C21C5}"/>
    <dgm:cxn modelId="{20F67C98-106E-48F3-8EE5-1705E68E578A}" srcId="{64CC548C-CDBE-40B6-8658-70F5ED63528B}" destId="{5253B789-0110-4DE8-A752-39CB9E44C9CF}" srcOrd="0" destOrd="0" parTransId="{5A80290D-3415-4FA4-8714-D3BE14883F54}" sibTransId="{664863B8-2B67-4F22-B931-A88238DDA6DF}"/>
    <dgm:cxn modelId="{09D400AF-FC30-4107-890F-6FB50839821D}" srcId="{4F70328F-88B9-4957-A5D5-1672CB372FE8}" destId="{B6E32562-7092-4B35-86BC-5EF88EEE31DA}" srcOrd="0" destOrd="0" parTransId="{C9B064F5-62B2-4143-9D94-4AF8CB630A51}" sibTransId="{AFFA6881-3877-4567-AD59-2E2BB1CE03D9}"/>
    <dgm:cxn modelId="{1815CAB4-C464-4809-AB0C-70194AAF9CFC}" type="presOf" srcId="{82BCB143-8D74-4619-821D-6F8E03702FB7}" destId="{A5E669A7-DC97-4547-835F-6A322D944C00}" srcOrd="0" destOrd="0" presId="urn:microsoft.com/office/officeart/2005/8/layout/hList1"/>
    <dgm:cxn modelId="{BC9FC9D7-E1AF-42F2-B8A7-2658EBD0EB0E}" srcId="{393AF6EB-4125-4FAA-B530-39CA42E0361A}" destId="{BFCD7180-B750-4732-97D9-65C6C5B5B395}" srcOrd="1" destOrd="0" parTransId="{58D21666-75FE-455B-939D-F6BE03D67AA9}" sibTransId="{397A1FF4-C270-40B8-BB09-31A832CBC4E7}"/>
    <dgm:cxn modelId="{DA6E91D8-F820-44F9-861C-9DDEA0F66256}" type="presOf" srcId="{1EBD4BD6-F9C6-403D-93BB-239AAF1F10EB}" destId="{60A5281C-7E76-4B95-8548-578C27F44C5C}" srcOrd="0" destOrd="0" presId="urn:microsoft.com/office/officeart/2005/8/layout/hList1"/>
    <dgm:cxn modelId="{1C6D28DB-0056-4DCE-8F39-123E67CB7786}" srcId="{FD58011F-210D-444D-8BED-B95CA8AB2819}" destId="{64CC548C-CDBE-40B6-8658-70F5ED63528B}" srcOrd="0" destOrd="0" parTransId="{D9517D4F-03CA-412E-A290-B782353F1D51}" sibTransId="{0A298FD2-4217-4CF9-918A-26F824C9A3DA}"/>
    <dgm:cxn modelId="{3FB9D1DF-4891-40C1-8B1E-D9D840F636A1}" srcId="{FD58011F-210D-444D-8BED-B95CA8AB2819}" destId="{4F70328F-88B9-4957-A5D5-1672CB372FE8}" srcOrd="2" destOrd="0" parTransId="{D87A013D-1E05-419A-9538-9DB182F9C43E}" sibTransId="{20CE19C0-9274-4825-A39F-3978ACC079EF}"/>
    <dgm:cxn modelId="{AC5816E1-0B5A-46D8-835E-56C25143DEB9}" type="presOf" srcId="{64CC548C-CDBE-40B6-8658-70F5ED63528B}" destId="{D84C470B-9692-45CE-AD71-B8D27E938E0F}" srcOrd="0" destOrd="0" presId="urn:microsoft.com/office/officeart/2005/8/layout/hList1"/>
    <dgm:cxn modelId="{3F7C5FE3-D8F6-4786-BDB0-DF76F83EC7E3}" srcId="{FD58011F-210D-444D-8BED-B95CA8AB2819}" destId="{393AF6EB-4125-4FAA-B530-39CA42E0361A}" srcOrd="3" destOrd="0" parTransId="{5A90B157-BC6D-4F0E-9889-B9C8323B104C}" sibTransId="{6C0A2D42-D742-47DF-898E-2994380ECE5C}"/>
    <dgm:cxn modelId="{E2809CE4-382D-4153-98AF-F897B94D709E}" type="presOf" srcId="{4F70328F-88B9-4957-A5D5-1672CB372FE8}" destId="{C077EE13-DF03-4851-B6ED-94E4D3C960EC}" srcOrd="0" destOrd="0" presId="urn:microsoft.com/office/officeart/2005/8/layout/hList1"/>
    <dgm:cxn modelId="{76CB9446-2E5D-4844-8AC4-E98AE4F48846}" type="presParOf" srcId="{F96B1AB3-1805-4A29-AEDC-6883B97DB06A}" destId="{906A1E61-171B-4C24-B3A8-7CD5AF19D6F2}" srcOrd="0" destOrd="0" presId="urn:microsoft.com/office/officeart/2005/8/layout/hList1"/>
    <dgm:cxn modelId="{9F7BE918-132F-449F-9397-6A54481743F2}" type="presParOf" srcId="{906A1E61-171B-4C24-B3A8-7CD5AF19D6F2}" destId="{D84C470B-9692-45CE-AD71-B8D27E938E0F}" srcOrd="0" destOrd="0" presId="urn:microsoft.com/office/officeart/2005/8/layout/hList1"/>
    <dgm:cxn modelId="{8029E240-9B68-4946-8494-3AFBB5722EA1}" type="presParOf" srcId="{906A1E61-171B-4C24-B3A8-7CD5AF19D6F2}" destId="{139A6E55-E2C8-4DB9-8B7F-B1519D438408}" srcOrd="1" destOrd="0" presId="urn:microsoft.com/office/officeart/2005/8/layout/hList1"/>
    <dgm:cxn modelId="{A8A7442D-62AE-497E-9D6C-2A5F96112228}" type="presParOf" srcId="{F96B1AB3-1805-4A29-AEDC-6883B97DB06A}" destId="{82EE9A79-24C2-4E7E-A0C6-3D1AE3AC9F01}" srcOrd="1" destOrd="0" presId="urn:microsoft.com/office/officeart/2005/8/layout/hList1"/>
    <dgm:cxn modelId="{27D19E74-07E5-4981-8CBA-DAD16101C105}" type="presParOf" srcId="{F96B1AB3-1805-4A29-AEDC-6883B97DB06A}" destId="{7D0B06E1-BD45-4458-9C3F-E98045AD2942}" srcOrd="2" destOrd="0" presId="urn:microsoft.com/office/officeart/2005/8/layout/hList1"/>
    <dgm:cxn modelId="{CE8E6B9F-8099-4CA5-BD9D-B466D1DEAE5B}" type="presParOf" srcId="{7D0B06E1-BD45-4458-9C3F-E98045AD2942}" destId="{60A5281C-7E76-4B95-8548-578C27F44C5C}" srcOrd="0" destOrd="0" presId="urn:microsoft.com/office/officeart/2005/8/layout/hList1"/>
    <dgm:cxn modelId="{8DD96CD6-86E5-44B8-A3B1-EC0DA1EB42B4}" type="presParOf" srcId="{7D0B06E1-BD45-4458-9C3F-E98045AD2942}" destId="{AC08A517-B533-4D41-97FC-015B2DCF548E}" srcOrd="1" destOrd="0" presId="urn:microsoft.com/office/officeart/2005/8/layout/hList1"/>
    <dgm:cxn modelId="{50C1F14F-E9FD-4773-960D-CD0D6ADB9508}" type="presParOf" srcId="{F96B1AB3-1805-4A29-AEDC-6883B97DB06A}" destId="{D395271A-6E45-4ADA-96CD-193F3B89D564}" srcOrd="3" destOrd="0" presId="urn:microsoft.com/office/officeart/2005/8/layout/hList1"/>
    <dgm:cxn modelId="{DD82FC7C-A686-4293-8815-AC37C3ED84A7}" type="presParOf" srcId="{F96B1AB3-1805-4A29-AEDC-6883B97DB06A}" destId="{CBA58D2F-B21A-4518-AF0D-840FF5EEF2E3}" srcOrd="4" destOrd="0" presId="urn:microsoft.com/office/officeart/2005/8/layout/hList1"/>
    <dgm:cxn modelId="{5CCC7833-B3A1-417D-9337-9B2734A68600}" type="presParOf" srcId="{CBA58D2F-B21A-4518-AF0D-840FF5EEF2E3}" destId="{C077EE13-DF03-4851-B6ED-94E4D3C960EC}" srcOrd="0" destOrd="0" presId="urn:microsoft.com/office/officeart/2005/8/layout/hList1"/>
    <dgm:cxn modelId="{2C7B52DF-21D3-49E2-B8F7-E730C8FE8785}" type="presParOf" srcId="{CBA58D2F-B21A-4518-AF0D-840FF5EEF2E3}" destId="{42398A3B-FA47-456F-98F0-E1175A9315EA}" srcOrd="1" destOrd="0" presId="urn:microsoft.com/office/officeart/2005/8/layout/hList1"/>
    <dgm:cxn modelId="{55F76DB0-A379-4B34-BDC7-2EF426E4A23E}" type="presParOf" srcId="{F96B1AB3-1805-4A29-AEDC-6883B97DB06A}" destId="{18BA570E-6901-4ADC-8466-76C4E061C70F}" srcOrd="5" destOrd="0" presId="urn:microsoft.com/office/officeart/2005/8/layout/hList1"/>
    <dgm:cxn modelId="{B23DBDE9-D1C3-4694-B02B-CB9FADBEA2CA}" type="presParOf" srcId="{F96B1AB3-1805-4A29-AEDC-6883B97DB06A}" destId="{C5133B24-8B95-43C6-9158-6A0E5D45509B}" srcOrd="6" destOrd="0" presId="urn:microsoft.com/office/officeart/2005/8/layout/hList1"/>
    <dgm:cxn modelId="{C4F13562-BA18-43B2-9DF8-FE0EC5145184}" type="presParOf" srcId="{C5133B24-8B95-43C6-9158-6A0E5D45509B}" destId="{2BD003D9-3D99-4E93-B036-E41F2A8DCE16}" srcOrd="0" destOrd="0" presId="urn:microsoft.com/office/officeart/2005/8/layout/hList1"/>
    <dgm:cxn modelId="{CB3C4443-4B6E-42DE-8527-2AD22D5CEC9B}" type="presParOf" srcId="{C5133B24-8B95-43C6-9158-6A0E5D45509B}" destId="{A5E669A7-DC97-4547-835F-6A322D944C0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2DA4336E-0AEF-497E-9322-BA43E2181353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B54A9206-C51D-4F03-A504-BF57D18A48A0}">
      <dgm:prSet/>
      <dgm:spPr/>
      <dgm:t>
        <a:bodyPr/>
        <a:lstStyle/>
        <a:p>
          <a:r>
            <a:rPr lang="tr-TR"/>
            <a:t>No command line arguments</a:t>
          </a:r>
          <a:endParaRPr lang="en-US"/>
        </a:p>
      </dgm:t>
    </dgm:pt>
    <dgm:pt modelId="{47FA3A7A-4F90-4DF6-A5F8-28B443E4E319}" type="parTrans" cxnId="{21BC8F06-1312-40C5-8177-58FB6DC2EC42}">
      <dgm:prSet/>
      <dgm:spPr/>
      <dgm:t>
        <a:bodyPr/>
        <a:lstStyle/>
        <a:p>
          <a:endParaRPr lang="en-US"/>
        </a:p>
      </dgm:t>
    </dgm:pt>
    <dgm:pt modelId="{35EFAD3F-7A5C-487B-9DE2-BEDB437FCB75}" type="sibTrans" cxnId="{21BC8F06-1312-40C5-8177-58FB6DC2EC42}">
      <dgm:prSet/>
      <dgm:spPr/>
      <dgm:t>
        <a:bodyPr/>
        <a:lstStyle/>
        <a:p>
          <a:endParaRPr lang="en-US"/>
        </a:p>
      </dgm:t>
    </dgm:pt>
    <dgm:pt modelId="{B6DBCCD4-8330-44C8-8D9F-5D8F3344C12A}">
      <dgm:prSet/>
      <dgm:spPr/>
      <dgm:t>
        <a:bodyPr/>
        <a:lstStyle/>
        <a:p>
          <a:r>
            <a:rPr lang="tr-TR"/>
            <a:t>Some </a:t>
          </a:r>
          <a:r>
            <a:rPr lang="en-US"/>
            <a:t>GUI</a:t>
          </a:r>
          <a:r>
            <a:rPr lang="tr-TR"/>
            <a:t> applications </a:t>
          </a:r>
          <a:r>
            <a:rPr lang="en-US"/>
            <a:t>don’t use command</a:t>
          </a:r>
          <a:r>
            <a:rPr lang="tr-TR"/>
            <a:t> </a:t>
          </a:r>
          <a:r>
            <a:rPr lang="en-US"/>
            <a:t>line arguments </a:t>
          </a:r>
        </a:p>
      </dgm:t>
    </dgm:pt>
    <dgm:pt modelId="{C629CF89-F11A-4393-A92B-B3E08291B0C2}" type="parTrans" cxnId="{0F8B97CD-CF93-4CAB-94E6-81B03727A6F7}">
      <dgm:prSet/>
      <dgm:spPr/>
      <dgm:t>
        <a:bodyPr/>
        <a:lstStyle/>
        <a:p>
          <a:endParaRPr lang="en-US"/>
        </a:p>
      </dgm:t>
    </dgm:pt>
    <dgm:pt modelId="{FC3C493A-6214-4041-B531-5FD0AD8036C7}" type="sibTrans" cxnId="{0F8B97CD-CF93-4CAB-94E6-81B03727A6F7}">
      <dgm:prSet/>
      <dgm:spPr/>
      <dgm:t>
        <a:bodyPr/>
        <a:lstStyle/>
        <a:p>
          <a:endParaRPr lang="en-US"/>
        </a:p>
      </dgm:t>
    </dgm:pt>
    <dgm:pt modelId="{A3A8E6F1-4D38-478A-9761-18E290C1E814}">
      <dgm:prSet/>
      <dgm:spPr/>
      <dgm:t>
        <a:bodyPr/>
        <a:lstStyle/>
        <a:p>
          <a:r>
            <a:rPr lang="en-US"/>
            <a:t>as extensively as command line–based </a:t>
          </a:r>
        </a:p>
      </dgm:t>
    </dgm:pt>
    <dgm:pt modelId="{0C9C6628-973E-4A3C-A04D-AAF181B0C5E7}" type="parTrans" cxnId="{3F9745A0-DBFB-474B-87FA-44AD3A357073}">
      <dgm:prSet/>
      <dgm:spPr/>
      <dgm:t>
        <a:bodyPr/>
        <a:lstStyle/>
        <a:p>
          <a:endParaRPr lang="en-US"/>
        </a:p>
      </dgm:t>
    </dgm:pt>
    <dgm:pt modelId="{F88AA4CA-4F44-4E90-A7A0-F47703A86469}" type="sibTrans" cxnId="{3F9745A0-DBFB-474B-87FA-44AD3A357073}">
      <dgm:prSet/>
      <dgm:spPr/>
      <dgm:t>
        <a:bodyPr/>
        <a:lstStyle/>
        <a:p>
          <a:endParaRPr lang="en-US"/>
        </a:p>
      </dgm:t>
    </dgm:pt>
    <dgm:pt modelId="{8A859B4B-3AD2-42B3-A4FE-97A88960B13C}">
      <dgm:prSet/>
      <dgm:spPr/>
      <dgm:t>
        <a:bodyPr/>
        <a:lstStyle/>
        <a:p>
          <a:r>
            <a:rPr lang="tr-TR"/>
            <a:t>Accepting command line arguments</a:t>
          </a:r>
          <a:endParaRPr lang="en-US"/>
        </a:p>
      </dgm:t>
    </dgm:pt>
    <dgm:pt modelId="{39BC6E82-FF40-4214-A829-FDFA81A9E7D0}" type="parTrans" cxnId="{C235D5BD-563D-4CD8-A2C4-945FBE5EE566}">
      <dgm:prSet/>
      <dgm:spPr/>
      <dgm:t>
        <a:bodyPr/>
        <a:lstStyle/>
        <a:p>
          <a:endParaRPr lang="en-US"/>
        </a:p>
      </dgm:t>
    </dgm:pt>
    <dgm:pt modelId="{3943A784-9D06-4211-BAFE-E81654DF5702}" type="sibTrans" cxnId="{C235D5BD-563D-4CD8-A2C4-945FBE5EE566}">
      <dgm:prSet/>
      <dgm:spPr/>
      <dgm:t>
        <a:bodyPr/>
        <a:lstStyle/>
        <a:p>
          <a:endParaRPr lang="en-US"/>
        </a:p>
      </dgm:t>
    </dgm:pt>
    <dgm:pt modelId="{59374838-1CAE-4D03-8C6F-D3ED4E24A3D3}">
      <dgm:prSet/>
      <dgm:spPr/>
      <dgm:t>
        <a:bodyPr/>
        <a:lstStyle/>
        <a:p>
          <a:r>
            <a:rPr lang="en-US"/>
            <a:t>most GUI applications will accept a single argument</a:t>
          </a:r>
          <a:r>
            <a:rPr lang="tr-TR"/>
            <a:t> </a:t>
          </a:r>
          <a:endParaRPr lang="en-US"/>
        </a:p>
      </dgm:t>
    </dgm:pt>
    <dgm:pt modelId="{B81EACE5-84CE-4532-B3F2-242F404D624C}" type="parTrans" cxnId="{D3A4545B-E793-40A8-8120-90063DA5636B}">
      <dgm:prSet/>
      <dgm:spPr/>
      <dgm:t>
        <a:bodyPr/>
        <a:lstStyle/>
        <a:p>
          <a:endParaRPr lang="en-US"/>
        </a:p>
      </dgm:t>
    </dgm:pt>
    <dgm:pt modelId="{E42DA1A4-218E-4CDF-9996-7AF51E992179}" type="sibTrans" cxnId="{D3A4545B-E793-40A8-8120-90063DA5636B}">
      <dgm:prSet/>
      <dgm:spPr/>
      <dgm:t>
        <a:bodyPr/>
        <a:lstStyle/>
        <a:p>
          <a:endParaRPr lang="en-US"/>
        </a:p>
      </dgm:t>
    </dgm:pt>
    <dgm:pt modelId="{C1526D93-F980-478A-AD9F-E146F1C32D5C}">
      <dgm:prSet/>
      <dgm:spPr/>
      <dgm:t>
        <a:bodyPr/>
        <a:lstStyle/>
        <a:p>
          <a:r>
            <a:rPr lang="en-US"/>
            <a:t>for a file that the applications </a:t>
          </a:r>
        </a:p>
      </dgm:t>
    </dgm:pt>
    <dgm:pt modelId="{0D4833FF-E46D-4510-A77E-7061119351D0}" type="parTrans" cxnId="{0AE8FFBF-4EDD-463F-8F4C-D46880AFD83B}">
      <dgm:prSet/>
      <dgm:spPr/>
      <dgm:t>
        <a:bodyPr/>
        <a:lstStyle/>
        <a:p>
          <a:endParaRPr lang="en-US"/>
        </a:p>
      </dgm:t>
    </dgm:pt>
    <dgm:pt modelId="{CADB3DAC-E49B-44A5-B77F-F5D8688009D6}" type="sibTrans" cxnId="{0AE8FFBF-4EDD-463F-8F4C-D46880AFD83B}">
      <dgm:prSet/>
      <dgm:spPr/>
      <dgm:t>
        <a:bodyPr/>
        <a:lstStyle/>
        <a:p>
          <a:endParaRPr lang="en-US"/>
        </a:p>
      </dgm:t>
    </dgm:pt>
    <dgm:pt modelId="{DB64D423-881B-4568-8FD0-98FC87CA1CBA}">
      <dgm:prSet/>
      <dgm:spPr/>
      <dgm:t>
        <a:bodyPr/>
        <a:lstStyle/>
        <a:p>
          <a:r>
            <a:rPr lang="en-US"/>
            <a:t>will immediately open when they</a:t>
          </a:r>
          <a:r>
            <a:rPr lang="tr-TR"/>
            <a:t> </a:t>
          </a:r>
          <a:r>
            <a:rPr lang="en-US"/>
            <a:t>start</a:t>
          </a:r>
        </a:p>
      </dgm:t>
    </dgm:pt>
    <dgm:pt modelId="{B2169AF1-A0AC-4C40-9E1D-39A14612C929}" type="parTrans" cxnId="{0E6A5C0C-B63F-4BD2-9AC9-2E5F9CEDD7F1}">
      <dgm:prSet/>
      <dgm:spPr/>
      <dgm:t>
        <a:bodyPr/>
        <a:lstStyle/>
        <a:p>
          <a:endParaRPr lang="en-US"/>
        </a:p>
      </dgm:t>
    </dgm:pt>
    <dgm:pt modelId="{8BC002D8-032C-4F45-BDF1-25A5E0CEB3E2}" type="sibTrans" cxnId="{0E6A5C0C-B63F-4BD2-9AC9-2E5F9CEDD7F1}">
      <dgm:prSet/>
      <dgm:spPr/>
      <dgm:t>
        <a:bodyPr/>
        <a:lstStyle/>
        <a:p>
          <a:endParaRPr lang="en-US"/>
        </a:p>
      </dgm:t>
    </dgm:pt>
    <dgm:pt modelId="{91D929B8-12BE-40D6-BD10-4719F5E4CD0F}" type="pres">
      <dgm:prSet presAssocID="{2DA4336E-0AEF-497E-9322-BA43E2181353}" presName="Name0" presStyleCnt="0">
        <dgm:presLayoutVars>
          <dgm:dir/>
          <dgm:animLvl val="lvl"/>
          <dgm:resizeHandles val="exact"/>
        </dgm:presLayoutVars>
      </dgm:prSet>
      <dgm:spPr/>
    </dgm:pt>
    <dgm:pt modelId="{B93CFCAC-1BD7-4241-88A5-68E60706BA9C}" type="pres">
      <dgm:prSet presAssocID="{B54A9206-C51D-4F03-A504-BF57D18A48A0}" presName="composite" presStyleCnt="0"/>
      <dgm:spPr/>
    </dgm:pt>
    <dgm:pt modelId="{D782B858-694B-4221-995B-EADAEFBC0BA1}" type="pres">
      <dgm:prSet presAssocID="{B54A9206-C51D-4F03-A504-BF57D18A48A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10E4DFF-7DC5-47B7-852E-DA615931FBB7}" type="pres">
      <dgm:prSet presAssocID="{B54A9206-C51D-4F03-A504-BF57D18A48A0}" presName="desTx" presStyleLbl="alignAccFollowNode1" presStyleIdx="0" presStyleCnt="2">
        <dgm:presLayoutVars>
          <dgm:bulletEnabled val="1"/>
        </dgm:presLayoutVars>
      </dgm:prSet>
      <dgm:spPr/>
    </dgm:pt>
    <dgm:pt modelId="{47AEAF75-EE0C-4814-853E-22C8460C24F7}" type="pres">
      <dgm:prSet presAssocID="{35EFAD3F-7A5C-487B-9DE2-BEDB437FCB75}" presName="space" presStyleCnt="0"/>
      <dgm:spPr/>
    </dgm:pt>
    <dgm:pt modelId="{16BC304A-6F91-47B5-8A78-2680F72C00B0}" type="pres">
      <dgm:prSet presAssocID="{8A859B4B-3AD2-42B3-A4FE-97A88960B13C}" presName="composite" presStyleCnt="0"/>
      <dgm:spPr/>
    </dgm:pt>
    <dgm:pt modelId="{50172DF7-1786-41BD-BBAB-E14ED8A622CA}" type="pres">
      <dgm:prSet presAssocID="{8A859B4B-3AD2-42B3-A4FE-97A88960B13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5E04ADF-A6A3-4232-BB44-AE61C8D3467F}" type="pres">
      <dgm:prSet presAssocID="{8A859B4B-3AD2-42B3-A4FE-97A88960B13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1BC8F06-1312-40C5-8177-58FB6DC2EC42}" srcId="{2DA4336E-0AEF-497E-9322-BA43E2181353}" destId="{B54A9206-C51D-4F03-A504-BF57D18A48A0}" srcOrd="0" destOrd="0" parTransId="{47FA3A7A-4F90-4DF6-A5F8-28B443E4E319}" sibTransId="{35EFAD3F-7A5C-487B-9DE2-BEDB437FCB75}"/>
    <dgm:cxn modelId="{0E6A5C0C-B63F-4BD2-9AC9-2E5F9CEDD7F1}" srcId="{8A859B4B-3AD2-42B3-A4FE-97A88960B13C}" destId="{DB64D423-881B-4568-8FD0-98FC87CA1CBA}" srcOrd="2" destOrd="0" parTransId="{B2169AF1-A0AC-4C40-9E1D-39A14612C929}" sibTransId="{8BC002D8-032C-4F45-BDF1-25A5E0CEB3E2}"/>
    <dgm:cxn modelId="{A0090D38-D304-4941-AA86-9D61E644BC7E}" type="presOf" srcId="{A3A8E6F1-4D38-478A-9761-18E290C1E814}" destId="{110E4DFF-7DC5-47B7-852E-DA615931FBB7}" srcOrd="0" destOrd="1" presId="urn:microsoft.com/office/officeart/2005/8/layout/hList1"/>
    <dgm:cxn modelId="{D3A4545B-E793-40A8-8120-90063DA5636B}" srcId="{8A859B4B-3AD2-42B3-A4FE-97A88960B13C}" destId="{59374838-1CAE-4D03-8C6F-D3ED4E24A3D3}" srcOrd="0" destOrd="0" parTransId="{B81EACE5-84CE-4532-B3F2-242F404D624C}" sibTransId="{E42DA1A4-218E-4CDF-9996-7AF51E992179}"/>
    <dgm:cxn modelId="{2314A553-5108-4C5F-9F55-7D299557677C}" type="presOf" srcId="{C1526D93-F980-478A-AD9F-E146F1C32D5C}" destId="{85E04ADF-A6A3-4232-BB44-AE61C8D3467F}" srcOrd="0" destOrd="1" presId="urn:microsoft.com/office/officeart/2005/8/layout/hList1"/>
    <dgm:cxn modelId="{45F7969F-E554-4C73-AFB1-8E4DBFAA6A67}" type="presOf" srcId="{2DA4336E-0AEF-497E-9322-BA43E2181353}" destId="{91D929B8-12BE-40D6-BD10-4719F5E4CD0F}" srcOrd="0" destOrd="0" presId="urn:microsoft.com/office/officeart/2005/8/layout/hList1"/>
    <dgm:cxn modelId="{3F9745A0-DBFB-474B-87FA-44AD3A357073}" srcId="{B54A9206-C51D-4F03-A504-BF57D18A48A0}" destId="{A3A8E6F1-4D38-478A-9761-18E290C1E814}" srcOrd="1" destOrd="0" parTransId="{0C9C6628-973E-4A3C-A04D-AAF181B0C5E7}" sibTransId="{F88AA4CA-4F44-4E90-A7A0-F47703A86469}"/>
    <dgm:cxn modelId="{C235D5BD-563D-4CD8-A2C4-945FBE5EE566}" srcId="{2DA4336E-0AEF-497E-9322-BA43E2181353}" destId="{8A859B4B-3AD2-42B3-A4FE-97A88960B13C}" srcOrd="1" destOrd="0" parTransId="{39BC6E82-FF40-4214-A829-FDFA81A9E7D0}" sibTransId="{3943A784-9D06-4211-BAFE-E81654DF5702}"/>
    <dgm:cxn modelId="{0AE8FFBF-4EDD-463F-8F4C-D46880AFD83B}" srcId="{8A859B4B-3AD2-42B3-A4FE-97A88960B13C}" destId="{C1526D93-F980-478A-AD9F-E146F1C32D5C}" srcOrd="1" destOrd="0" parTransId="{0D4833FF-E46D-4510-A77E-7061119351D0}" sibTransId="{CADB3DAC-E49B-44A5-B77F-F5D8688009D6}"/>
    <dgm:cxn modelId="{0F8B97CD-CF93-4CAB-94E6-81B03727A6F7}" srcId="{B54A9206-C51D-4F03-A504-BF57D18A48A0}" destId="{B6DBCCD4-8330-44C8-8D9F-5D8F3344C12A}" srcOrd="0" destOrd="0" parTransId="{C629CF89-F11A-4393-A92B-B3E08291B0C2}" sibTransId="{FC3C493A-6214-4041-B531-5FD0AD8036C7}"/>
    <dgm:cxn modelId="{AA293AD6-0875-44F4-AE5F-E3FA4813A890}" type="presOf" srcId="{59374838-1CAE-4D03-8C6F-D3ED4E24A3D3}" destId="{85E04ADF-A6A3-4232-BB44-AE61C8D3467F}" srcOrd="0" destOrd="0" presId="urn:microsoft.com/office/officeart/2005/8/layout/hList1"/>
    <dgm:cxn modelId="{46B98FE5-D94F-4362-8901-922B68821289}" type="presOf" srcId="{8A859B4B-3AD2-42B3-A4FE-97A88960B13C}" destId="{50172DF7-1786-41BD-BBAB-E14ED8A622CA}" srcOrd="0" destOrd="0" presId="urn:microsoft.com/office/officeart/2005/8/layout/hList1"/>
    <dgm:cxn modelId="{9D6118E7-5EC2-4648-B29B-7688F86957A1}" type="presOf" srcId="{B54A9206-C51D-4F03-A504-BF57D18A48A0}" destId="{D782B858-694B-4221-995B-EADAEFBC0BA1}" srcOrd="0" destOrd="0" presId="urn:microsoft.com/office/officeart/2005/8/layout/hList1"/>
    <dgm:cxn modelId="{B0E731F4-0FDD-4A5B-8167-7C664EF43876}" type="presOf" srcId="{B6DBCCD4-8330-44C8-8D9F-5D8F3344C12A}" destId="{110E4DFF-7DC5-47B7-852E-DA615931FBB7}" srcOrd="0" destOrd="0" presId="urn:microsoft.com/office/officeart/2005/8/layout/hList1"/>
    <dgm:cxn modelId="{74DC09F9-3538-468A-88AB-E4BFAEA81EAC}" type="presOf" srcId="{DB64D423-881B-4568-8FD0-98FC87CA1CBA}" destId="{85E04ADF-A6A3-4232-BB44-AE61C8D3467F}" srcOrd="0" destOrd="2" presId="urn:microsoft.com/office/officeart/2005/8/layout/hList1"/>
    <dgm:cxn modelId="{EEDC3D50-EDD7-4C3C-806E-D524E0516B6D}" type="presParOf" srcId="{91D929B8-12BE-40D6-BD10-4719F5E4CD0F}" destId="{B93CFCAC-1BD7-4241-88A5-68E60706BA9C}" srcOrd="0" destOrd="0" presId="urn:microsoft.com/office/officeart/2005/8/layout/hList1"/>
    <dgm:cxn modelId="{136C1C37-0425-4038-8B6C-B4FF2524ED7F}" type="presParOf" srcId="{B93CFCAC-1BD7-4241-88A5-68E60706BA9C}" destId="{D782B858-694B-4221-995B-EADAEFBC0BA1}" srcOrd="0" destOrd="0" presId="urn:microsoft.com/office/officeart/2005/8/layout/hList1"/>
    <dgm:cxn modelId="{4926873A-8036-4FA1-90AD-9E97430B6535}" type="presParOf" srcId="{B93CFCAC-1BD7-4241-88A5-68E60706BA9C}" destId="{110E4DFF-7DC5-47B7-852E-DA615931FBB7}" srcOrd="1" destOrd="0" presId="urn:microsoft.com/office/officeart/2005/8/layout/hList1"/>
    <dgm:cxn modelId="{56F0AD37-0B50-4D84-AD83-1F89A3B19CD4}" type="presParOf" srcId="{91D929B8-12BE-40D6-BD10-4719F5E4CD0F}" destId="{47AEAF75-EE0C-4814-853E-22C8460C24F7}" srcOrd="1" destOrd="0" presId="urn:microsoft.com/office/officeart/2005/8/layout/hList1"/>
    <dgm:cxn modelId="{71C09240-EF50-43B7-A408-FF8CD3591A5C}" type="presParOf" srcId="{91D929B8-12BE-40D6-BD10-4719F5E4CD0F}" destId="{16BC304A-6F91-47B5-8A78-2680F72C00B0}" srcOrd="2" destOrd="0" presId="urn:microsoft.com/office/officeart/2005/8/layout/hList1"/>
    <dgm:cxn modelId="{27D35CC7-B679-499D-B1C2-2B6C21463C35}" type="presParOf" srcId="{16BC304A-6F91-47B5-8A78-2680F72C00B0}" destId="{50172DF7-1786-41BD-BBAB-E14ED8A622CA}" srcOrd="0" destOrd="0" presId="urn:microsoft.com/office/officeart/2005/8/layout/hList1"/>
    <dgm:cxn modelId="{0BA7AFE9-1F94-41BE-9FB3-DAEA021D8DEC}" type="presParOf" srcId="{16BC304A-6F91-47B5-8A78-2680F72C00B0}" destId="{85E04ADF-A6A3-4232-BB44-AE61C8D3467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350AC91B-71C8-4520-B99E-DD3B1E8DA5F8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B356AA8-2B1C-4BCF-833A-3B0ABE596528}">
      <dgm:prSet/>
      <dgm:spPr/>
      <dgm:t>
        <a:bodyPr/>
        <a:lstStyle/>
        <a:p>
          <a:r>
            <a:rPr lang="tr-TR" dirty="0"/>
            <a:t>OS </a:t>
          </a:r>
          <a:r>
            <a:rPr lang="tr-TR" dirty="0" err="1"/>
            <a:t>monitoring</a:t>
          </a:r>
          <a:endParaRPr lang="en-US" dirty="0"/>
        </a:p>
      </dgm:t>
    </dgm:pt>
    <dgm:pt modelId="{94B8B29C-4201-4D17-A4BA-6886C21A7378}" type="parTrans" cxnId="{44D485DB-DF5C-450B-AA01-8AFEFB2725AF}">
      <dgm:prSet/>
      <dgm:spPr/>
      <dgm:t>
        <a:bodyPr/>
        <a:lstStyle/>
        <a:p>
          <a:endParaRPr lang="en-US"/>
        </a:p>
      </dgm:t>
    </dgm:pt>
    <dgm:pt modelId="{25D51F6C-C5BE-4064-9FBC-4FC0E13E5FEF}" type="sibTrans" cxnId="{44D485DB-DF5C-450B-AA01-8AFEFB2725AF}">
      <dgm:prSet/>
      <dgm:spPr/>
      <dgm:t>
        <a:bodyPr/>
        <a:lstStyle/>
        <a:p>
          <a:endParaRPr lang="en-US"/>
        </a:p>
      </dgm:t>
    </dgm:pt>
    <dgm:pt modelId="{DE44D382-D579-4636-BF8A-A9C7C1BA4241}">
      <dgm:prSet/>
      <dgm:spPr/>
      <dgm:t>
        <a:bodyPr/>
        <a:lstStyle/>
        <a:p>
          <a:r>
            <a:rPr lang="en-US" b="1" dirty="0"/>
            <a:t>Task Scheduler</a:t>
          </a:r>
          <a:r>
            <a:rPr lang="en-US" dirty="0"/>
            <a:t> on Windows</a:t>
          </a:r>
        </a:p>
      </dgm:t>
    </dgm:pt>
    <dgm:pt modelId="{51195353-923B-42EB-9B87-CDA96131DBB6}" type="parTrans" cxnId="{259BD942-3E9D-4818-AD40-0BDAF6560D1A}">
      <dgm:prSet/>
      <dgm:spPr/>
      <dgm:t>
        <a:bodyPr/>
        <a:lstStyle/>
        <a:p>
          <a:endParaRPr lang="en-US"/>
        </a:p>
      </dgm:t>
    </dgm:pt>
    <dgm:pt modelId="{4685CCD0-D0CE-4FC9-AB80-B5DD0AE8C985}" type="sibTrans" cxnId="{259BD942-3E9D-4818-AD40-0BDAF6560D1A}">
      <dgm:prSet/>
      <dgm:spPr/>
      <dgm:t>
        <a:bodyPr/>
        <a:lstStyle/>
        <a:p>
          <a:endParaRPr lang="en-US"/>
        </a:p>
      </dgm:t>
    </dgm:pt>
    <dgm:pt modelId="{55F087A6-AE10-4D5B-8B0C-2F37A1860EEA}">
      <dgm:prSet/>
      <dgm:spPr/>
      <dgm:t>
        <a:bodyPr/>
        <a:lstStyle/>
        <a:p>
          <a:r>
            <a:rPr lang="en-US" b="1" dirty="0"/>
            <a:t>launch</a:t>
          </a:r>
          <a:r>
            <a:rPr lang="tr-TR" b="1" dirty="0"/>
            <a:t>e</a:t>
          </a:r>
          <a:r>
            <a:rPr lang="en-US" b="1" dirty="0"/>
            <a:t>d </a:t>
          </a:r>
          <a:r>
            <a:rPr lang="en-US" dirty="0"/>
            <a:t>on OS X</a:t>
          </a:r>
        </a:p>
      </dgm:t>
    </dgm:pt>
    <dgm:pt modelId="{D47AF257-9866-4A9B-987C-147EE3D3C569}" type="parTrans" cxnId="{DA774E83-745F-47D1-844A-9CCAB59CF9FB}">
      <dgm:prSet/>
      <dgm:spPr/>
      <dgm:t>
        <a:bodyPr/>
        <a:lstStyle/>
        <a:p>
          <a:endParaRPr lang="en-US"/>
        </a:p>
      </dgm:t>
    </dgm:pt>
    <dgm:pt modelId="{4CE24DAF-2576-4A8C-9177-766E9DD4DCFD}" type="sibTrans" cxnId="{DA774E83-745F-47D1-844A-9CCAB59CF9FB}">
      <dgm:prSet/>
      <dgm:spPr/>
      <dgm:t>
        <a:bodyPr/>
        <a:lstStyle/>
        <a:p>
          <a:endParaRPr lang="en-US"/>
        </a:p>
      </dgm:t>
    </dgm:pt>
    <dgm:pt modelId="{34B8BFCA-4302-486A-802E-5215639C58AB}">
      <dgm:prSet/>
      <dgm:spPr/>
      <dgm:t>
        <a:bodyPr/>
        <a:lstStyle/>
        <a:p>
          <a:r>
            <a:rPr lang="en-US" dirty="0"/>
            <a:t>the </a:t>
          </a:r>
          <a:r>
            <a:rPr lang="en-US" b="1" dirty="0" err="1"/>
            <a:t>cron</a:t>
          </a:r>
          <a:r>
            <a:rPr lang="en-US" dirty="0"/>
            <a:t> scheduler on Linux</a:t>
          </a:r>
        </a:p>
      </dgm:t>
    </dgm:pt>
    <dgm:pt modelId="{BAD94B1D-D217-4278-8AAC-F85EC9DF84EB}" type="parTrans" cxnId="{A6DA2E1A-8D7C-492F-BF5F-7616A0D44C1D}">
      <dgm:prSet/>
      <dgm:spPr/>
      <dgm:t>
        <a:bodyPr/>
        <a:lstStyle/>
        <a:p>
          <a:endParaRPr lang="en-US"/>
        </a:p>
      </dgm:t>
    </dgm:pt>
    <dgm:pt modelId="{66E0C52B-D9AC-4339-8A74-FD64DE734A00}" type="sibTrans" cxnId="{A6DA2E1A-8D7C-492F-BF5F-7616A0D44C1D}">
      <dgm:prSet/>
      <dgm:spPr/>
      <dgm:t>
        <a:bodyPr/>
        <a:lstStyle/>
        <a:p>
          <a:endParaRPr lang="en-US"/>
        </a:p>
      </dgm:t>
    </dgm:pt>
    <dgm:pt modelId="{55A0F417-FE1D-46A7-BDAF-8B038D36612D}">
      <dgm:prSet/>
      <dgm:spPr/>
      <dgm:t>
        <a:bodyPr/>
        <a:lstStyle/>
        <a:p>
          <a:r>
            <a:rPr lang="tr-TR" dirty="0"/>
            <a:t>OS </a:t>
          </a:r>
          <a:r>
            <a:rPr lang="en-US" dirty="0"/>
            <a:t>built-in scheduler</a:t>
          </a:r>
        </a:p>
      </dgm:t>
    </dgm:pt>
    <dgm:pt modelId="{41A032E5-FB5E-4B31-A67C-0FEA3E269686}" type="parTrans" cxnId="{A70FFEC1-E89A-4D02-9CB7-E0B7EE4EF93D}">
      <dgm:prSet/>
      <dgm:spPr/>
      <dgm:t>
        <a:bodyPr/>
        <a:lstStyle/>
        <a:p>
          <a:endParaRPr lang="en-US"/>
        </a:p>
      </dgm:t>
    </dgm:pt>
    <dgm:pt modelId="{821D497C-C2F6-435F-BBEC-C40EAD1B2631}" type="sibTrans" cxnId="{A70FFEC1-E89A-4D02-9CB7-E0B7EE4EF93D}">
      <dgm:prSet/>
      <dgm:spPr/>
      <dgm:t>
        <a:bodyPr/>
        <a:lstStyle/>
        <a:p>
          <a:endParaRPr lang="en-US"/>
        </a:p>
      </dgm:t>
    </dgm:pt>
    <dgm:pt modelId="{299DE9F1-2BEB-48F7-B102-4B47A16EB478}">
      <dgm:prSet/>
      <dgm:spPr/>
      <dgm:t>
        <a:bodyPr/>
        <a:lstStyle/>
        <a:p>
          <a:r>
            <a:rPr lang="en-US"/>
            <a:t>saves from writing</a:t>
          </a:r>
          <a:r>
            <a:rPr lang="tr-TR"/>
            <a:t> </a:t>
          </a:r>
          <a:r>
            <a:rPr lang="en-US"/>
            <a:t>own clock-checking code</a:t>
          </a:r>
        </a:p>
      </dgm:t>
    </dgm:pt>
    <dgm:pt modelId="{008BB8F1-5EE4-4DA6-A767-EE1871AFFCC1}" type="parTrans" cxnId="{FCD63F11-F6FB-4C9A-A1D5-407201BDA107}">
      <dgm:prSet/>
      <dgm:spPr/>
      <dgm:t>
        <a:bodyPr/>
        <a:lstStyle/>
        <a:p>
          <a:endParaRPr lang="en-US"/>
        </a:p>
      </dgm:t>
    </dgm:pt>
    <dgm:pt modelId="{652C2AC8-412F-496A-9C53-FFF9DB78DBFF}" type="sibTrans" cxnId="{FCD63F11-F6FB-4C9A-A1D5-407201BDA107}">
      <dgm:prSet/>
      <dgm:spPr/>
      <dgm:t>
        <a:bodyPr/>
        <a:lstStyle/>
        <a:p>
          <a:endParaRPr lang="en-US"/>
        </a:p>
      </dgm:t>
    </dgm:pt>
    <dgm:pt modelId="{CC71B480-0FB4-4218-9854-D3B5D325BC5C}">
      <dgm:prSet/>
      <dgm:spPr/>
      <dgm:t>
        <a:bodyPr/>
        <a:lstStyle/>
        <a:p>
          <a:r>
            <a:rPr lang="en-US"/>
            <a:t>to schedule your programs.</a:t>
          </a:r>
        </a:p>
      </dgm:t>
    </dgm:pt>
    <dgm:pt modelId="{544930B2-6859-4459-8801-DC437813C823}" type="parTrans" cxnId="{CB34007B-CE76-4F3D-94CB-61EC93E388D6}">
      <dgm:prSet/>
      <dgm:spPr/>
      <dgm:t>
        <a:bodyPr/>
        <a:lstStyle/>
        <a:p>
          <a:endParaRPr lang="en-US"/>
        </a:p>
      </dgm:t>
    </dgm:pt>
    <dgm:pt modelId="{FEF6F191-6010-46EB-BC70-EA5EB3A06FE6}" type="sibTrans" cxnId="{CB34007B-CE76-4F3D-94CB-61EC93E388D6}">
      <dgm:prSet/>
      <dgm:spPr/>
      <dgm:t>
        <a:bodyPr/>
        <a:lstStyle/>
        <a:p>
          <a:endParaRPr lang="en-US"/>
        </a:p>
      </dgm:t>
    </dgm:pt>
    <dgm:pt modelId="{EE961F2F-CD81-4A1F-BDCD-8D6F8E49C374}">
      <dgm:prSet/>
      <dgm:spPr/>
      <dgm:t>
        <a:bodyPr/>
        <a:lstStyle/>
        <a:p>
          <a:r>
            <a:rPr lang="tr-TR" dirty="0" err="1"/>
            <a:t>Pausing</a:t>
          </a:r>
          <a:endParaRPr lang="en-US" dirty="0"/>
        </a:p>
      </dgm:t>
    </dgm:pt>
    <dgm:pt modelId="{C90D4833-CC89-4F5F-B487-6C5141295CF9}" type="parTrans" cxnId="{8D8C9BE9-ABF8-4AC9-8387-AF8222992A0F}">
      <dgm:prSet/>
      <dgm:spPr/>
      <dgm:t>
        <a:bodyPr/>
        <a:lstStyle/>
        <a:p>
          <a:endParaRPr lang="en-US"/>
        </a:p>
      </dgm:t>
    </dgm:pt>
    <dgm:pt modelId="{80ADAA53-DB6C-457D-A852-39233667CEC6}" type="sibTrans" cxnId="{8D8C9BE9-ABF8-4AC9-8387-AF8222992A0F}">
      <dgm:prSet/>
      <dgm:spPr/>
      <dgm:t>
        <a:bodyPr/>
        <a:lstStyle/>
        <a:p>
          <a:endParaRPr lang="en-US"/>
        </a:p>
      </dgm:t>
    </dgm:pt>
    <dgm:pt modelId="{EB4F1B7D-B6C7-400D-B223-3DC6CCDF95A8}">
      <dgm:prSet/>
      <dgm:spPr/>
      <dgm:t>
        <a:bodyPr/>
        <a:lstStyle/>
        <a:p>
          <a:r>
            <a:rPr lang="tr-TR" dirty="0" err="1"/>
            <a:t>Alternative</a:t>
          </a:r>
          <a:endParaRPr lang="en-US" dirty="0"/>
        </a:p>
      </dgm:t>
    </dgm:pt>
    <dgm:pt modelId="{F7A63112-2403-4862-88CD-71F681899B1B}" type="parTrans" cxnId="{B9173E85-1CD8-4266-9A9A-B85407B9573D}">
      <dgm:prSet/>
      <dgm:spPr/>
      <dgm:t>
        <a:bodyPr/>
        <a:lstStyle/>
        <a:p>
          <a:endParaRPr lang="en-US"/>
        </a:p>
      </dgm:t>
    </dgm:pt>
    <dgm:pt modelId="{C56CD548-A524-4FBB-8B51-F988A23DA1CF}" type="sibTrans" cxnId="{B9173E85-1CD8-4266-9A9A-B85407B9573D}">
      <dgm:prSet/>
      <dgm:spPr/>
      <dgm:t>
        <a:bodyPr/>
        <a:lstStyle/>
        <a:p>
          <a:endParaRPr lang="en-US"/>
        </a:p>
      </dgm:t>
    </dgm:pt>
    <dgm:pt modelId="{91CBD5A0-7E9B-4CF8-A7F7-0A78D396818E}">
      <dgm:prSet/>
      <dgm:spPr/>
      <dgm:t>
        <a:bodyPr/>
        <a:lstStyle/>
        <a:p>
          <a:r>
            <a:rPr lang="en-US" dirty="0"/>
            <a:t>code can loop until</a:t>
          </a:r>
          <a:r>
            <a:rPr lang="tr-TR" dirty="0"/>
            <a:t> </a:t>
          </a:r>
          <a:r>
            <a:rPr lang="en-US" dirty="0"/>
            <a:t>a certain date and time</a:t>
          </a:r>
        </a:p>
      </dgm:t>
    </dgm:pt>
    <dgm:pt modelId="{92A096AA-FA13-4A1E-976F-C589112E0140}" type="parTrans" cxnId="{809E6F22-13FF-4E4A-AAA5-0A6E98278E94}">
      <dgm:prSet/>
      <dgm:spPr/>
      <dgm:t>
        <a:bodyPr/>
        <a:lstStyle/>
        <a:p>
          <a:endParaRPr lang="en-US"/>
        </a:p>
      </dgm:t>
    </dgm:pt>
    <dgm:pt modelId="{AFC11C40-015D-4652-83ED-6784EC69C7BF}" type="sibTrans" cxnId="{809E6F22-13FF-4E4A-AAA5-0A6E98278E94}">
      <dgm:prSet/>
      <dgm:spPr/>
      <dgm:t>
        <a:bodyPr/>
        <a:lstStyle/>
        <a:p>
          <a:endParaRPr lang="en-US"/>
        </a:p>
      </dgm:t>
    </dgm:pt>
    <dgm:pt modelId="{249204D6-4E7E-4A92-8719-039E29B30CEC}">
      <dgm:prSet/>
      <dgm:spPr/>
      <dgm:t>
        <a:bodyPr/>
        <a:lstStyle/>
        <a:p>
          <a:r>
            <a:rPr lang="en-US" dirty="0"/>
            <a:t>calling </a:t>
          </a:r>
          <a:r>
            <a:rPr lang="en-US" i="1" dirty="0" err="1"/>
            <a:t>time.sleep</a:t>
          </a:r>
          <a:r>
            <a:rPr lang="en-US" i="1" dirty="0"/>
            <a:t>(1) </a:t>
          </a:r>
          <a:r>
            <a:rPr lang="en-US" dirty="0"/>
            <a:t>each time through the loop</a:t>
          </a:r>
        </a:p>
      </dgm:t>
    </dgm:pt>
    <dgm:pt modelId="{61E7DCD7-4B66-4425-8776-DC5192240046}" type="parTrans" cxnId="{E92160B1-DCEE-455F-85C6-4E0E8BFF8A3D}">
      <dgm:prSet/>
      <dgm:spPr/>
      <dgm:t>
        <a:bodyPr/>
        <a:lstStyle/>
        <a:p>
          <a:endParaRPr lang="en-US"/>
        </a:p>
      </dgm:t>
    </dgm:pt>
    <dgm:pt modelId="{A8E73F38-35E1-42F7-8EC3-70B987185A4A}" type="sibTrans" cxnId="{E92160B1-DCEE-455F-85C6-4E0E8BFF8A3D}">
      <dgm:prSet/>
      <dgm:spPr/>
      <dgm:t>
        <a:bodyPr/>
        <a:lstStyle/>
        <a:p>
          <a:endParaRPr lang="en-US"/>
        </a:p>
      </dgm:t>
    </dgm:pt>
    <dgm:pt modelId="{54F705DD-83CE-4489-9E8B-6AA7BD356203}">
      <dgm:prSet/>
      <dgm:spPr/>
      <dgm:t>
        <a:bodyPr/>
        <a:lstStyle/>
        <a:p>
          <a:r>
            <a:rPr lang="en-US" dirty="0"/>
            <a:t>use</a:t>
          </a:r>
          <a:r>
            <a:rPr lang="tr-TR" dirty="0"/>
            <a:t> </a:t>
          </a:r>
          <a:r>
            <a:rPr lang="en-US" dirty="0"/>
            <a:t>the </a:t>
          </a:r>
          <a:r>
            <a:rPr lang="en-US" i="1" dirty="0" err="1"/>
            <a:t>time.sleep</a:t>
          </a:r>
          <a:r>
            <a:rPr lang="en-US" i="1" dirty="0"/>
            <a:t>()</a:t>
          </a:r>
          <a:r>
            <a:rPr lang="en-US" dirty="0"/>
            <a:t> function</a:t>
          </a:r>
          <a:r>
            <a:rPr lang="tr-TR" dirty="0"/>
            <a:t> </a:t>
          </a:r>
          <a:r>
            <a:rPr lang="tr-TR" dirty="0" err="1"/>
            <a:t>to</a:t>
          </a:r>
          <a:r>
            <a:rPr lang="tr-TR" dirty="0"/>
            <a:t> </a:t>
          </a:r>
          <a:r>
            <a:rPr lang="tr-TR" dirty="0" err="1"/>
            <a:t>pause</a:t>
          </a:r>
          <a:r>
            <a:rPr lang="en-US" dirty="0"/>
            <a:t> program briefly</a:t>
          </a:r>
        </a:p>
      </dgm:t>
    </dgm:pt>
    <dgm:pt modelId="{DA1A396A-3C0F-4C4B-8732-3E29EC54F61F}" type="parTrans" cxnId="{0EA4BC25-5E21-4909-8027-2A077092C7EC}">
      <dgm:prSet/>
      <dgm:spPr/>
      <dgm:t>
        <a:bodyPr/>
        <a:lstStyle/>
        <a:p>
          <a:endParaRPr lang="en-US"/>
        </a:p>
      </dgm:t>
    </dgm:pt>
    <dgm:pt modelId="{482A152D-D808-4C38-8283-3259318E7E7E}" type="sibTrans" cxnId="{0EA4BC25-5E21-4909-8027-2A077092C7EC}">
      <dgm:prSet/>
      <dgm:spPr/>
      <dgm:t>
        <a:bodyPr/>
        <a:lstStyle/>
        <a:p>
          <a:endParaRPr lang="en-US"/>
        </a:p>
      </dgm:t>
    </dgm:pt>
    <dgm:pt modelId="{F9409708-4097-47F4-974A-BE76ED1D2CBB}">
      <dgm:prSet/>
      <dgm:spPr/>
      <dgm:t>
        <a:bodyPr/>
        <a:lstStyle/>
        <a:p>
          <a:r>
            <a:rPr lang="en-US"/>
            <a:t>the </a:t>
          </a:r>
          <a:r>
            <a:rPr lang="en-US" dirty="0"/>
            <a:t>operating system’s scheduler</a:t>
          </a:r>
        </a:p>
      </dgm:t>
    </dgm:pt>
    <dgm:pt modelId="{66E1862D-8F5D-420C-A1CF-D63DE05257A4}" type="parTrans" cxnId="{66418826-AAE8-49ED-9F37-0D5A5AF8261E}">
      <dgm:prSet/>
      <dgm:spPr/>
      <dgm:t>
        <a:bodyPr/>
        <a:lstStyle/>
        <a:p>
          <a:endParaRPr lang="en-US"/>
        </a:p>
      </dgm:t>
    </dgm:pt>
    <dgm:pt modelId="{C2984D61-D293-4F0E-BD66-45D15B8108A5}" type="sibTrans" cxnId="{66418826-AAE8-49ED-9F37-0D5A5AF8261E}">
      <dgm:prSet/>
      <dgm:spPr/>
      <dgm:t>
        <a:bodyPr/>
        <a:lstStyle/>
        <a:p>
          <a:endParaRPr lang="en-US"/>
        </a:p>
      </dgm:t>
    </dgm:pt>
    <dgm:pt modelId="{DA8E07F2-4A07-4986-9D63-9FA39EBE6BA3}" type="pres">
      <dgm:prSet presAssocID="{350AC91B-71C8-4520-B99E-DD3B1E8DA5F8}" presName="Name0" presStyleCnt="0">
        <dgm:presLayoutVars>
          <dgm:dir/>
          <dgm:animLvl val="lvl"/>
          <dgm:resizeHandles val="exact"/>
        </dgm:presLayoutVars>
      </dgm:prSet>
      <dgm:spPr/>
    </dgm:pt>
    <dgm:pt modelId="{44EEA269-B630-4471-816C-81EF4988B402}" type="pres">
      <dgm:prSet presAssocID="{9B356AA8-2B1C-4BCF-833A-3B0ABE596528}" presName="composite" presStyleCnt="0"/>
      <dgm:spPr/>
    </dgm:pt>
    <dgm:pt modelId="{A785157B-6A9D-41C1-B0C9-FE57C81886BD}" type="pres">
      <dgm:prSet presAssocID="{9B356AA8-2B1C-4BCF-833A-3B0ABE596528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C335D0D6-32C5-4DCE-8091-DE13ADDBD6D3}" type="pres">
      <dgm:prSet presAssocID="{9B356AA8-2B1C-4BCF-833A-3B0ABE596528}" presName="desTx" presStyleLbl="alignAccFollowNode1" presStyleIdx="0" presStyleCnt="4">
        <dgm:presLayoutVars>
          <dgm:bulletEnabled val="1"/>
        </dgm:presLayoutVars>
      </dgm:prSet>
      <dgm:spPr/>
    </dgm:pt>
    <dgm:pt modelId="{A2919A13-E988-46E7-BDF6-12DE33B4F5ED}" type="pres">
      <dgm:prSet presAssocID="{25D51F6C-C5BE-4064-9FBC-4FC0E13E5FEF}" presName="space" presStyleCnt="0"/>
      <dgm:spPr/>
    </dgm:pt>
    <dgm:pt modelId="{B7DAA057-8ABA-4D18-A24B-EC5295725846}" type="pres">
      <dgm:prSet presAssocID="{55A0F417-FE1D-46A7-BDAF-8B038D36612D}" presName="composite" presStyleCnt="0"/>
      <dgm:spPr/>
    </dgm:pt>
    <dgm:pt modelId="{76D4233E-93A6-40FB-9F9B-19C942E1FD36}" type="pres">
      <dgm:prSet presAssocID="{55A0F417-FE1D-46A7-BDAF-8B038D36612D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B2F1901-F67E-467E-99A0-EFA2309789F4}" type="pres">
      <dgm:prSet presAssocID="{55A0F417-FE1D-46A7-BDAF-8B038D36612D}" presName="desTx" presStyleLbl="alignAccFollowNode1" presStyleIdx="1" presStyleCnt="4">
        <dgm:presLayoutVars>
          <dgm:bulletEnabled val="1"/>
        </dgm:presLayoutVars>
      </dgm:prSet>
      <dgm:spPr/>
    </dgm:pt>
    <dgm:pt modelId="{2A5C3CD5-20CB-4752-BBAC-9A086298FEDB}" type="pres">
      <dgm:prSet presAssocID="{821D497C-C2F6-435F-BBEC-C40EAD1B2631}" presName="space" presStyleCnt="0"/>
      <dgm:spPr/>
    </dgm:pt>
    <dgm:pt modelId="{9EF55D09-4769-417B-ABED-5720D66F61BE}" type="pres">
      <dgm:prSet presAssocID="{EE961F2F-CD81-4A1F-BDCD-8D6F8E49C374}" presName="composite" presStyleCnt="0"/>
      <dgm:spPr/>
    </dgm:pt>
    <dgm:pt modelId="{D9258918-F957-400A-AE36-9F483B17FF1F}" type="pres">
      <dgm:prSet presAssocID="{EE961F2F-CD81-4A1F-BDCD-8D6F8E49C374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B94F90FA-9880-4B99-98C0-AEC600F2D807}" type="pres">
      <dgm:prSet presAssocID="{EE961F2F-CD81-4A1F-BDCD-8D6F8E49C374}" presName="desTx" presStyleLbl="alignAccFollowNode1" presStyleIdx="2" presStyleCnt="4">
        <dgm:presLayoutVars>
          <dgm:bulletEnabled val="1"/>
        </dgm:presLayoutVars>
      </dgm:prSet>
      <dgm:spPr/>
    </dgm:pt>
    <dgm:pt modelId="{6301CA6B-DB43-4F8E-A2AD-310E9AF02E29}" type="pres">
      <dgm:prSet presAssocID="{80ADAA53-DB6C-457D-A852-39233667CEC6}" presName="space" presStyleCnt="0"/>
      <dgm:spPr/>
    </dgm:pt>
    <dgm:pt modelId="{17201D5D-E53A-4E0E-B3E2-3B10EF4A5A0F}" type="pres">
      <dgm:prSet presAssocID="{EB4F1B7D-B6C7-400D-B223-3DC6CCDF95A8}" presName="composite" presStyleCnt="0"/>
      <dgm:spPr/>
    </dgm:pt>
    <dgm:pt modelId="{7D261DA0-235C-4939-9178-71CEBD7506D5}" type="pres">
      <dgm:prSet presAssocID="{EB4F1B7D-B6C7-400D-B223-3DC6CCDF95A8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55644397-D50F-42B2-88F7-42E90F393E3B}" type="pres">
      <dgm:prSet presAssocID="{EB4F1B7D-B6C7-400D-B223-3DC6CCDF95A8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FCD63F11-F6FB-4C9A-A1D5-407201BDA107}" srcId="{55A0F417-FE1D-46A7-BDAF-8B038D36612D}" destId="{299DE9F1-2BEB-48F7-B102-4B47A16EB478}" srcOrd="0" destOrd="0" parTransId="{008BB8F1-5EE4-4DA6-A767-EE1871AFFCC1}" sibTransId="{652C2AC8-412F-496A-9C53-FFF9DB78DBFF}"/>
    <dgm:cxn modelId="{A6DA2E1A-8D7C-492F-BF5F-7616A0D44C1D}" srcId="{9B356AA8-2B1C-4BCF-833A-3B0ABE596528}" destId="{34B8BFCA-4302-486A-802E-5215639C58AB}" srcOrd="2" destOrd="0" parTransId="{BAD94B1D-D217-4278-8AAC-F85EC9DF84EB}" sibTransId="{66E0C52B-D9AC-4339-8A74-FD64DE734A00}"/>
    <dgm:cxn modelId="{809E6F22-13FF-4E4A-AAA5-0A6E98278E94}" srcId="{EB4F1B7D-B6C7-400D-B223-3DC6CCDF95A8}" destId="{91CBD5A0-7E9B-4CF8-A7F7-0A78D396818E}" srcOrd="1" destOrd="0" parTransId="{92A096AA-FA13-4A1E-976F-C589112E0140}" sibTransId="{AFC11C40-015D-4652-83ED-6784EC69C7BF}"/>
    <dgm:cxn modelId="{0EA4BC25-5E21-4909-8027-2A077092C7EC}" srcId="{EE961F2F-CD81-4A1F-BDCD-8D6F8E49C374}" destId="{54F705DD-83CE-4489-9E8B-6AA7BD356203}" srcOrd="0" destOrd="0" parTransId="{DA1A396A-3C0F-4C4B-8732-3E29EC54F61F}" sibTransId="{482A152D-D808-4C38-8283-3259318E7E7E}"/>
    <dgm:cxn modelId="{66418826-AAE8-49ED-9F37-0D5A5AF8261E}" srcId="{EB4F1B7D-B6C7-400D-B223-3DC6CCDF95A8}" destId="{F9409708-4097-47F4-974A-BE76ED1D2CBB}" srcOrd="0" destOrd="0" parTransId="{66E1862D-8F5D-420C-A1CF-D63DE05257A4}" sibTransId="{C2984D61-D293-4F0E-BD66-45D15B8108A5}"/>
    <dgm:cxn modelId="{271DE737-4416-4373-9A78-472C93014E8F}" type="presOf" srcId="{CC71B480-0FB4-4218-9854-D3B5D325BC5C}" destId="{6B2F1901-F67E-467E-99A0-EFA2309789F4}" srcOrd="0" destOrd="1" presId="urn:microsoft.com/office/officeart/2005/8/layout/hList1"/>
    <dgm:cxn modelId="{D6AEB83A-EC8C-489B-9CD5-1F4EC345CB84}" type="presOf" srcId="{9B356AA8-2B1C-4BCF-833A-3B0ABE596528}" destId="{A785157B-6A9D-41C1-B0C9-FE57C81886BD}" srcOrd="0" destOrd="0" presId="urn:microsoft.com/office/officeart/2005/8/layout/hList1"/>
    <dgm:cxn modelId="{DD295B3D-5F73-4673-BC3C-0A2DA3F57069}" type="presOf" srcId="{54F705DD-83CE-4489-9E8B-6AA7BD356203}" destId="{B94F90FA-9880-4B99-98C0-AEC600F2D807}" srcOrd="0" destOrd="0" presId="urn:microsoft.com/office/officeart/2005/8/layout/hList1"/>
    <dgm:cxn modelId="{02756F3E-7624-495B-ABDC-0A6A298BC121}" type="presOf" srcId="{EE961F2F-CD81-4A1F-BDCD-8D6F8E49C374}" destId="{D9258918-F957-400A-AE36-9F483B17FF1F}" srcOrd="0" destOrd="0" presId="urn:microsoft.com/office/officeart/2005/8/layout/hList1"/>
    <dgm:cxn modelId="{259BD942-3E9D-4818-AD40-0BDAF6560D1A}" srcId="{9B356AA8-2B1C-4BCF-833A-3B0ABE596528}" destId="{DE44D382-D579-4636-BF8A-A9C7C1BA4241}" srcOrd="0" destOrd="0" parTransId="{51195353-923B-42EB-9B87-CDA96131DBB6}" sibTransId="{4685CCD0-D0CE-4FC9-AB80-B5DD0AE8C985}"/>
    <dgm:cxn modelId="{0E373D43-967B-400E-962B-15558CB53255}" type="presOf" srcId="{F9409708-4097-47F4-974A-BE76ED1D2CBB}" destId="{55644397-D50F-42B2-88F7-42E90F393E3B}" srcOrd="0" destOrd="0" presId="urn:microsoft.com/office/officeart/2005/8/layout/hList1"/>
    <dgm:cxn modelId="{CB34007B-CE76-4F3D-94CB-61EC93E388D6}" srcId="{55A0F417-FE1D-46A7-BDAF-8B038D36612D}" destId="{CC71B480-0FB4-4218-9854-D3B5D325BC5C}" srcOrd="1" destOrd="0" parTransId="{544930B2-6859-4459-8801-DC437813C823}" sibTransId="{FEF6F191-6010-46EB-BC70-EA5EB3A06FE6}"/>
    <dgm:cxn modelId="{F529F77C-FDB2-496B-96F7-7B8C803509A4}" type="presOf" srcId="{34B8BFCA-4302-486A-802E-5215639C58AB}" destId="{C335D0D6-32C5-4DCE-8091-DE13ADDBD6D3}" srcOrd="0" destOrd="2" presId="urn:microsoft.com/office/officeart/2005/8/layout/hList1"/>
    <dgm:cxn modelId="{DA774E83-745F-47D1-844A-9CCAB59CF9FB}" srcId="{9B356AA8-2B1C-4BCF-833A-3B0ABE596528}" destId="{55F087A6-AE10-4D5B-8B0C-2F37A1860EEA}" srcOrd="1" destOrd="0" parTransId="{D47AF257-9866-4A9B-987C-147EE3D3C569}" sibTransId="{4CE24DAF-2576-4A8C-9177-766E9DD4DCFD}"/>
    <dgm:cxn modelId="{B9173E85-1CD8-4266-9A9A-B85407B9573D}" srcId="{350AC91B-71C8-4520-B99E-DD3B1E8DA5F8}" destId="{EB4F1B7D-B6C7-400D-B223-3DC6CCDF95A8}" srcOrd="3" destOrd="0" parTransId="{F7A63112-2403-4862-88CD-71F681899B1B}" sibTransId="{C56CD548-A524-4FBB-8B51-F988A23DA1CF}"/>
    <dgm:cxn modelId="{A5293094-FD74-4D96-8866-3DB161E0C214}" type="presOf" srcId="{EB4F1B7D-B6C7-400D-B223-3DC6CCDF95A8}" destId="{7D261DA0-235C-4939-9178-71CEBD7506D5}" srcOrd="0" destOrd="0" presId="urn:microsoft.com/office/officeart/2005/8/layout/hList1"/>
    <dgm:cxn modelId="{1D3C0996-79F5-455A-A868-CF8ED7CEB2EF}" type="presOf" srcId="{55A0F417-FE1D-46A7-BDAF-8B038D36612D}" destId="{76D4233E-93A6-40FB-9F9B-19C942E1FD36}" srcOrd="0" destOrd="0" presId="urn:microsoft.com/office/officeart/2005/8/layout/hList1"/>
    <dgm:cxn modelId="{728B7BAE-C993-41BC-8340-861EBB5D5E93}" type="presOf" srcId="{350AC91B-71C8-4520-B99E-DD3B1E8DA5F8}" destId="{DA8E07F2-4A07-4986-9D63-9FA39EBE6BA3}" srcOrd="0" destOrd="0" presId="urn:microsoft.com/office/officeart/2005/8/layout/hList1"/>
    <dgm:cxn modelId="{E92160B1-DCEE-455F-85C6-4E0E8BFF8A3D}" srcId="{EB4F1B7D-B6C7-400D-B223-3DC6CCDF95A8}" destId="{249204D6-4E7E-4A92-8719-039E29B30CEC}" srcOrd="2" destOrd="0" parTransId="{61E7DCD7-4B66-4425-8776-DC5192240046}" sibTransId="{A8E73F38-35E1-42F7-8EC3-70B987185A4A}"/>
    <dgm:cxn modelId="{C8CD46B4-D393-4D5E-BFEB-D02E01DA554B}" type="presOf" srcId="{55F087A6-AE10-4D5B-8B0C-2F37A1860EEA}" destId="{C335D0D6-32C5-4DCE-8091-DE13ADDBD6D3}" srcOrd="0" destOrd="1" presId="urn:microsoft.com/office/officeart/2005/8/layout/hList1"/>
    <dgm:cxn modelId="{8DFDC8BB-A308-4979-A9D7-B2885454CFEA}" type="presOf" srcId="{249204D6-4E7E-4A92-8719-039E29B30CEC}" destId="{55644397-D50F-42B2-88F7-42E90F393E3B}" srcOrd="0" destOrd="2" presId="urn:microsoft.com/office/officeart/2005/8/layout/hList1"/>
    <dgm:cxn modelId="{A70FFEC1-E89A-4D02-9CB7-E0B7EE4EF93D}" srcId="{350AC91B-71C8-4520-B99E-DD3B1E8DA5F8}" destId="{55A0F417-FE1D-46A7-BDAF-8B038D36612D}" srcOrd="1" destOrd="0" parTransId="{41A032E5-FB5E-4B31-A67C-0FEA3E269686}" sibTransId="{821D497C-C2F6-435F-BBEC-C40EAD1B2631}"/>
    <dgm:cxn modelId="{501D21C4-9D07-4001-A5C6-435C9D2C9591}" type="presOf" srcId="{DE44D382-D579-4636-BF8A-A9C7C1BA4241}" destId="{C335D0D6-32C5-4DCE-8091-DE13ADDBD6D3}" srcOrd="0" destOrd="0" presId="urn:microsoft.com/office/officeart/2005/8/layout/hList1"/>
    <dgm:cxn modelId="{A57FB4C5-E8AE-4CA3-A5E6-DA1361C98C47}" type="presOf" srcId="{299DE9F1-2BEB-48F7-B102-4B47A16EB478}" destId="{6B2F1901-F67E-467E-99A0-EFA2309789F4}" srcOrd="0" destOrd="0" presId="urn:microsoft.com/office/officeart/2005/8/layout/hList1"/>
    <dgm:cxn modelId="{E5947FD2-F1A2-40E2-A169-8E17EC4F0543}" type="presOf" srcId="{91CBD5A0-7E9B-4CF8-A7F7-0A78D396818E}" destId="{55644397-D50F-42B2-88F7-42E90F393E3B}" srcOrd="0" destOrd="1" presId="urn:microsoft.com/office/officeart/2005/8/layout/hList1"/>
    <dgm:cxn modelId="{44D485DB-DF5C-450B-AA01-8AFEFB2725AF}" srcId="{350AC91B-71C8-4520-B99E-DD3B1E8DA5F8}" destId="{9B356AA8-2B1C-4BCF-833A-3B0ABE596528}" srcOrd="0" destOrd="0" parTransId="{94B8B29C-4201-4D17-A4BA-6886C21A7378}" sibTransId="{25D51F6C-C5BE-4064-9FBC-4FC0E13E5FEF}"/>
    <dgm:cxn modelId="{8D8C9BE9-ABF8-4AC9-8387-AF8222992A0F}" srcId="{350AC91B-71C8-4520-B99E-DD3B1E8DA5F8}" destId="{EE961F2F-CD81-4A1F-BDCD-8D6F8E49C374}" srcOrd="2" destOrd="0" parTransId="{C90D4833-CC89-4F5F-B487-6C5141295CF9}" sibTransId="{80ADAA53-DB6C-457D-A852-39233667CEC6}"/>
    <dgm:cxn modelId="{4502BAA1-7FF1-4745-A03F-5344F96BC70A}" type="presParOf" srcId="{DA8E07F2-4A07-4986-9D63-9FA39EBE6BA3}" destId="{44EEA269-B630-4471-816C-81EF4988B402}" srcOrd="0" destOrd="0" presId="urn:microsoft.com/office/officeart/2005/8/layout/hList1"/>
    <dgm:cxn modelId="{0F825933-4DEB-4E67-9050-311FC002687E}" type="presParOf" srcId="{44EEA269-B630-4471-816C-81EF4988B402}" destId="{A785157B-6A9D-41C1-B0C9-FE57C81886BD}" srcOrd="0" destOrd="0" presId="urn:microsoft.com/office/officeart/2005/8/layout/hList1"/>
    <dgm:cxn modelId="{9B9E7264-3E91-42C4-8788-A6C419223BE8}" type="presParOf" srcId="{44EEA269-B630-4471-816C-81EF4988B402}" destId="{C335D0D6-32C5-4DCE-8091-DE13ADDBD6D3}" srcOrd="1" destOrd="0" presId="urn:microsoft.com/office/officeart/2005/8/layout/hList1"/>
    <dgm:cxn modelId="{9101767E-A910-48C1-BD89-FCA3D3C7D0DB}" type="presParOf" srcId="{DA8E07F2-4A07-4986-9D63-9FA39EBE6BA3}" destId="{A2919A13-E988-46E7-BDF6-12DE33B4F5ED}" srcOrd="1" destOrd="0" presId="urn:microsoft.com/office/officeart/2005/8/layout/hList1"/>
    <dgm:cxn modelId="{D2981141-C259-46DF-903A-EB20F2497CAB}" type="presParOf" srcId="{DA8E07F2-4A07-4986-9D63-9FA39EBE6BA3}" destId="{B7DAA057-8ABA-4D18-A24B-EC5295725846}" srcOrd="2" destOrd="0" presId="urn:microsoft.com/office/officeart/2005/8/layout/hList1"/>
    <dgm:cxn modelId="{D5670877-57BF-4B76-AFE8-5F1F342F4659}" type="presParOf" srcId="{B7DAA057-8ABA-4D18-A24B-EC5295725846}" destId="{76D4233E-93A6-40FB-9F9B-19C942E1FD36}" srcOrd="0" destOrd="0" presId="urn:microsoft.com/office/officeart/2005/8/layout/hList1"/>
    <dgm:cxn modelId="{B2EA4518-076D-4009-A992-52259B77ACB2}" type="presParOf" srcId="{B7DAA057-8ABA-4D18-A24B-EC5295725846}" destId="{6B2F1901-F67E-467E-99A0-EFA2309789F4}" srcOrd="1" destOrd="0" presId="urn:microsoft.com/office/officeart/2005/8/layout/hList1"/>
    <dgm:cxn modelId="{D7779F47-5C84-4780-B916-A071B203DDD1}" type="presParOf" srcId="{DA8E07F2-4A07-4986-9D63-9FA39EBE6BA3}" destId="{2A5C3CD5-20CB-4752-BBAC-9A086298FEDB}" srcOrd="3" destOrd="0" presId="urn:microsoft.com/office/officeart/2005/8/layout/hList1"/>
    <dgm:cxn modelId="{4B98DD83-0DDD-4F94-919F-0C9539F36493}" type="presParOf" srcId="{DA8E07F2-4A07-4986-9D63-9FA39EBE6BA3}" destId="{9EF55D09-4769-417B-ABED-5720D66F61BE}" srcOrd="4" destOrd="0" presId="urn:microsoft.com/office/officeart/2005/8/layout/hList1"/>
    <dgm:cxn modelId="{692BD013-EF67-42F5-8C4E-F49FAE2D35EB}" type="presParOf" srcId="{9EF55D09-4769-417B-ABED-5720D66F61BE}" destId="{D9258918-F957-400A-AE36-9F483B17FF1F}" srcOrd="0" destOrd="0" presId="urn:microsoft.com/office/officeart/2005/8/layout/hList1"/>
    <dgm:cxn modelId="{0614B67B-3C99-4CAD-A4C1-EA43912660A6}" type="presParOf" srcId="{9EF55D09-4769-417B-ABED-5720D66F61BE}" destId="{B94F90FA-9880-4B99-98C0-AEC600F2D807}" srcOrd="1" destOrd="0" presId="urn:microsoft.com/office/officeart/2005/8/layout/hList1"/>
    <dgm:cxn modelId="{E904E35D-AB7E-488F-82C5-3C5FA15C09A9}" type="presParOf" srcId="{DA8E07F2-4A07-4986-9D63-9FA39EBE6BA3}" destId="{6301CA6B-DB43-4F8E-A2AD-310E9AF02E29}" srcOrd="5" destOrd="0" presId="urn:microsoft.com/office/officeart/2005/8/layout/hList1"/>
    <dgm:cxn modelId="{6E3057B2-A25D-4026-BC97-60CD3ACABF02}" type="presParOf" srcId="{DA8E07F2-4A07-4986-9D63-9FA39EBE6BA3}" destId="{17201D5D-E53A-4E0E-B3E2-3B10EF4A5A0F}" srcOrd="6" destOrd="0" presId="urn:microsoft.com/office/officeart/2005/8/layout/hList1"/>
    <dgm:cxn modelId="{CC06412B-DB51-4671-9F14-043CC218E773}" type="presParOf" srcId="{17201D5D-E53A-4E0E-B3E2-3B10EF4A5A0F}" destId="{7D261DA0-235C-4939-9178-71CEBD7506D5}" srcOrd="0" destOrd="0" presId="urn:microsoft.com/office/officeart/2005/8/layout/hList1"/>
    <dgm:cxn modelId="{C4D408EC-315C-4679-B6C9-52654FC3E553}" type="presParOf" srcId="{17201D5D-E53A-4E0E-B3E2-3B10EF4A5A0F}" destId="{55644397-D50F-42B2-88F7-42E90F393E3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B4A19F61-81C8-4AB2-BBC2-9C4E8C7B39A7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058F2E5C-19CA-4A76-8C2A-2779B608CF64}">
      <dgm:prSet/>
      <dgm:spPr/>
      <dgm:t>
        <a:bodyPr/>
        <a:lstStyle/>
        <a:p>
          <a:r>
            <a:rPr lang="en-US" dirty="0"/>
            <a:t>The </a:t>
          </a:r>
          <a:r>
            <a:rPr lang="en-US" i="1" dirty="0" err="1"/>
            <a:t>webbrowser.open</a:t>
          </a:r>
          <a:r>
            <a:rPr lang="en-US" i="1" dirty="0"/>
            <a:t>() </a:t>
          </a:r>
          <a:r>
            <a:rPr lang="en-US" dirty="0"/>
            <a:t>function</a:t>
          </a:r>
        </a:p>
      </dgm:t>
    </dgm:pt>
    <dgm:pt modelId="{B9AFBCBD-986E-402B-824F-B28C3D3933EA}" type="parTrans" cxnId="{DA9B17DD-8F7C-4BE8-B39A-886342342FE3}">
      <dgm:prSet/>
      <dgm:spPr/>
      <dgm:t>
        <a:bodyPr/>
        <a:lstStyle/>
        <a:p>
          <a:endParaRPr lang="en-US"/>
        </a:p>
      </dgm:t>
    </dgm:pt>
    <dgm:pt modelId="{FCFD2093-6FA6-47FE-A43F-9C9BF1617CB3}" type="sibTrans" cxnId="{DA9B17DD-8F7C-4BE8-B39A-886342342FE3}">
      <dgm:prSet/>
      <dgm:spPr/>
      <dgm:t>
        <a:bodyPr/>
        <a:lstStyle/>
        <a:p>
          <a:endParaRPr lang="en-US"/>
        </a:p>
      </dgm:t>
    </dgm:pt>
    <dgm:pt modelId="{189C5D3B-2505-490A-9B7D-23D6B1611024}">
      <dgm:prSet/>
      <dgm:spPr/>
      <dgm:t>
        <a:bodyPr/>
        <a:lstStyle/>
        <a:p>
          <a:r>
            <a:rPr lang="en-US" dirty="0"/>
            <a:t>can launch a web browser </a:t>
          </a:r>
        </a:p>
      </dgm:t>
    </dgm:pt>
    <dgm:pt modelId="{1628A6F9-6964-4DE9-B3FA-898D8317C5A7}" type="parTrans" cxnId="{00E6CA90-6A18-46B4-9AA4-72210E2A747C}">
      <dgm:prSet/>
      <dgm:spPr/>
      <dgm:t>
        <a:bodyPr/>
        <a:lstStyle/>
        <a:p>
          <a:endParaRPr lang="en-US"/>
        </a:p>
      </dgm:t>
    </dgm:pt>
    <dgm:pt modelId="{29A10D30-55F1-4A5F-99F0-9C0DCE3CA984}" type="sibTrans" cxnId="{00E6CA90-6A18-46B4-9AA4-72210E2A747C}">
      <dgm:prSet/>
      <dgm:spPr/>
      <dgm:t>
        <a:bodyPr/>
        <a:lstStyle/>
        <a:p>
          <a:endParaRPr lang="en-US"/>
        </a:p>
      </dgm:t>
    </dgm:pt>
    <dgm:pt modelId="{DE4B71F4-350F-497F-A754-A7F1C89BB55A}">
      <dgm:prSet/>
      <dgm:spPr/>
      <dgm:t>
        <a:bodyPr/>
        <a:lstStyle/>
        <a:p>
          <a:r>
            <a:rPr lang="en-US"/>
            <a:t>from your program</a:t>
          </a:r>
        </a:p>
      </dgm:t>
    </dgm:pt>
    <dgm:pt modelId="{484A0181-53D4-4687-A61D-4C630D442112}" type="parTrans" cxnId="{FAC5AB10-E508-46BF-9D02-BF9E30130F5A}">
      <dgm:prSet/>
      <dgm:spPr/>
      <dgm:t>
        <a:bodyPr/>
        <a:lstStyle/>
        <a:p>
          <a:endParaRPr lang="en-US"/>
        </a:p>
      </dgm:t>
    </dgm:pt>
    <dgm:pt modelId="{1E510480-0221-42D5-AA6A-22840775FFF8}" type="sibTrans" cxnId="{FAC5AB10-E508-46BF-9D02-BF9E30130F5A}">
      <dgm:prSet/>
      <dgm:spPr/>
      <dgm:t>
        <a:bodyPr/>
        <a:lstStyle/>
        <a:p>
          <a:endParaRPr lang="en-US"/>
        </a:p>
      </dgm:t>
    </dgm:pt>
    <dgm:pt modelId="{DD61F0E9-8F80-41D0-81C8-40061AD289CC}">
      <dgm:prSet/>
      <dgm:spPr/>
      <dgm:t>
        <a:bodyPr/>
        <a:lstStyle/>
        <a:p>
          <a:r>
            <a:rPr lang="en-US"/>
            <a:t>to a specific website</a:t>
          </a:r>
        </a:p>
      </dgm:t>
    </dgm:pt>
    <dgm:pt modelId="{34A30CA9-97B5-48A6-8129-1491683BEA1E}" type="parTrans" cxnId="{80803ECF-8E85-4227-81A8-5DB8B4B2D8E9}">
      <dgm:prSet/>
      <dgm:spPr/>
      <dgm:t>
        <a:bodyPr/>
        <a:lstStyle/>
        <a:p>
          <a:endParaRPr lang="en-US"/>
        </a:p>
      </dgm:t>
    </dgm:pt>
    <dgm:pt modelId="{CB846D71-D604-4C2C-822D-8EB99347AC98}" type="sibTrans" cxnId="{80803ECF-8E85-4227-81A8-5DB8B4B2D8E9}">
      <dgm:prSet/>
      <dgm:spPr/>
      <dgm:t>
        <a:bodyPr/>
        <a:lstStyle/>
        <a:p>
          <a:endParaRPr lang="en-US"/>
        </a:p>
      </dgm:t>
    </dgm:pt>
    <dgm:pt modelId="{3FA2C25A-7592-4EFE-9178-2C34845F8977}">
      <dgm:prSet/>
      <dgm:spPr/>
      <dgm:t>
        <a:bodyPr/>
        <a:lstStyle/>
        <a:p>
          <a:r>
            <a:rPr lang="en-US"/>
            <a:t>rather than opening the browser application</a:t>
          </a:r>
        </a:p>
      </dgm:t>
    </dgm:pt>
    <dgm:pt modelId="{D95162C5-9AB6-4914-915A-94390FD20DB9}" type="parTrans" cxnId="{F30892C5-127E-4E85-8C78-BB9517EA4A3D}">
      <dgm:prSet/>
      <dgm:spPr/>
      <dgm:t>
        <a:bodyPr/>
        <a:lstStyle/>
        <a:p>
          <a:endParaRPr lang="en-US"/>
        </a:p>
      </dgm:t>
    </dgm:pt>
    <dgm:pt modelId="{BEC76AD9-9DE6-4BC2-BB2B-A2A300925AD2}" type="sibTrans" cxnId="{F30892C5-127E-4E85-8C78-BB9517EA4A3D}">
      <dgm:prSet/>
      <dgm:spPr/>
      <dgm:t>
        <a:bodyPr/>
        <a:lstStyle/>
        <a:p>
          <a:endParaRPr lang="en-US"/>
        </a:p>
      </dgm:t>
    </dgm:pt>
    <dgm:pt modelId="{0998325E-3095-4C28-AC76-5E0D1F2A08E7}">
      <dgm:prSet/>
      <dgm:spPr/>
      <dgm:t>
        <a:bodyPr/>
        <a:lstStyle/>
        <a:p>
          <a:r>
            <a:rPr lang="en-US" dirty="0"/>
            <a:t>with </a:t>
          </a:r>
          <a:r>
            <a:rPr lang="en-US" i="1" dirty="0" err="1"/>
            <a:t>subprocess.Popen</a:t>
          </a:r>
          <a:r>
            <a:rPr lang="en-US" i="1" dirty="0"/>
            <a:t>().</a:t>
          </a:r>
        </a:p>
      </dgm:t>
    </dgm:pt>
    <dgm:pt modelId="{4759CA5A-9BEB-4D87-99D0-EEEDC70FC8FE}" type="parTrans" cxnId="{7C5AF6B6-027F-485C-AC33-28489B14E43F}">
      <dgm:prSet/>
      <dgm:spPr/>
      <dgm:t>
        <a:bodyPr/>
        <a:lstStyle/>
        <a:p>
          <a:endParaRPr lang="en-US"/>
        </a:p>
      </dgm:t>
    </dgm:pt>
    <dgm:pt modelId="{DCC0FD0D-7DB7-4827-AF2D-16F75620FE20}" type="sibTrans" cxnId="{7C5AF6B6-027F-485C-AC33-28489B14E43F}">
      <dgm:prSet/>
      <dgm:spPr/>
      <dgm:t>
        <a:bodyPr/>
        <a:lstStyle/>
        <a:p>
          <a:endParaRPr lang="en-US"/>
        </a:p>
      </dgm:t>
    </dgm:pt>
    <dgm:pt modelId="{E6A97A39-2FA5-4CAF-9BB2-188F145A642F}" type="pres">
      <dgm:prSet presAssocID="{B4A19F61-81C8-4AB2-BBC2-9C4E8C7B39A7}" presName="Name0" presStyleCnt="0">
        <dgm:presLayoutVars>
          <dgm:dir/>
          <dgm:animLvl val="lvl"/>
          <dgm:resizeHandles val="exact"/>
        </dgm:presLayoutVars>
      </dgm:prSet>
      <dgm:spPr/>
    </dgm:pt>
    <dgm:pt modelId="{F09C4247-44D1-4DEE-A4DD-34DC411D0024}" type="pres">
      <dgm:prSet presAssocID="{058F2E5C-19CA-4A76-8C2A-2779B608CF64}" presName="composite" presStyleCnt="0"/>
      <dgm:spPr/>
    </dgm:pt>
    <dgm:pt modelId="{6997060E-C258-43A0-BEA3-E4FCC9F2B6EA}" type="pres">
      <dgm:prSet presAssocID="{058F2E5C-19CA-4A76-8C2A-2779B608CF6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5CDEAE9-258F-444A-87FE-3544D7FFD2DD}" type="pres">
      <dgm:prSet presAssocID="{058F2E5C-19CA-4A76-8C2A-2779B608CF64}" presName="desTx" presStyleLbl="alignAccFollowNode1" presStyleIdx="0" presStyleCnt="2">
        <dgm:presLayoutVars>
          <dgm:bulletEnabled val="1"/>
        </dgm:presLayoutVars>
      </dgm:prSet>
      <dgm:spPr/>
    </dgm:pt>
    <dgm:pt modelId="{D965F66C-CDDF-4220-8E70-870A3AF9C472}" type="pres">
      <dgm:prSet presAssocID="{FCFD2093-6FA6-47FE-A43F-9C9BF1617CB3}" presName="space" presStyleCnt="0"/>
      <dgm:spPr/>
    </dgm:pt>
    <dgm:pt modelId="{C740A618-AA4C-4679-8BAA-BC085EA71E02}" type="pres">
      <dgm:prSet presAssocID="{DD61F0E9-8F80-41D0-81C8-40061AD289CC}" presName="composite" presStyleCnt="0"/>
      <dgm:spPr/>
    </dgm:pt>
    <dgm:pt modelId="{8F123F66-1211-4EF8-8259-7CBC4566207A}" type="pres">
      <dgm:prSet presAssocID="{DD61F0E9-8F80-41D0-81C8-40061AD289C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F95CE0D-4E4C-4948-AF82-1DC176E14369}" type="pres">
      <dgm:prSet presAssocID="{DD61F0E9-8F80-41D0-81C8-40061AD289C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AC5AB10-E508-46BF-9D02-BF9E30130F5A}" srcId="{058F2E5C-19CA-4A76-8C2A-2779B608CF64}" destId="{DE4B71F4-350F-497F-A754-A7F1C89BB55A}" srcOrd="1" destOrd="0" parTransId="{484A0181-53D4-4687-A61D-4C630D442112}" sibTransId="{1E510480-0221-42D5-AA6A-22840775FFF8}"/>
    <dgm:cxn modelId="{7E5B331A-E9A9-41E3-A465-C98DCAE0F0C5}" type="presOf" srcId="{0998325E-3095-4C28-AC76-5E0D1F2A08E7}" destId="{DF95CE0D-4E4C-4948-AF82-1DC176E14369}" srcOrd="0" destOrd="1" presId="urn:microsoft.com/office/officeart/2005/8/layout/hList1"/>
    <dgm:cxn modelId="{35AE151B-F951-41BF-ACC8-7C7BFCFD1113}" type="presOf" srcId="{3FA2C25A-7592-4EFE-9178-2C34845F8977}" destId="{DF95CE0D-4E4C-4948-AF82-1DC176E14369}" srcOrd="0" destOrd="0" presId="urn:microsoft.com/office/officeart/2005/8/layout/hList1"/>
    <dgm:cxn modelId="{37829A2E-7C0D-4841-A9B3-D74FC5755C60}" type="presOf" srcId="{058F2E5C-19CA-4A76-8C2A-2779B608CF64}" destId="{6997060E-C258-43A0-BEA3-E4FCC9F2B6EA}" srcOrd="0" destOrd="0" presId="urn:microsoft.com/office/officeart/2005/8/layout/hList1"/>
    <dgm:cxn modelId="{1F32996B-B92C-495C-A298-28480CC4CF41}" type="presOf" srcId="{B4A19F61-81C8-4AB2-BBC2-9C4E8C7B39A7}" destId="{E6A97A39-2FA5-4CAF-9BB2-188F145A642F}" srcOrd="0" destOrd="0" presId="urn:microsoft.com/office/officeart/2005/8/layout/hList1"/>
    <dgm:cxn modelId="{00E6CA90-6A18-46B4-9AA4-72210E2A747C}" srcId="{058F2E5C-19CA-4A76-8C2A-2779B608CF64}" destId="{189C5D3B-2505-490A-9B7D-23D6B1611024}" srcOrd="0" destOrd="0" parTransId="{1628A6F9-6964-4DE9-B3FA-898D8317C5A7}" sibTransId="{29A10D30-55F1-4A5F-99F0-9C0DCE3CA984}"/>
    <dgm:cxn modelId="{7553E9B0-FCD5-4D7B-9E26-C435E80B9DC2}" type="presOf" srcId="{189C5D3B-2505-490A-9B7D-23D6B1611024}" destId="{85CDEAE9-258F-444A-87FE-3544D7FFD2DD}" srcOrd="0" destOrd="0" presId="urn:microsoft.com/office/officeart/2005/8/layout/hList1"/>
    <dgm:cxn modelId="{7C5AF6B6-027F-485C-AC33-28489B14E43F}" srcId="{DD61F0E9-8F80-41D0-81C8-40061AD289CC}" destId="{0998325E-3095-4C28-AC76-5E0D1F2A08E7}" srcOrd="1" destOrd="0" parTransId="{4759CA5A-9BEB-4D87-99D0-EEEDC70FC8FE}" sibTransId="{DCC0FD0D-7DB7-4827-AF2D-16F75620FE20}"/>
    <dgm:cxn modelId="{F30892C5-127E-4E85-8C78-BB9517EA4A3D}" srcId="{DD61F0E9-8F80-41D0-81C8-40061AD289CC}" destId="{3FA2C25A-7592-4EFE-9178-2C34845F8977}" srcOrd="0" destOrd="0" parTransId="{D95162C5-9AB6-4914-915A-94390FD20DB9}" sibTransId="{BEC76AD9-9DE6-4BC2-BB2B-A2A300925AD2}"/>
    <dgm:cxn modelId="{80803ECF-8E85-4227-81A8-5DB8B4B2D8E9}" srcId="{B4A19F61-81C8-4AB2-BBC2-9C4E8C7B39A7}" destId="{DD61F0E9-8F80-41D0-81C8-40061AD289CC}" srcOrd="1" destOrd="0" parTransId="{34A30CA9-97B5-48A6-8129-1491683BEA1E}" sibTransId="{CB846D71-D604-4C2C-822D-8EB99347AC98}"/>
    <dgm:cxn modelId="{DA9B17DD-8F7C-4BE8-B39A-886342342FE3}" srcId="{B4A19F61-81C8-4AB2-BBC2-9C4E8C7B39A7}" destId="{058F2E5C-19CA-4A76-8C2A-2779B608CF64}" srcOrd="0" destOrd="0" parTransId="{B9AFBCBD-986E-402B-824F-B28C3D3933EA}" sibTransId="{FCFD2093-6FA6-47FE-A43F-9C9BF1617CB3}"/>
    <dgm:cxn modelId="{2AABF5E0-5252-434B-B85B-E3E8FB0A7AED}" type="presOf" srcId="{DE4B71F4-350F-497F-A754-A7F1C89BB55A}" destId="{85CDEAE9-258F-444A-87FE-3544D7FFD2DD}" srcOrd="0" destOrd="1" presId="urn:microsoft.com/office/officeart/2005/8/layout/hList1"/>
    <dgm:cxn modelId="{BF8263F8-5370-4286-B812-5783534275F7}" type="presOf" srcId="{DD61F0E9-8F80-41D0-81C8-40061AD289CC}" destId="{8F123F66-1211-4EF8-8259-7CBC4566207A}" srcOrd="0" destOrd="0" presId="urn:microsoft.com/office/officeart/2005/8/layout/hList1"/>
    <dgm:cxn modelId="{C98B6E06-0490-4099-B132-B2121C2C433C}" type="presParOf" srcId="{E6A97A39-2FA5-4CAF-9BB2-188F145A642F}" destId="{F09C4247-44D1-4DEE-A4DD-34DC411D0024}" srcOrd="0" destOrd="0" presId="urn:microsoft.com/office/officeart/2005/8/layout/hList1"/>
    <dgm:cxn modelId="{88E88C42-AD35-46CC-BCC2-734435583B02}" type="presParOf" srcId="{F09C4247-44D1-4DEE-A4DD-34DC411D0024}" destId="{6997060E-C258-43A0-BEA3-E4FCC9F2B6EA}" srcOrd="0" destOrd="0" presId="urn:microsoft.com/office/officeart/2005/8/layout/hList1"/>
    <dgm:cxn modelId="{EBA40B12-31B8-4D50-844E-98625AA335A3}" type="presParOf" srcId="{F09C4247-44D1-4DEE-A4DD-34DC411D0024}" destId="{85CDEAE9-258F-444A-87FE-3544D7FFD2DD}" srcOrd="1" destOrd="0" presId="urn:microsoft.com/office/officeart/2005/8/layout/hList1"/>
    <dgm:cxn modelId="{6C78D891-1B9F-4939-81BD-5728BC9B2E8B}" type="presParOf" srcId="{E6A97A39-2FA5-4CAF-9BB2-188F145A642F}" destId="{D965F66C-CDDF-4220-8E70-870A3AF9C472}" srcOrd="1" destOrd="0" presId="urn:microsoft.com/office/officeart/2005/8/layout/hList1"/>
    <dgm:cxn modelId="{47134A1B-1A98-4A20-BDDD-D88DDD8A9FE4}" type="presParOf" srcId="{E6A97A39-2FA5-4CAF-9BB2-188F145A642F}" destId="{C740A618-AA4C-4679-8BAA-BC085EA71E02}" srcOrd="2" destOrd="0" presId="urn:microsoft.com/office/officeart/2005/8/layout/hList1"/>
    <dgm:cxn modelId="{DA11B158-A4BE-438F-813B-1CE0D09F912B}" type="presParOf" srcId="{C740A618-AA4C-4679-8BAA-BC085EA71E02}" destId="{8F123F66-1211-4EF8-8259-7CBC4566207A}" srcOrd="0" destOrd="0" presId="urn:microsoft.com/office/officeart/2005/8/layout/hList1"/>
    <dgm:cxn modelId="{A6333707-3D74-4D57-876C-1DF0A8D44B5A}" type="presParOf" srcId="{C740A618-AA4C-4679-8BAA-BC085EA71E02}" destId="{DF95CE0D-4E4C-4948-AF82-1DC176E1436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BDEBE678-6163-4018-9CFE-12DFE933EAA3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1E275AE-44B4-4DFC-81BB-B536EE3F8B8C}">
      <dgm:prSet/>
      <dgm:spPr/>
      <dgm:t>
        <a:bodyPr/>
        <a:lstStyle/>
        <a:p>
          <a:r>
            <a:rPr lang="tr-TR" dirty="0" err="1"/>
            <a:t>Launching</a:t>
          </a:r>
          <a:r>
            <a:rPr lang="tr-TR" dirty="0"/>
            <a:t> a </a:t>
          </a:r>
          <a:r>
            <a:rPr lang="tr-TR" dirty="0" err="1"/>
            <a:t>script</a:t>
          </a:r>
          <a:endParaRPr lang="en-US" dirty="0"/>
        </a:p>
      </dgm:t>
    </dgm:pt>
    <dgm:pt modelId="{3DE395EF-6E9D-4CF2-AB6A-1762C0FDE939}" type="parTrans" cxnId="{58BF0746-DB66-4F5B-86EE-2B8E34259C2D}">
      <dgm:prSet/>
      <dgm:spPr/>
      <dgm:t>
        <a:bodyPr/>
        <a:lstStyle/>
        <a:p>
          <a:endParaRPr lang="en-US"/>
        </a:p>
      </dgm:t>
    </dgm:pt>
    <dgm:pt modelId="{FFB7AFBC-8805-4E40-9651-D2E7D6B92C5D}" type="sibTrans" cxnId="{58BF0746-DB66-4F5B-86EE-2B8E34259C2D}">
      <dgm:prSet/>
      <dgm:spPr/>
      <dgm:t>
        <a:bodyPr/>
        <a:lstStyle/>
        <a:p>
          <a:endParaRPr lang="en-US"/>
        </a:p>
      </dgm:t>
    </dgm:pt>
    <dgm:pt modelId="{C4D632F1-AD02-4715-97BA-688D62620A5F}">
      <dgm:prSet/>
      <dgm:spPr/>
      <dgm:t>
        <a:bodyPr/>
        <a:lstStyle/>
        <a:p>
          <a:r>
            <a:rPr lang="en-US"/>
            <a:t>from Python just like any other application.</a:t>
          </a:r>
        </a:p>
      </dgm:t>
    </dgm:pt>
    <dgm:pt modelId="{5A333A70-05EB-46E2-9234-6EDE233D1CE0}" type="parTrans" cxnId="{9F6EC4FF-2391-46C2-9CD8-626D21A75CF4}">
      <dgm:prSet/>
      <dgm:spPr/>
      <dgm:t>
        <a:bodyPr/>
        <a:lstStyle/>
        <a:p>
          <a:endParaRPr lang="en-US"/>
        </a:p>
      </dgm:t>
    </dgm:pt>
    <dgm:pt modelId="{85564629-33BD-4EE6-AF25-86B1918C5533}" type="sibTrans" cxnId="{9F6EC4FF-2391-46C2-9CD8-626D21A75CF4}">
      <dgm:prSet/>
      <dgm:spPr/>
      <dgm:t>
        <a:bodyPr/>
        <a:lstStyle/>
        <a:p>
          <a:endParaRPr lang="en-US"/>
        </a:p>
      </dgm:t>
    </dgm:pt>
    <dgm:pt modelId="{830ED30B-F5A3-437B-AAFC-97AF7DDDBE3E}">
      <dgm:prSet/>
      <dgm:spPr/>
      <dgm:t>
        <a:bodyPr/>
        <a:lstStyle/>
        <a:p>
          <a:r>
            <a:rPr lang="tr-TR" dirty="0" err="1"/>
            <a:t>Method</a:t>
          </a:r>
          <a:endParaRPr lang="en-US" dirty="0"/>
        </a:p>
      </dgm:t>
    </dgm:pt>
    <dgm:pt modelId="{BE2EBC15-E50B-440A-B057-EFFA5E258318}" type="parTrans" cxnId="{84A9A04C-716C-4616-BE72-1DE61681E917}">
      <dgm:prSet/>
      <dgm:spPr/>
      <dgm:t>
        <a:bodyPr/>
        <a:lstStyle/>
        <a:p>
          <a:endParaRPr lang="en-US"/>
        </a:p>
      </dgm:t>
    </dgm:pt>
    <dgm:pt modelId="{13FAA64F-F1E2-4ADD-9FAD-B5AD99549C89}" type="sibTrans" cxnId="{84A9A04C-716C-4616-BE72-1DE61681E917}">
      <dgm:prSet/>
      <dgm:spPr/>
      <dgm:t>
        <a:bodyPr/>
        <a:lstStyle/>
        <a:p>
          <a:endParaRPr lang="en-US"/>
        </a:p>
      </dgm:t>
    </dgm:pt>
    <dgm:pt modelId="{E3697C04-3A64-4949-ABF2-FA25ED59480C}">
      <dgm:prSet/>
      <dgm:spPr/>
      <dgm:t>
        <a:bodyPr/>
        <a:lstStyle/>
        <a:p>
          <a:r>
            <a:rPr lang="en-US" dirty="0"/>
            <a:t>and the filename</a:t>
          </a:r>
          <a:r>
            <a:rPr lang="tr-TR" dirty="0"/>
            <a:t> </a:t>
          </a:r>
          <a:r>
            <a:rPr lang="en-US" dirty="0"/>
            <a:t>of the </a:t>
          </a:r>
          <a:r>
            <a:rPr lang="en-US" b="1" dirty="0"/>
            <a:t>.</a:t>
          </a:r>
          <a:r>
            <a:rPr lang="en-US" b="1" dirty="0" err="1"/>
            <a:t>py</a:t>
          </a:r>
          <a:r>
            <a:rPr lang="en-US" b="1" dirty="0"/>
            <a:t> </a:t>
          </a:r>
          <a:r>
            <a:rPr lang="en-US" dirty="0"/>
            <a:t>script you want to run as its argument.</a:t>
          </a:r>
        </a:p>
      </dgm:t>
    </dgm:pt>
    <dgm:pt modelId="{62C28054-244A-45F2-864E-843CA10B467A}" type="parTrans" cxnId="{F1C54F8B-0F2B-4AB8-9C7B-F5BAF27B36B9}">
      <dgm:prSet/>
      <dgm:spPr/>
      <dgm:t>
        <a:bodyPr/>
        <a:lstStyle/>
        <a:p>
          <a:endParaRPr lang="en-US"/>
        </a:p>
      </dgm:t>
    </dgm:pt>
    <dgm:pt modelId="{0642A358-6958-4DA1-86DD-6FA399726CEC}" type="sibTrans" cxnId="{F1C54F8B-0F2B-4AB8-9C7B-F5BAF27B36B9}">
      <dgm:prSet/>
      <dgm:spPr/>
      <dgm:t>
        <a:bodyPr/>
        <a:lstStyle/>
        <a:p>
          <a:endParaRPr lang="en-US"/>
        </a:p>
      </dgm:t>
    </dgm:pt>
    <dgm:pt modelId="{9095ED01-84B7-4925-840C-03657273201D}">
      <dgm:prSet/>
      <dgm:spPr/>
      <dgm:t>
        <a:bodyPr/>
        <a:lstStyle/>
        <a:p>
          <a:r>
            <a:rPr lang="en-US" dirty="0"/>
            <a:t>Pass </a:t>
          </a:r>
          <a:r>
            <a:rPr lang="en-US" i="1" dirty="0" err="1"/>
            <a:t>Popen</a:t>
          </a:r>
          <a:r>
            <a:rPr lang="en-US" i="1" dirty="0"/>
            <a:t>() </a:t>
          </a:r>
          <a:r>
            <a:rPr lang="en-US" dirty="0"/>
            <a:t>a list </a:t>
          </a:r>
        </a:p>
      </dgm:t>
    </dgm:pt>
    <dgm:pt modelId="{9FD778EC-A2AE-4D5B-840C-A5DF78DC56D8}" type="parTrans" cxnId="{AECA1B9A-4D88-4690-B73C-52F548FE050B}">
      <dgm:prSet/>
      <dgm:spPr/>
      <dgm:t>
        <a:bodyPr/>
        <a:lstStyle/>
        <a:p>
          <a:endParaRPr lang="en-US"/>
        </a:p>
      </dgm:t>
    </dgm:pt>
    <dgm:pt modelId="{FC223AEA-DE84-4B4B-9ED0-1238180A9EDA}" type="sibTrans" cxnId="{AECA1B9A-4D88-4690-B73C-52F548FE050B}">
      <dgm:prSet/>
      <dgm:spPr/>
      <dgm:t>
        <a:bodyPr/>
        <a:lstStyle/>
        <a:p>
          <a:endParaRPr lang="en-US"/>
        </a:p>
      </dgm:t>
    </dgm:pt>
    <dgm:pt modelId="{8B86F309-B8B9-4FB6-98F3-5D24267261EA}">
      <dgm:prSet/>
      <dgm:spPr/>
      <dgm:t>
        <a:bodyPr/>
        <a:lstStyle/>
        <a:p>
          <a:r>
            <a:rPr lang="en-US" dirty="0"/>
            <a:t>containing a string of the Python executable’s path</a:t>
          </a:r>
        </a:p>
      </dgm:t>
    </dgm:pt>
    <dgm:pt modelId="{B960FD9D-FB7E-4C5D-B78D-CA73ED2D8706}" type="parTrans" cxnId="{CAF20DEF-B9DE-4F98-8C37-5310A0F9C22C}">
      <dgm:prSet/>
      <dgm:spPr/>
      <dgm:t>
        <a:bodyPr/>
        <a:lstStyle/>
        <a:p>
          <a:endParaRPr lang="en-US"/>
        </a:p>
      </dgm:t>
    </dgm:pt>
    <dgm:pt modelId="{E40978A9-FB22-4DB8-92DB-7093E24B1A7B}" type="sibTrans" cxnId="{CAF20DEF-B9DE-4F98-8C37-5310A0F9C22C}">
      <dgm:prSet/>
      <dgm:spPr/>
      <dgm:t>
        <a:bodyPr/>
        <a:lstStyle/>
        <a:p>
          <a:endParaRPr lang="en-US"/>
        </a:p>
      </dgm:t>
    </dgm:pt>
    <dgm:pt modelId="{4E2761CB-3DF7-405F-83E3-3CB00661A65D}">
      <dgm:prSet/>
      <dgm:spPr/>
      <dgm:t>
        <a:bodyPr/>
        <a:lstStyle/>
        <a:p>
          <a:r>
            <a:rPr lang="en-US"/>
            <a:t>and a string of the script’s filename.</a:t>
          </a:r>
        </a:p>
      </dgm:t>
    </dgm:pt>
    <dgm:pt modelId="{DAD4758D-0EB8-402E-A45B-6C05B2132DA4}" type="parTrans" cxnId="{69903583-2275-47C7-8F61-BB4932C9D96B}">
      <dgm:prSet/>
      <dgm:spPr/>
      <dgm:t>
        <a:bodyPr/>
        <a:lstStyle/>
        <a:p>
          <a:endParaRPr lang="en-US"/>
        </a:p>
      </dgm:t>
    </dgm:pt>
    <dgm:pt modelId="{019F2F16-3C2D-4BE4-9665-F324D01E4F29}" type="sibTrans" cxnId="{69903583-2275-47C7-8F61-BB4932C9D96B}">
      <dgm:prSet/>
      <dgm:spPr/>
      <dgm:t>
        <a:bodyPr/>
        <a:lstStyle/>
        <a:p>
          <a:endParaRPr lang="en-US"/>
        </a:p>
      </dgm:t>
    </dgm:pt>
    <dgm:pt modelId="{7F18BBAD-E831-4952-8198-8252F6880530}">
      <dgm:prSet/>
      <dgm:spPr/>
      <dgm:t>
        <a:bodyPr/>
        <a:lstStyle/>
        <a:p>
          <a:r>
            <a:rPr lang="tr-TR" dirty="0" err="1"/>
            <a:t>Command</a:t>
          </a:r>
          <a:r>
            <a:rPr lang="tr-TR" dirty="0"/>
            <a:t> </a:t>
          </a:r>
          <a:r>
            <a:rPr lang="tr-TR" dirty="0" err="1"/>
            <a:t>line</a:t>
          </a:r>
          <a:r>
            <a:rPr lang="tr-TR" dirty="0"/>
            <a:t> </a:t>
          </a:r>
          <a:r>
            <a:rPr lang="tr-TR" dirty="0" err="1"/>
            <a:t>arguments</a:t>
          </a:r>
          <a:endParaRPr lang="en-US" dirty="0"/>
        </a:p>
      </dgm:t>
    </dgm:pt>
    <dgm:pt modelId="{B391D9EB-C7F5-4470-8ECF-49E892F82661}" type="parTrans" cxnId="{E4F71572-7F24-4924-A105-AE1D379C0DFC}">
      <dgm:prSet/>
      <dgm:spPr/>
      <dgm:t>
        <a:bodyPr/>
        <a:lstStyle/>
        <a:p>
          <a:endParaRPr lang="en-US"/>
        </a:p>
      </dgm:t>
    </dgm:pt>
    <dgm:pt modelId="{DFFE759E-630C-4070-9074-03697455DC0E}" type="sibTrans" cxnId="{E4F71572-7F24-4924-A105-AE1D379C0DFC}">
      <dgm:prSet/>
      <dgm:spPr/>
      <dgm:t>
        <a:bodyPr/>
        <a:lstStyle/>
        <a:p>
          <a:endParaRPr lang="en-US"/>
        </a:p>
      </dgm:t>
    </dgm:pt>
    <dgm:pt modelId="{094EDBFB-ABC3-4239-934B-CFCA0B3023F1}">
      <dgm:prSet/>
      <dgm:spPr/>
      <dgm:t>
        <a:bodyPr/>
        <a:lstStyle/>
        <a:p>
          <a:r>
            <a:rPr lang="en-US" dirty="0"/>
            <a:t>add them to the list</a:t>
          </a:r>
        </a:p>
      </dgm:t>
    </dgm:pt>
    <dgm:pt modelId="{D748DC0D-193F-4149-AC0F-A25ADE5A170C}" type="parTrans" cxnId="{BB57EB76-13C7-4A18-BD27-497D54B01AB8}">
      <dgm:prSet/>
      <dgm:spPr/>
      <dgm:t>
        <a:bodyPr/>
        <a:lstStyle/>
        <a:p>
          <a:endParaRPr lang="en-US"/>
        </a:p>
      </dgm:t>
    </dgm:pt>
    <dgm:pt modelId="{6CAA1496-6A0F-4BC1-8E9F-F27A2A7B86AE}" type="sibTrans" cxnId="{BB57EB76-13C7-4A18-BD27-497D54B01AB8}">
      <dgm:prSet/>
      <dgm:spPr/>
      <dgm:t>
        <a:bodyPr/>
        <a:lstStyle/>
        <a:p>
          <a:endParaRPr lang="en-US"/>
        </a:p>
      </dgm:t>
    </dgm:pt>
    <dgm:pt modelId="{87562689-0214-44A9-8F74-499BD329615E}">
      <dgm:prSet/>
      <dgm:spPr/>
      <dgm:t>
        <a:bodyPr/>
        <a:lstStyle/>
        <a:p>
          <a:r>
            <a:rPr lang="tr-TR" dirty="0" err="1"/>
            <a:t>Difference</a:t>
          </a:r>
          <a:r>
            <a:rPr lang="tr-TR" dirty="0"/>
            <a:t> </a:t>
          </a:r>
          <a:r>
            <a:rPr lang="tr-TR" dirty="0" err="1"/>
            <a:t>from</a:t>
          </a:r>
          <a:r>
            <a:rPr lang="en-US" dirty="0"/>
            <a:t> importing a module</a:t>
          </a:r>
        </a:p>
      </dgm:t>
    </dgm:pt>
    <dgm:pt modelId="{1D8C89C2-6797-4AD4-88B3-31D0C918C4AA}" type="parTrans" cxnId="{51D2CDF5-6B08-40B7-9AD0-4A602B83A9F9}">
      <dgm:prSet/>
      <dgm:spPr/>
      <dgm:t>
        <a:bodyPr/>
        <a:lstStyle/>
        <a:p>
          <a:endParaRPr lang="en-US"/>
        </a:p>
      </dgm:t>
    </dgm:pt>
    <dgm:pt modelId="{DC54FB14-B118-4AA7-8CF4-2D3AC4EE85FE}" type="sibTrans" cxnId="{51D2CDF5-6B08-40B7-9AD0-4A602B83A9F9}">
      <dgm:prSet/>
      <dgm:spPr/>
      <dgm:t>
        <a:bodyPr/>
        <a:lstStyle/>
        <a:p>
          <a:endParaRPr lang="en-US"/>
        </a:p>
      </dgm:t>
    </dgm:pt>
    <dgm:pt modelId="{39D16B30-AD03-4BCC-B70D-0ED8B0A01E5D}">
      <dgm:prSet/>
      <dgm:spPr/>
      <dgm:t>
        <a:bodyPr/>
        <a:lstStyle/>
        <a:p>
          <a:r>
            <a:rPr lang="en-US" dirty="0"/>
            <a:t>Python</a:t>
          </a:r>
          <a:r>
            <a:rPr lang="tr-TR" dirty="0"/>
            <a:t> </a:t>
          </a:r>
          <a:r>
            <a:rPr lang="en-US" dirty="0"/>
            <a:t>program launches another Python program,</a:t>
          </a:r>
        </a:p>
      </dgm:t>
    </dgm:pt>
    <dgm:pt modelId="{48355EB7-0D6A-49D1-9B45-6AC35C748A8A}" type="parTrans" cxnId="{22545180-06C2-4645-84CA-324BA769454A}">
      <dgm:prSet/>
      <dgm:spPr/>
      <dgm:t>
        <a:bodyPr/>
        <a:lstStyle/>
        <a:p>
          <a:endParaRPr lang="en-US"/>
        </a:p>
      </dgm:t>
    </dgm:pt>
    <dgm:pt modelId="{1B8B421A-DAB7-4BF5-9EFD-3CA61B82F02F}" type="sibTrans" cxnId="{22545180-06C2-4645-84CA-324BA769454A}">
      <dgm:prSet/>
      <dgm:spPr/>
      <dgm:t>
        <a:bodyPr/>
        <a:lstStyle/>
        <a:p>
          <a:endParaRPr lang="en-US"/>
        </a:p>
      </dgm:t>
    </dgm:pt>
    <dgm:pt modelId="{9813BB6F-6550-4C74-BF57-B49917D6B446}">
      <dgm:prSet/>
      <dgm:spPr/>
      <dgm:t>
        <a:bodyPr/>
        <a:lstStyle/>
        <a:p>
          <a:r>
            <a:rPr lang="tr-TR" dirty="0" err="1"/>
            <a:t>All</a:t>
          </a:r>
          <a:r>
            <a:rPr lang="tr-TR" dirty="0"/>
            <a:t> </a:t>
          </a:r>
          <a:r>
            <a:rPr lang="en-US" dirty="0"/>
            <a:t>run in separate</a:t>
          </a:r>
          <a:r>
            <a:rPr lang="tr-TR" dirty="0"/>
            <a:t> </a:t>
          </a:r>
          <a:r>
            <a:rPr lang="en-US" dirty="0"/>
            <a:t>processes</a:t>
          </a:r>
        </a:p>
      </dgm:t>
    </dgm:pt>
    <dgm:pt modelId="{852E8CA0-0F8D-4DEE-B8A1-0B340F3486D1}" type="parTrans" cxnId="{A9150B88-95FB-4AF1-95DA-0DB2BFE7D6DE}">
      <dgm:prSet/>
      <dgm:spPr/>
      <dgm:t>
        <a:bodyPr/>
        <a:lstStyle/>
        <a:p>
          <a:endParaRPr lang="en-US"/>
        </a:p>
      </dgm:t>
    </dgm:pt>
    <dgm:pt modelId="{95E1CDD9-3DA3-49F4-A028-D99B401E45BD}" type="sibTrans" cxnId="{A9150B88-95FB-4AF1-95DA-0DB2BFE7D6DE}">
      <dgm:prSet/>
      <dgm:spPr/>
      <dgm:t>
        <a:bodyPr/>
        <a:lstStyle/>
        <a:p>
          <a:endParaRPr lang="en-US"/>
        </a:p>
      </dgm:t>
    </dgm:pt>
    <dgm:pt modelId="{146E4BFD-A73A-4E70-8283-AE734D71A59D}">
      <dgm:prSet/>
      <dgm:spPr/>
      <dgm:t>
        <a:bodyPr/>
        <a:lstStyle/>
        <a:p>
          <a:r>
            <a:rPr lang="tr-TR" dirty="0" err="1"/>
            <a:t>don’t</a:t>
          </a:r>
          <a:r>
            <a:rPr lang="tr-TR" dirty="0"/>
            <a:t> </a:t>
          </a:r>
          <a:r>
            <a:rPr lang="en-US" dirty="0"/>
            <a:t>share each other’s variables.</a:t>
          </a:r>
        </a:p>
      </dgm:t>
    </dgm:pt>
    <dgm:pt modelId="{D849F83C-0F62-4D3E-B409-4345DD098F6E}" type="parTrans" cxnId="{89CA4B4D-C7AD-47B9-B2FB-922E3E9F4669}">
      <dgm:prSet/>
      <dgm:spPr/>
      <dgm:t>
        <a:bodyPr/>
        <a:lstStyle/>
        <a:p>
          <a:endParaRPr lang="en-US"/>
        </a:p>
      </dgm:t>
    </dgm:pt>
    <dgm:pt modelId="{101799B6-0D4A-4F1D-9630-153BEDFA408E}" type="sibTrans" cxnId="{89CA4B4D-C7AD-47B9-B2FB-922E3E9F4669}">
      <dgm:prSet/>
      <dgm:spPr/>
      <dgm:t>
        <a:bodyPr/>
        <a:lstStyle/>
        <a:p>
          <a:endParaRPr lang="en-US"/>
        </a:p>
      </dgm:t>
    </dgm:pt>
    <dgm:pt modelId="{A509574C-EBCF-428A-B190-FAFCC68C7F4B}">
      <dgm:prSet/>
      <dgm:spPr/>
      <dgm:t>
        <a:bodyPr/>
        <a:lstStyle/>
        <a:p>
          <a:r>
            <a:rPr lang="en-US" dirty="0"/>
            <a:t>If the script you’re launching</a:t>
          </a:r>
        </a:p>
      </dgm:t>
    </dgm:pt>
    <dgm:pt modelId="{C64D9B3A-1CED-4137-A2B9-E02A07787BBA}" type="parTrans" cxnId="{A52DDF07-70BC-47D4-9C69-3A582EC5C0D1}">
      <dgm:prSet/>
      <dgm:spPr/>
      <dgm:t>
        <a:bodyPr/>
        <a:lstStyle/>
        <a:p>
          <a:endParaRPr lang="en-US"/>
        </a:p>
      </dgm:t>
    </dgm:pt>
    <dgm:pt modelId="{D8F49F88-B80A-433C-A63F-21FBEE345508}" type="sibTrans" cxnId="{A52DDF07-70BC-47D4-9C69-3A582EC5C0D1}">
      <dgm:prSet/>
      <dgm:spPr/>
      <dgm:t>
        <a:bodyPr/>
        <a:lstStyle/>
        <a:p>
          <a:endParaRPr lang="en-US"/>
        </a:p>
      </dgm:t>
    </dgm:pt>
    <dgm:pt modelId="{E5D81218-4A69-453E-A6B9-CCB2CFC51593}">
      <dgm:prSet/>
      <dgm:spPr/>
      <dgm:t>
        <a:bodyPr/>
        <a:lstStyle/>
        <a:p>
          <a:r>
            <a:rPr lang="tr-TR" dirty="0" err="1"/>
            <a:t>to</a:t>
          </a:r>
          <a:r>
            <a:rPr lang="en-US" dirty="0"/>
            <a:t> launch a Python script </a:t>
          </a:r>
        </a:p>
      </dgm:t>
    </dgm:pt>
    <dgm:pt modelId="{855553AD-F6BD-411B-8D54-5C31DB59B2FC}" type="parTrans" cxnId="{FB20E2B1-786D-44FD-93AF-657768E7E0E1}">
      <dgm:prSet/>
      <dgm:spPr/>
      <dgm:t>
        <a:bodyPr/>
        <a:lstStyle/>
        <a:p>
          <a:endParaRPr lang="en-US"/>
        </a:p>
      </dgm:t>
    </dgm:pt>
    <dgm:pt modelId="{D621790A-2835-4588-BCCB-6E5103409BCB}" type="sibTrans" cxnId="{FB20E2B1-786D-44FD-93AF-657768E7E0E1}">
      <dgm:prSet/>
      <dgm:spPr/>
      <dgm:t>
        <a:bodyPr/>
        <a:lstStyle/>
        <a:p>
          <a:endParaRPr lang="en-US"/>
        </a:p>
      </dgm:t>
    </dgm:pt>
    <dgm:pt modelId="{825CC708-41DB-4096-8D24-DC5C73330318}">
      <dgm:prSet/>
      <dgm:spPr/>
      <dgm:t>
        <a:bodyPr/>
        <a:lstStyle/>
        <a:p>
          <a:r>
            <a:rPr lang="en-US" dirty="0"/>
            <a:t>Pass</a:t>
          </a:r>
          <a:r>
            <a:rPr lang="tr-TR" dirty="0"/>
            <a:t> </a:t>
          </a:r>
          <a:r>
            <a:rPr lang="en-US" dirty="0"/>
            <a:t>the </a:t>
          </a:r>
          <a:r>
            <a:rPr lang="en-US" b="1" dirty="0"/>
            <a:t>python.exe </a:t>
          </a:r>
          <a:r>
            <a:rPr lang="en-US" dirty="0"/>
            <a:t>executable to </a:t>
          </a:r>
          <a:r>
            <a:rPr lang="en-US" i="1" dirty="0" err="1"/>
            <a:t>Popen</a:t>
          </a:r>
          <a:r>
            <a:rPr lang="en-US" i="1" dirty="0"/>
            <a:t>()</a:t>
          </a:r>
          <a:endParaRPr lang="en-US" dirty="0"/>
        </a:p>
      </dgm:t>
    </dgm:pt>
    <dgm:pt modelId="{D92D23D7-3B17-4537-AC68-E4A3BE6B5260}" type="parTrans" cxnId="{C3D0C04D-B51C-42B9-AD07-D17EC68F3325}">
      <dgm:prSet/>
      <dgm:spPr/>
      <dgm:t>
        <a:bodyPr/>
        <a:lstStyle/>
        <a:p>
          <a:endParaRPr lang="en-US"/>
        </a:p>
      </dgm:t>
    </dgm:pt>
    <dgm:pt modelId="{F49F493F-99D3-4E05-8039-CDA0E003451E}" type="sibTrans" cxnId="{C3D0C04D-B51C-42B9-AD07-D17EC68F3325}">
      <dgm:prSet/>
      <dgm:spPr/>
      <dgm:t>
        <a:bodyPr/>
        <a:lstStyle/>
        <a:p>
          <a:endParaRPr lang="en-US"/>
        </a:p>
      </dgm:t>
    </dgm:pt>
    <dgm:pt modelId="{C0C02889-F816-407B-9B74-F6833B0C3D6F}">
      <dgm:prSet/>
      <dgm:spPr/>
      <dgm:t>
        <a:bodyPr/>
        <a:lstStyle/>
        <a:p>
          <a:r>
            <a:rPr lang="en-US" dirty="0"/>
            <a:t>needs</a:t>
          </a:r>
          <a:r>
            <a:rPr lang="tr-TR" dirty="0"/>
            <a:t> </a:t>
          </a:r>
          <a:r>
            <a:rPr lang="en-US" dirty="0"/>
            <a:t>command line arguments</a:t>
          </a:r>
          <a:r>
            <a:rPr lang="tr-TR" dirty="0"/>
            <a:t>:</a:t>
          </a:r>
          <a:endParaRPr lang="en-US" dirty="0"/>
        </a:p>
      </dgm:t>
    </dgm:pt>
    <dgm:pt modelId="{EDD4899A-ADB8-4267-A262-AA97B9797764}" type="parTrans" cxnId="{9BD8CBA9-68CF-4EBF-8C3A-F3463A9A7DA6}">
      <dgm:prSet/>
      <dgm:spPr/>
      <dgm:t>
        <a:bodyPr/>
        <a:lstStyle/>
        <a:p>
          <a:endParaRPr lang="en-US"/>
        </a:p>
      </dgm:t>
    </dgm:pt>
    <dgm:pt modelId="{2C845A16-2080-4556-8E2D-05819A84F557}" type="sibTrans" cxnId="{9BD8CBA9-68CF-4EBF-8C3A-F3463A9A7DA6}">
      <dgm:prSet/>
      <dgm:spPr/>
      <dgm:t>
        <a:bodyPr/>
        <a:lstStyle/>
        <a:p>
          <a:endParaRPr lang="en-US"/>
        </a:p>
      </dgm:t>
    </dgm:pt>
    <dgm:pt modelId="{B22187DE-28B0-4E97-81D9-E5F8B807A509}">
      <dgm:prSet/>
      <dgm:spPr/>
      <dgm:t>
        <a:bodyPr/>
        <a:lstStyle/>
        <a:p>
          <a:r>
            <a:rPr lang="en-US"/>
            <a:t>after </a:t>
          </a:r>
          <a:r>
            <a:rPr lang="en-US" dirty="0"/>
            <a:t>the script’s filename</a:t>
          </a:r>
        </a:p>
      </dgm:t>
    </dgm:pt>
    <dgm:pt modelId="{07C1900C-96E1-4E1C-B655-90F0CBE3F08B}" type="parTrans" cxnId="{98A3728B-D943-498B-B8BB-FBF3180A8068}">
      <dgm:prSet/>
      <dgm:spPr/>
      <dgm:t>
        <a:bodyPr/>
        <a:lstStyle/>
        <a:p>
          <a:endParaRPr lang="en-US"/>
        </a:p>
      </dgm:t>
    </dgm:pt>
    <dgm:pt modelId="{C9794CBA-A759-43E9-AEF0-5D5D0232DC25}" type="sibTrans" cxnId="{98A3728B-D943-498B-B8BB-FBF3180A8068}">
      <dgm:prSet/>
      <dgm:spPr/>
      <dgm:t>
        <a:bodyPr/>
        <a:lstStyle/>
        <a:p>
          <a:endParaRPr lang="en-US"/>
        </a:p>
      </dgm:t>
    </dgm:pt>
    <dgm:pt modelId="{B3AB4E37-19E7-4716-831E-8E35264F39CA}" type="pres">
      <dgm:prSet presAssocID="{BDEBE678-6163-4018-9CFE-12DFE933EAA3}" presName="Name0" presStyleCnt="0">
        <dgm:presLayoutVars>
          <dgm:dir/>
          <dgm:animLvl val="lvl"/>
          <dgm:resizeHandles val="exact"/>
        </dgm:presLayoutVars>
      </dgm:prSet>
      <dgm:spPr/>
    </dgm:pt>
    <dgm:pt modelId="{9CC8B326-14C7-4AC2-9898-C86AA1468827}" type="pres">
      <dgm:prSet presAssocID="{01E275AE-44B4-4DFC-81BB-B536EE3F8B8C}" presName="composite" presStyleCnt="0"/>
      <dgm:spPr/>
    </dgm:pt>
    <dgm:pt modelId="{8ECE2D6C-0D39-47F9-8D67-A8CC338ABCAB}" type="pres">
      <dgm:prSet presAssocID="{01E275AE-44B4-4DFC-81BB-B536EE3F8B8C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25F7E7CA-10DC-49CA-B3AB-2217DAA04601}" type="pres">
      <dgm:prSet presAssocID="{01E275AE-44B4-4DFC-81BB-B536EE3F8B8C}" presName="desTx" presStyleLbl="alignAccFollowNode1" presStyleIdx="0" presStyleCnt="4">
        <dgm:presLayoutVars>
          <dgm:bulletEnabled val="1"/>
        </dgm:presLayoutVars>
      </dgm:prSet>
      <dgm:spPr/>
    </dgm:pt>
    <dgm:pt modelId="{24D61ACF-F853-4F18-8007-ACCA160C5C7F}" type="pres">
      <dgm:prSet presAssocID="{FFB7AFBC-8805-4E40-9651-D2E7D6B92C5D}" presName="space" presStyleCnt="0"/>
      <dgm:spPr/>
    </dgm:pt>
    <dgm:pt modelId="{B5E12AA9-F36C-4E6E-89EA-ED28D5B2A80F}" type="pres">
      <dgm:prSet presAssocID="{830ED30B-F5A3-437B-AAFC-97AF7DDDBE3E}" presName="composite" presStyleCnt="0"/>
      <dgm:spPr/>
    </dgm:pt>
    <dgm:pt modelId="{0382576B-295B-4B95-93E9-44BAEC209264}" type="pres">
      <dgm:prSet presAssocID="{830ED30B-F5A3-437B-AAFC-97AF7DDDBE3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287EFB26-133D-4C5C-AEAE-2366BF6804A3}" type="pres">
      <dgm:prSet presAssocID="{830ED30B-F5A3-437B-AAFC-97AF7DDDBE3E}" presName="desTx" presStyleLbl="alignAccFollowNode1" presStyleIdx="1" presStyleCnt="4">
        <dgm:presLayoutVars>
          <dgm:bulletEnabled val="1"/>
        </dgm:presLayoutVars>
      </dgm:prSet>
      <dgm:spPr/>
    </dgm:pt>
    <dgm:pt modelId="{B429B6AE-E9BD-4D2E-BC96-5B137A597861}" type="pres">
      <dgm:prSet presAssocID="{13FAA64F-F1E2-4ADD-9FAD-B5AD99549C89}" presName="space" presStyleCnt="0"/>
      <dgm:spPr/>
    </dgm:pt>
    <dgm:pt modelId="{8F0F204A-94F6-4A8D-8A83-164FC15D4AFF}" type="pres">
      <dgm:prSet presAssocID="{7F18BBAD-E831-4952-8198-8252F6880530}" presName="composite" presStyleCnt="0"/>
      <dgm:spPr/>
    </dgm:pt>
    <dgm:pt modelId="{DF3882C6-9920-4095-8C4B-E39815614D2B}" type="pres">
      <dgm:prSet presAssocID="{7F18BBAD-E831-4952-8198-8252F6880530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0C73CEB2-AF4F-4795-9910-6417028922A5}" type="pres">
      <dgm:prSet presAssocID="{7F18BBAD-E831-4952-8198-8252F6880530}" presName="desTx" presStyleLbl="alignAccFollowNode1" presStyleIdx="2" presStyleCnt="4">
        <dgm:presLayoutVars>
          <dgm:bulletEnabled val="1"/>
        </dgm:presLayoutVars>
      </dgm:prSet>
      <dgm:spPr/>
    </dgm:pt>
    <dgm:pt modelId="{C319EE32-9ADA-4000-B580-C03A8DDEDE23}" type="pres">
      <dgm:prSet presAssocID="{DFFE759E-630C-4070-9074-03697455DC0E}" presName="space" presStyleCnt="0"/>
      <dgm:spPr/>
    </dgm:pt>
    <dgm:pt modelId="{CBC8AB5E-0686-4409-9140-007907065165}" type="pres">
      <dgm:prSet presAssocID="{87562689-0214-44A9-8F74-499BD329615E}" presName="composite" presStyleCnt="0"/>
      <dgm:spPr/>
    </dgm:pt>
    <dgm:pt modelId="{71542D97-32CA-41BF-9931-3713A0CA477B}" type="pres">
      <dgm:prSet presAssocID="{87562689-0214-44A9-8F74-499BD329615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B2815657-16DF-4510-9E9E-120A49009D0D}" type="pres">
      <dgm:prSet presAssocID="{87562689-0214-44A9-8F74-499BD329615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52DDF07-70BC-47D4-9C69-3A582EC5C0D1}" srcId="{7F18BBAD-E831-4952-8198-8252F6880530}" destId="{A509574C-EBCF-428A-B190-FAFCC68C7F4B}" srcOrd="0" destOrd="0" parTransId="{C64D9B3A-1CED-4137-A2B9-E02A07787BBA}" sibTransId="{D8F49F88-B80A-433C-A63F-21FBEE345508}"/>
    <dgm:cxn modelId="{A4AA2B0C-B8B6-4403-8C26-FBA0864EAA68}" type="presOf" srcId="{094EDBFB-ABC3-4239-934B-CFCA0B3023F1}" destId="{0C73CEB2-AF4F-4795-9910-6417028922A5}" srcOrd="0" destOrd="2" presId="urn:microsoft.com/office/officeart/2005/8/layout/hList1"/>
    <dgm:cxn modelId="{EF796926-34AA-4440-8BC6-832043AB0CFE}" type="presOf" srcId="{C4D632F1-AD02-4715-97BA-688D62620A5F}" destId="{25F7E7CA-10DC-49CA-B3AB-2217DAA04601}" srcOrd="0" destOrd="1" presId="urn:microsoft.com/office/officeart/2005/8/layout/hList1"/>
    <dgm:cxn modelId="{55280628-27CC-4443-A38E-FE50959487E9}" type="presOf" srcId="{C0C02889-F816-407B-9B74-F6833B0C3D6F}" destId="{0C73CEB2-AF4F-4795-9910-6417028922A5}" srcOrd="0" destOrd="1" presId="urn:microsoft.com/office/officeart/2005/8/layout/hList1"/>
    <dgm:cxn modelId="{10770C3E-6DC9-4EE0-8F85-035439D639D3}" type="presOf" srcId="{9813BB6F-6550-4C74-BF57-B49917D6B446}" destId="{B2815657-16DF-4510-9E9E-120A49009D0D}" srcOrd="0" destOrd="1" presId="urn:microsoft.com/office/officeart/2005/8/layout/hList1"/>
    <dgm:cxn modelId="{64B6C441-9B47-46F5-8C34-080101887503}" type="presOf" srcId="{830ED30B-F5A3-437B-AAFC-97AF7DDDBE3E}" destId="{0382576B-295B-4B95-93E9-44BAEC209264}" srcOrd="0" destOrd="0" presId="urn:microsoft.com/office/officeart/2005/8/layout/hList1"/>
    <dgm:cxn modelId="{25FBCC44-F88B-45C4-897F-B795C3DA3C21}" type="presOf" srcId="{E3697C04-3A64-4949-ABF2-FA25ED59480C}" destId="{287EFB26-133D-4C5C-AEAE-2366BF6804A3}" srcOrd="0" destOrd="1" presId="urn:microsoft.com/office/officeart/2005/8/layout/hList1"/>
    <dgm:cxn modelId="{58BF0746-DB66-4F5B-86EE-2B8E34259C2D}" srcId="{BDEBE678-6163-4018-9CFE-12DFE933EAA3}" destId="{01E275AE-44B4-4DFC-81BB-B536EE3F8B8C}" srcOrd="0" destOrd="0" parTransId="{3DE395EF-6E9D-4CF2-AB6A-1762C0FDE939}" sibTransId="{FFB7AFBC-8805-4E40-9651-D2E7D6B92C5D}"/>
    <dgm:cxn modelId="{A9CD2D48-5AB0-4F4D-A105-A73685879BDA}" type="presOf" srcId="{9095ED01-84B7-4925-840C-03657273201D}" destId="{287EFB26-133D-4C5C-AEAE-2366BF6804A3}" srcOrd="0" destOrd="2" presId="urn:microsoft.com/office/officeart/2005/8/layout/hList1"/>
    <dgm:cxn modelId="{6916044C-1365-4577-9819-AF086692341F}" type="presOf" srcId="{01E275AE-44B4-4DFC-81BB-B536EE3F8B8C}" destId="{8ECE2D6C-0D39-47F9-8D67-A8CC338ABCAB}" srcOrd="0" destOrd="0" presId="urn:microsoft.com/office/officeart/2005/8/layout/hList1"/>
    <dgm:cxn modelId="{84A9A04C-716C-4616-BE72-1DE61681E917}" srcId="{BDEBE678-6163-4018-9CFE-12DFE933EAA3}" destId="{830ED30B-F5A3-437B-AAFC-97AF7DDDBE3E}" srcOrd="1" destOrd="0" parTransId="{BE2EBC15-E50B-440A-B057-EFFA5E258318}" sibTransId="{13FAA64F-F1E2-4ADD-9FAD-B5AD99549C89}"/>
    <dgm:cxn modelId="{89CA4B4D-C7AD-47B9-B2FB-922E3E9F4669}" srcId="{87562689-0214-44A9-8F74-499BD329615E}" destId="{146E4BFD-A73A-4E70-8283-AE734D71A59D}" srcOrd="2" destOrd="0" parTransId="{D849F83C-0F62-4D3E-B409-4345DD098F6E}" sibTransId="{101799B6-0D4A-4F1D-9630-153BEDFA408E}"/>
    <dgm:cxn modelId="{C3D0C04D-B51C-42B9-AD07-D17EC68F3325}" srcId="{830ED30B-F5A3-437B-AAFC-97AF7DDDBE3E}" destId="{825CC708-41DB-4096-8D24-DC5C73330318}" srcOrd="0" destOrd="0" parTransId="{D92D23D7-3B17-4537-AC68-E4A3BE6B5260}" sibTransId="{F49F493F-99D3-4E05-8039-CDA0E003451E}"/>
    <dgm:cxn modelId="{E4F71572-7F24-4924-A105-AE1D379C0DFC}" srcId="{BDEBE678-6163-4018-9CFE-12DFE933EAA3}" destId="{7F18BBAD-E831-4952-8198-8252F6880530}" srcOrd="2" destOrd="0" parTransId="{B391D9EB-C7F5-4470-8ECF-49E892F82661}" sibTransId="{DFFE759E-630C-4070-9074-03697455DC0E}"/>
    <dgm:cxn modelId="{C85F1274-2407-4C5A-AC55-3C0A51363079}" type="presOf" srcId="{BDEBE678-6163-4018-9CFE-12DFE933EAA3}" destId="{B3AB4E37-19E7-4716-831E-8E35264F39CA}" srcOrd="0" destOrd="0" presId="urn:microsoft.com/office/officeart/2005/8/layout/hList1"/>
    <dgm:cxn modelId="{BB57EB76-13C7-4A18-BD27-497D54B01AB8}" srcId="{7F18BBAD-E831-4952-8198-8252F6880530}" destId="{094EDBFB-ABC3-4239-934B-CFCA0B3023F1}" srcOrd="2" destOrd="0" parTransId="{D748DC0D-193F-4149-AC0F-A25ADE5A170C}" sibTransId="{6CAA1496-6A0F-4BC1-8E9F-F27A2A7B86AE}"/>
    <dgm:cxn modelId="{22545180-06C2-4645-84CA-324BA769454A}" srcId="{87562689-0214-44A9-8F74-499BD329615E}" destId="{39D16B30-AD03-4BCC-B70D-0ED8B0A01E5D}" srcOrd="0" destOrd="0" parTransId="{48355EB7-0D6A-49D1-9B45-6AC35C748A8A}" sibTransId="{1B8B421A-DAB7-4BF5-9EFD-3CA61B82F02F}"/>
    <dgm:cxn modelId="{C3550381-C70B-4AAF-ABC9-775BC6ACAD55}" type="presOf" srcId="{825CC708-41DB-4096-8D24-DC5C73330318}" destId="{287EFB26-133D-4C5C-AEAE-2366BF6804A3}" srcOrd="0" destOrd="0" presId="urn:microsoft.com/office/officeart/2005/8/layout/hList1"/>
    <dgm:cxn modelId="{69903583-2275-47C7-8F61-BB4932C9D96B}" srcId="{830ED30B-F5A3-437B-AAFC-97AF7DDDBE3E}" destId="{4E2761CB-3DF7-405F-83E3-3CB00661A65D}" srcOrd="4" destOrd="0" parTransId="{DAD4758D-0EB8-402E-A45B-6C05B2132DA4}" sibTransId="{019F2F16-3C2D-4BE4-9665-F324D01E4F29}"/>
    <dgm:cxn modelId="{8451C985-1F90-4D12-8F94-CAB3CB6E88B5}" type="presOf" srcId="{146E4BFD-A73A-4E70-8283-AE734D71A59D}" destId="{B2815657-16DF-4510-9E9E-120A49009D0D}" srcOrd="0" destOrd="2" presId="urn:microsoft.com/office/officeart/2005/8/layout/hList1"/>
    <dgm:cxn modelId="{A9150B88-95FB-4AF1-95DA-0DB2BFE7D6DE}" srcId="{87562689-0214-44A9-8F74-499BD329615E}" destId="{9813BB6F-6550-4C74-BF57-B49917D6B446}" srcOrd="1" destOrd="0" parTransId="{852E8CA0-0F8D-4DEE-B8A1-0B340F3486D1}" sibTransId="{95E1CDD9-3DA3-49F4-A028-D99B401E45BD}"/>
    <dgm:cxn modelId="{27344488-8C52-44C0-B8B5-10463773A437}" type="presOf" srcId="{8B86F309-B8B9-4FB6-98F3-5D24267261EA}" destId="{287EFB26-133D-4C5C-AEAE-2366BF6804A3}" srcOrd="0" destOrd="3" presId="urn:microsoft.com/office/officeart/2005/8/layout/hList1"/>
    <dgm:cxn modelId="{F1C54F8B-0F2B-4AB8-9C7B-F5BAF27B36B9}" srcId="{830ED30B-F5A3-437B-AAFC-97AF7DDDBE3E}" destId="{E3697C04-3A64-4949-ABF2-FA25ED59480C}" srcOrd="1" destOrd="0" parTransId="{62C28054-244A-45F2-864E-843CA10B467A}" sibTransId="{0642A358-6958-4DA1-86DD-6FA399726CEC}"/>
    <dgm:cxn modelId="{98A3728B-D943-498B-B8BB-FBF3180A8068}" srcId="{7F18BBAD-E831-4952-8198-8252F6880530}" destId="{B22187DE-28B0-4E97-81D9-E5F8B807A509}" srcOrd="3" destOrd="0" parTransId="{07C1900C-96E1-4E1C-B655-90F0CBE3F08B}" sibTransId="{C9794CBA-A759-43E9-AEF0-5D5D0232DC25}"/>
    <dgm:cxn modelId="{0C097A8B-9650-4512-BC08-4A6384CE56DE}" type="presOf" srcId="{A509574C-EBCF-428A-B190-FAFCC68C7F4B}" destId="{0C73CEB2-AF4F-4795-9910-6417028922A5}" srcOrd="0" destOrd="0" presId="urn:microsoft.com/office/officeart/2005/8/layout/hList1"/>
    <dgm:cxn modelId="{AECA1B9A-4D88-4690-B73C-52F548FE050B}" srcId="{830ED30B-F5A3-437B-AAFC-97AF7DDDBE3E}" destId="{9095ED01-84B7-4925-840C-03657273201D}" srcOrd="2" destOrd="0" parTransId="{9FD778EC-A2AE-4D5B-840C-A5DF78DC56D8}" sibTransId="{FC223AEA-DE84-4B4B-9ED0-1238180A9EDA}"/>
    <dgm:cxn modelId="{6D7526A9-D39A-470D-85B6-E29E91BCA86C}" type="presOf" srcId="{4E2761CB-3DF7-405F-83E3-3CB00661A65D}" destId="{287EFB26-133D-4C5C-AEAE-2366BF6804A3}" srcOrd="0" destOrd="4" presId="urn:microsoft.com/office/officeart/2005/8/layout/hList1"/>
    <dgm:cxn modelId="{9BD8CBA9-68CF-4EBF-8C3A-F3463A9A7DA6}" srcId="{7F18BBAD-E831-4952-8198-8252F6880530}" destId="{C0C02889-F816-407B-9B74-F6833B0C3D6F}" srcOrd="1" destOrd="0" parTransId="{EDD4899A-ADB8-4267-A262-AA97B9797764}" sibTransId="{2C845A16-2080-4556-8E2D-05819A84F557}"/>
    <dgm:cxn modelId="{EE9A50AC-06C8-46CE-A7E4-01A0E9273AD1}" type="presOf" srcId="{87562689-0214-44A9-8F74-499BD329615E}" destId="{71542D97-32CA-41BF-9931-3713A0CA477B}" srcOrd="0" destOrd="0" presId="urn:microsoft.com/office/officeart/2005/8/layout/hList1"/>
    <dgm:cxn modelId="{FB20E2B1-786D-44FD-93AF-657768E7E0E1}" srcId="{01E275AE-44B4-4DFC-81BB-B536EE3F8B8C}" destId="{E5D81218-4A69-453E-A6B9-CCB2CFC51593}" srcOrd="0" destOrd="0" parTransId="{855553AD-F6BD-411B-8D54-5C31DB59B2FC}" sibTransId="{D621790A-2835-4588-BCCB-6E5103409BCB}"/>
    <dgm:cxn modelId="{38AEEEB4-C905-4721-8A20-4495D4B2799B}" type="presOf" srcId="{B22187DE-28B0-4E97-81D9-E5F8B807A509}" destId="{0C73CEB2-AF4F-4795-9910-6417028922A5}" srcOrd="0" destOrd="3" presId="urn:microsoft.com/office/officeart/2005/8/layout/hList1"/>
    <dgm:cxn modelId="{B7862BC6-F647-4C22-8DFF-C041407E4327}" type="presOf" srcId="{39D16B30-AD03-4BCC-B70D-0ED8B0A01E5D}" destId="{B2815657-16DF-4510-9E9E-120A49009D0D}" srcOrd="0" destOrd="0" presId="urn:microsoft.com/office/officeart/2005/8/layout/hList1"/>
    <dgm:cxn modelId="{3EDE66D3-55D0-4EA7-8A6B-6E93123B14BD}" type="presOf" srcId="{7F18BBAD-E831-4952-8198-8252F6880530}" destId="{DF3882C6-9920-4095-8C4B-E39815614D2B}" srcOrd="0" destOrd="0" presId="urn:microsoft.com/office/officeart/2005/8/layout/hList1"/>
    <dgm:cxn modelId="{024EFDE7-F78F-4B6C-8CB4-7B8B3D736722}" type="presOf" srcId="{E5D81218-4A69-453E-A6B9-CCB2CFC51593}" destId="{25F7E7CA-10DC-49CA-B3AB-2217DAA04601}" srcOrd="0" destOrd="0" presId="urn:microsoft.com/office/officeart/2005/8/layout/hList1"/>
    <dgm:cxn modelId="{CAF20DEF-B9DE-4F98-8C37-5310A0F9C22C}" srcId="{830ED30B-F5A3-437B-AAFC-97AF7DDDBE3E}" destId="{8B86F309-B8B9-4FB6-98F3-5D24267261EA}" srcOrd="3" destOrd="0" parTransId="{B960FD9D-FB7E-4C5D-B78D-CA73ED2D8706}" sibTransId="{E40978A9-FB22-4DB8-92DB-7093E24B1A7B}"/>
    <dgm:cxn modelId="{51D2CDF5-6B08-40B7-9AD0-4A602B83A9F9}" srcId="{BDEBE678-6163-4018-9CFE-12DFE933EAA3}" destId="{87562689-0214-44A9-8F74-499BD329615E}" srcOrd="3" destOrd="0" parTransId="{1D8C89C2-6797-4AD4-88B3-31D0C918C4AA}" sibTransId="{DC54FB14-B118-4AA7-8CF4-2D3AC4EE85FE}"/>
    <dgm:cxn modelId="{9F6EC4FF-2391-46C2-9CD8-626D21A75CF4}" srcId="{01E275AE-44B4-4DFC-81BB-B536EE3F8B8C}" destId="{C4D632F1-AD02-4715-97BA-688D62620A5F}" srcOrd="1" destOrd="0" parTransId="{5A333A70-05EB-46E2-9234-6EDE233D1CE0}" sibTransId="{85564629-33BD-4EE6-AF25-86B1918C5533}"/>
    <dgm:cxn modelId="{445A6D4B-E95A-4A1F-AD03-73019A4EE4B7}" type="presParOf" srcId="{B3AB4E37-19E7-4716-831E-8E35264F39CA}" destId="{9CC8B326-14C7-4AC2-9898-C86AA1468827}" srcOrd="0" destOrd="0" presId="urn:microsoft.com/office/officeart/2005/8/layout/hList1"/>
    <dgm:cxn modelId="{3890F001-8190-4720-A633-156D033F5DB4}" type="presParOf" srcId="{9CC8B326-14C7-4AC2-9898-C86AA1468827}" destId="{8ECE2D6C-0D39-47F9-8D67-A8CC338ABCAB}" srcOrd="0" destOrd="0" presId="urn:microsoft.com/office/officeart/2005/8/layout/hList1"/>
    <dgm:cxn modelId="{F08F188B-A634-4EBE-A153-B9F0C542FB08}" type="presParOf" srcId="{9CC8B326-14C7-4AC2-9898-C86AA1468827}" destId="{25F7E7CA-10DC-49CA-B3AB-2217DAA04601}" srcOrd="1" destOrd="0" presId="urn:microsoft.com/office/officeart/2005/8/layout/hList1"/>
    <dgm:cxn modelId="{046F903D-55F9-4A7E-9FF2-5C47C18D54CE}" type="presParOf" srcId="{B3AB4E37-19E7-4716-831E-8E35264F39CA}" destId="{24D61ACF-F853-4F18-8007-ACCA160C5C7F}" srcOrd="1" destOrd="0" presId="urn:microsoft.com/office/officeart/2005/8/layout/hList1"/>
    <dgm:cxn modelId="{523D05B2-10E6-42BA-AA98-EE632C88FD57}" type="presParOf" srcId="{B3AB4E37-19E7-4716-831E-8E35264F39CA}" destId="{B5E12AA9-F36C-4E6E-89EA-ED28D5B2A80F}" srcOrd="2" destOrd="0" presId="urn:microsoft.com/office/officeart/2005/8/layout/hList1"/>
    <dgm:cxn modelId="{BC373303-36B2-429B-8757-A7AA4BE4BC0D}" type="presParOf" srcId="{B5E12AA9-F36C-4E6E-89EA-ED28D5B2A80F}" destId="{0382576B-295B-4B95-93E9-44BAEC209264}" srcOrd="0" destOrd="0" presId="urn:microsoft.com/office/officeart/2005/8/layout/hList1"/>
    <dgm:cxn modelId="{4AEE9560-250E-46E1-BD76-DDA7CB3004C9}" type="presParOf" srcId="{B5E12AA9-F36C-4E6E-89EA-ED28D5B2A80F}" destId="{287EFB26-133D-4C5C-AEAE-2366BF6804A3}" srcOrd="1" destOrd="0" presId="urn:microsoft.com/office/officeart/2005/8/layout/hList1"/>
    <dgm:cxn modelId="{65E33C0A-FE3C-41E6-B0A4-AB73F8F7031C}" type="presParOf" srcId="{B3AB4E37-19E7-4716-831E-8E35264F39CA}" destId="{B429B6AE-E9BD-4D2E-BC96-5B137A597861}" srcOrd="3" destOrd="0" presId="urn:microsoft.com/office/officeart/2005/8/layout/hList1"/>
    <dgm:cxn modelId="{A8C3D6F9-20EE-4F4D-B8C9-6A316046AEBE}" type="presParOf" srcId="{B3AB4E37-19E7-4716-831E-8E35264F39CA}" destId="{8F0F204A-94F6-4A8D-8A83-164FC15D4AFF}" srcOrd="4" destOrd="0" presId="urn:microsoft.com/office/officeart/2005/8/layout/hList1"/>
    <dgm:cxn modelId="{BC79758F-8881-4B4A-8885-81777C814DB5}" type="presParOf" srcId="{8F0F204A-94F6-4A8D-8A83-164FC15D4AFF}" destId="{DF3882C6-9920-4095-8C4B-E39815614D2B}" srcOrd="0" destOrd="0" presId="urn:microsoft.com/office/officeart/2005/8/layout/hList1"/>
    <dgm:cxn modelId="{11280A80-2033-4834-A144-8DF38426460C}" type="presParOf" srcId="{8F0F204A-94F6-4A8D-8A83-164FC15D4AFF}" destId="{0C73CEB2-AF4F-4795-9910-6417028922A5}" srcOrd="1" destOrd="0" presId="urn:microsoft.com/office/officeart/2005/8/layout/hList1"/>
    <dgm:cxn modelId="{65854414-B021-4421-B943-DB4F9A5E5050}" type="presParOf" srcId="{B3AB4E37-19E7-4716-831E-8E35264F39CA}" destId="{C319EE32-9ADA-4000-B580-C03A8DDEDE23}" srcOrd="5" destOrd="0" presId="urn:microsoft.com/office/officeart/2005/8/layout/hList1"/>
    <dgm:cxn modelId="{CFF8C3F0-3927-4431-8F91-FEE5CB81D0CD}" type="presParOf" srcId="{B3AB4E37-19E7-4716-831E-8E35264F39CA}" destId="{CBC8AB5E-0686-4409-9140-007907065165}" srcOrd="6" destOrd="0" presId="urn:microsoft.com/office/officeart/2005/8/layout/hList1"/>
    <dgm:cxn modelId="{1EDFC608-009B-419B-A59C-6E241DE82DD0}" type="presParOf" srcId="{CBC8AB5E-0686-4409-9140-007907065165}" destId="{71542D97-32CA-41BF-9931-3713A0CA477B}" srcOrd="0" destOrd="0" presId="urn:microsoft.com/office/officeart/2005/8/layout/hList1"/>
    <dgm:cxn modelId="{E8960583-4B1C-43CC-A5D0-A95839E90B85}" type="presParOf" srcId="{CBC8AB5E-0686-4409-9140-007907065165}" destId="{B2815657-16DF-4510-9E9E-120A49009D0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61C9A025-0C73-4503-804F-F8BC6770B740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C324895-4C1E-4F1C-A140-B167B2D3B6B7}">
      <dgm:prSet/>
      <dgm:spPr/>
      <dgm:t>
        <a:bodyPr/>
        <a:lstStyle/>
        <a:p>
          <a:r>
            <a:rPr lang="tr-TR" dirty="0" err="1"/>
            <a:t>Opening</a:t>
          </a:r>
          <a:r>
            <a:rPr lang="tr-TR" dirty="0"/>
            <a:t> </a:t>
          </a:r>
          <a:r>
            <a:rPr lang="tr-TR" dirty="0" err="1"/>
            <a:t>with</a:t>
          </a:r>
          <a:r>
            <a:rPr lang="tr-TR" dirty="0"/>
            <a:t> </a:t>
          </a:r>
          <a:r>
            <a:rPr lang="tr-TR" dirty="0" err="1"/>
            <a:t>associated</a:t>
          </a:r>
          <a:r>
            <a:rPr lang="tr-TR" dirty="0"/>
            <a:t> program</a:t>
          </a:r>
          <a:endParaRPr lang="en-US" dirty="0"/>
        </a:p>
      </dgm:t>
    </dgm:pt>
    <dgm:pt modelId="{4C433FC1-EBA8-492D-BAAF-BDCF80DA971D}" type="parTrans" cxnId="{99B376A5-68B5-49F2-BF9D-A56865B09C57}">
      <dgm:prSet/>
      <dgm:spPr/>
      <dgm:t>
        <a:bodyPr/>
        <a:lstStyle/>
        <a:p>
          <a:endParaRPr lang="en-US"/>
        </a:p>
      </dgm:t>
    </dgm:pt>
    <dgm:pt modelId="{B92D2EE1-91A0-49E2-9C60-B3335855EDFA}" type="sibTrans" cxnId="{99B376A5-68B5-49F2-BF9D-A56865B09C57}">
      <dgm:prSet/>
      <dgm:spPr/>
      <dgm:t>
        <a:bodyPr/>
        <a:lstStyle/>
        <a:p>
          <a:endParaRPr lang="en-US"/>
        </a:p>
      </dgm:t>
    </dgm:pt>
    <dgm:pt modelId="{C663ECD5-5E9B-45E3-9BD4-E795A4130ED5}">
      <dgm:prSet/>
      <dgm:spPr/>
      <dgm:t>
        <a:bodyPr/>
        <a:lstStyle/>
        <a:p>
          <a:r>
            <a:rPr lang="en-US" dirty="0"/>
            <a:t>automatically launch the</a:t>
          </a:r>
          <a:r>
            <a:rPr lang="tr-TR" dirty="0"/>
            <a:t> </a:t>
          </a:r>
          <a:r>
            <a:rPr lang="en-US" dirty="0"/>
            <a:t>application</a:t>
          </a:r>
          <a:r>
            <a:rPr lang="tr-TR" dirty="0"/>
            <a:t> </a:t>
          </a:r>
          <a:r>
            <a:rPr lang="en-US" dirty="0"/>
            <a:t>associated with the .txt file extension</a:t>
          </a:r>
        </a:p>
      </dgm:t>
    </dgm:pt>
    <dgm:pt modelId="{16CF3246-8907-4B0E-B416-9ED178072DD3}" type="parTrans" cxnId="{E36C9E44-A22D-4AD7-994F-AB5ABDB2B0D2}">
      <dgm:prSet/>
      <dgm:spPr/>
      <dgm:t>
        <a:bodyPr/>
        <a:lstStyle/>
        <a:p>
          <a:endParaRPr lang="en-US"/>
        </a:p>
      </dgm:t>
    </dgm:pt>
    <dgm:pt modelId="{5497508A-EF9E-400B-9F91-F501FF02DCB7}" type="sibTrans" cxnId="{E36C9E44-A22D-4AD7-994F-AB5ABDB2B0D2}">
      <dgm:prSet/>
      <dgm:spPr/>
      <dgm:t>
        <a:bodyPr/>
        <a:lstStyle/>
        <a:p>
          <a:endParaRPr lang="en-US"/>
        </a:p>
      </dgm:t>
    </dgm:pt>
    <dgm:pt modelId="{316806EC-CD87-4AB7-9EFE-117DC5DA5440}">
      <dgm:prSet/>
      <dgm:spPr/>
      <dgm:t>
        <a:bodyPr/>
        <a:lstStyle/>
        <a:p>
          <a:r>
            <a:rPr lang="tr-TR"/>
            <a:t>The </a:t>
          </a:r>
          <a:r>
            <a:rPr lang="en-US"/>
            <a:t>computer will have</a:t>
          </a:r>
        </a:p>
      </dgm:t>
    </dgm:pt>
    <dgm:pt modelId="{E8ED3F26-08EF-46E2-BABE-0F7BCA5C126E}" type="parTrans" cxnId="{0C68FDED-41FA-4CD3-8EA3-1AA14BC730E0}">
      <dgm:prSet/>
      <dgm:spPr/>
      <dgm:t>
        <a:bodyPr/>
        <a:lstStyle/>
        <a:p>
          <a:endParaRPr lang="en-US"/>
        </a:p>
      </dgm:t>
    </dgm:pt>
    <dgm:pt modelId="{E46AA711-C3C9-464F-81FA-EDEFB4D4B5A2}" type="sibTrans" cxnId="{0C68FDED-41FA-4CD3-8EA3-1AA14BC730E0}">
      <dgm:prSet/>
      <dgm:spPr/>
      <dgm:t>
        <a:bodyPr/>
        <a:lstStyle/>
        <a:p>
          <a:endParaRPr lang="en-US"/>
        </a:p>
      </dgm:t>
    </dgm:pt>
    <dgm:pt modelId="{FD9E0D36-24FC-4A82-9767-8EC52F4B2DC0}">
      <dgm:prSet/>
      <dgm:spPr/>
      <dgm:t>
        <a:bodyPr/>
        <a:lstStyle/>
        <a:p>
          <a:r>
            <a:rPr lang="en-US"/>
            <a:t>several of these file extension</a:t>
          </a:r>
        </a:p>
      </dgm:t>
    </dgm:pt>
    <dgm:pt modelId="{6A83EF75-5BB2-4504-9696-CC8D48549E06}" type="parTrans" cxnId="{98A7F94A-E868-4374-A9EB-5177AD0688DE}">
      <dgm:prSet/>
      <dgm:spPr/>
      <dgm:t>
        <a:bodyPr/>
        <a:lstStyle/>
        <a:p>
          <a:endParaRPr lang="en-US"/>
        </a:p>
      </dgm:t>
    </dgm:pt>
    <dgm:pt modelId="{7D1DDBCB-42DC-434F-B936-A03051F12B31}" type="sibTrans" cxnId="{98A7F94A-E868-4374-A9EB-5177AD0688DE}">
      <dgm:prSet/>
      <dgm:spPr/>
      <dgm:t>
        <a:bodyPr/>
        <a:lstStyle/>
        <a:p>
          <a:endParaRPr lang="en-US"/>
        </a:p>
      </dgm:t>
    </dgm:pt>
    <dgm:pt modelId="{B6DCE46A-7108-40D7-B0AF-1E70227742C6}">
      <dgm:prSet/>
      <dgm:spPr/>
      <dgm:t>
        <a:bodyPr/>
        <a:lstStyle/>
        <a:p>
          <a:r>
            <a:rPr lang="en-US"/>
            <a:t>associations set up already. </a:t>
          </a:r>
        </a:p>
      </dgm:t>
    </dgm:pt>
    <dgm:pt modelId="{B3C67702-42D7-4B56-A34D-323046145595}" type="parTrans" cxnId="{B0B255E6-4861-4E99-8598-2DABD355855B}">
      <dgm:prSet/>
      <dgm:spPr/>
      <dgm:t>
        <a:bodyPr/>
        <a:lstStyle/>
        <a:p>
          <a:endParaRPr lang="en-US"/>
        </a:p>
      </dgm:t>
    </dgm:pt>
    <dgm:pt modelId="{A6B67A13-E970-46EC-832E-C2A6DA74DECD}" type="sibTrans" cxnId="{B0B255E6-4861-4E99-8598-2DABD355855B}">
      <dgm:prSet/>
      <dgm:spPr/>
      <dgm:t>
        <a:bodyPr/>
        <a:lstStyle/>
        <a:p>
          <a:endParaRPr lang="en-US"/>
        </a:p>
      </dgm:t>
    </dgm:pt>
    <dgm:pt modelId="{DC537D89-2CD0-41E5-AC67-8A61E464759E}">
      <dgm:prSet/>
      <dgm:spPr/>
      <dgm:t>
        <a:bodyPr/>
        <a:lstStyle/>
        <a:p>
          <a:r>
            <a:rPr lang="en-US"/>
            <a:t>Python</a:t>
          </a:r>
        </a:p>
      </dgm:t>
    </dgm:pt>
    <dgm:pt modelId="{CDB2416D-8AAC-4CE0-A920-C7D3EA0DBFC8}" type="parTrans" cxnId="{09487698-70A9-45F9-9907-19C15E9263E8}">
      <dgm:prSet/>
      <dgm:spPr/>
      <dgm:t>
        <a:bodyPr/>
        <a:lstStyle/>
        <a:p>
          <a:endParaRPr lang="en-US"/>
        </a:p>
      </dgm:t>
    </dgm:pt>
    <dgm:pt modelId="{15E689AC-0E18-4D03-9BF5-CE4FC637B0ED}" type="sibTrans" cxnId="{09487698-70A9-45F9-9907-19C15E9263E8}">
      <dgm:prSet/>
      <dgm:spPr/>
      <dgm:t>
        <a:bodyPr/>
        <a:lstStyle/>
        <a:p>
          <a:endParaRPr lang="en-US"/>
        </a:p>
      </dgm:t>
    </dgm:pt>
    <dgm:pt modelId="{33EE7481-2FFE-480A-8918-AE3F7E46A309}">
      <dgm:prSet/>
      <dgm:spPr/>
      <dgm:t>
        <a:bodyPr/>
        <a:lstStyle/>
        <a:p>
          <a:r>
            <a:rPr lang="en-US"/>
            <a:t>can also</a:t>
          </a:r>
          <a:r>
            <a:rPr lang="tr-TR"/>
            <a:t> </a:t>
          </a:r>
          <a:r>
            <a:rPr lang="en-US"/>
            <a:t>open files</a:t>
          </a:r>
        </a:p>
      </dgm:t>
    </dgm:pt>
    <dgm:pt modelId="{40406248-0A92-4837-9F08-428488163011}" type="parTrans" cxnId="{6010D138-B51C-4DEE-9443-B5E61DE2D365}">
      <dgm:prSet/>
      <dgm:spPr/>
      <dgm:t>
        <a:bodyPr/>
        <a:lstStyle/>
        <a:p>
          <a:endParaRPr lang="en-US"/>
        </a:p>
      </dgm:t>
    </dgm:pt>
    <dgm:pt modelId="{1ADE6DE5-9627-457C-B54A-698ABEFBFDE3}" type="sibTrans" cxnId="{6010D138-B51C-4DEE-9443-B5E61DE2D365}">
      <dgm:prSet/>
      <dgm:spPr/>
      <dgm:t>
        <a:bodyPr/>
        <a:lstStyle/>
        <a:p>
          <a:endParaRPr lang="en-US"/>
        </a:p>
      </dgm:t>
    </dgm:pt>
    <dgm:pt modelId="{31E95404-D26B-4337-AB61-A497553C5DF9}">
      <dgm:prSet/>
      <dgm:spPr/>
      <dgm:t>
        <a:bodyPr/>
        <a:lstStyle/>
        <a:p>
          <a:r>
            <a:rPr lang="en-US" dirty="0"/>
            <a:t>this way with </a:t>
          </a:r>
          <a:r>
            <a:rPr lang="en-US" i="1" dirty="0" err="1"/>
            <a:t>Popen</a:t>
          </a:r>
          <a:r>
            <a:rPr lang="en-US" i="1" dirty="0"/>
            <a:t>()</a:t>
          </a:r>
        </a:p>
      </dgm:t>
    </dgm:pt>
    <dgm:pt modelId="{87CB5C79-84C9-4412-8B36-23FBE1D5EFB1}" type="parTrans" cxnId="{825DCA63-CE4A-4051-BA22-2600E37BC0AE}">
      <dgm:prSet/>
      <dgm:spPr/>
      <dgm:t>
        <a:bodyPr/>
        <a:lstStyle/>
        <a:p>
          <a:endParaRPr lang="en-US"/>
        </a:p>
      </dgm:t>
    </dgm:pt>
    <dgm:pt modelId="{DA4E0F59-B321-4EC2-B5C7-AC5FED8CAC15}" type="sibTrans" cxnId="{825DCA63-CE4A-4051-BA22-2600E37BC0AE}">
      <dgm:prSet/>
      <dgm:spPr/>
      <dgm:t>
        <a:bodyPr/>
        <a:lstStyle/>
        <a:p>
          <a:endParaRPr lang="en-US"/>
        </a:p>
      </dgm:t>
    </dgm:pt>
    <dgm:pt modelId="{785F6271-0BCC-47DF-AFE2-901A065773B1}">
      <dgm:prSet/>
      <dgm:spPr/>
      <dgm:t>
        <a:bodyPr/>
        <a:lstStyle/>
        <a:p>
          <a:r>
            <a:rPr lang="en-US" dirty="0"/>
            <a:t>Double-clicking a .txt file on </a:t>
          </a:r>
          <a:r>
            <a:rPr lang="tr-TR" dirty="0" err="1"/>
            <a:t>the</a:t>
          </a:r>
          <a:r>
            <a:rPr lang="en-US" dirty="0"/>
            <a:t> computer</a:t>
          </a:r>
        </a:p>
      </dgm:t>
    </dgm:pt>
    <dgm:pt modelId="{C8AF2240-A87B-4A1C-A119-17A413B14B20}" type="parTrans" cxnId="{E08DCF13-236F-4EEB-8641-05BEFFCE979F}">
      <dgm:prSet/>
      <dgm:spPr/>
      <dgm:t>
        <a:bodyPr/>
        <a:lstStyle/>
        <a:p>
          <a:endParaRPr lang="en-US"/>
        </a:p>
      </dgm:t>
    </dgm:pt>
    <dgm:pt modelId="{B1E04360-B53B-4F8F-A3FA-F93D1E944DC8}" type="sibTrans" cxnId="{E08DCF13-236F-4EEB-8641-05BEFFCE979F}">
      <dgm:prSet/>
      <dgm:spPr/>
      <dgm:t>
        <a:bodyPr/>
        <a:lstStyle/>
        <a:p>
          <a:endParaRPr lang="en-US"/>
        </a:p>
      </dgm:t>
    </dgm:pt>
    <dgm:pt modelId="{C1263396-62B0-4A6E-B7C6-025D2BD8F9AE}" type="pres">
      <dgm:prSet presAssocID="{61C9A025-0C73-4503-804F-F8BC6770B740}" presName="Name0" presStyleCnt="0">
        <dgm:presLayoutVars>
          <dgm:dir/>
          <dgm:animLvl val="lvl"/>
          <dgm:resizeHandles val="exact"/>
        </dgm:presLayoutVars>
      </dgm:prSet>
      <dgm:spPr/>
    </dgm:pt>
    <dgm:pt modelId="{D03A1ADD-3A82-45ED-851B-1B0514FBD1C5}" type="pres">
      <dgm:prSet presAssocID="{9C324895-4C1E-4F1C-A140-B167B2D3B6B7}" presName="composite" presStyleCnt="0"/>
      <dgm:spPr/>
    </dgm:pt>
    <dgm:pt modelId="{AE50F23A-1DC8-4533-A745-F479EB638EB4}" type="pres">
      <dgm:prSet presAssocID="{9C324895-4C1E-4F1C-A140-B167B2D3B6B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0E8BA24-D016-43B0-9786-278DA55720A3}" type="pres">
      <dgm:prSet presAssocID="{9C324895-4C1E-4F1C-A140-B167B2D3B6B7}" presName="desTx" presStyleLbl="alignAccFollowNode1" presStyleIdx="0" presStyleCnt="3">
        <dgm:presLayoutVars>
          <dgm:bulletEnabled val="1"/>
        </dgm:presLayoutVars>
      </dgm:prSet>
      <dgm:spPr/>
    </dgm:pt>
    <dgm:pt modelId="{CE3F91B7-B61D-45F9-BFAE-E67B590308B0}" type="pres">
      <dgm:prSet presAssocID="{B92D2EE1-91A0-49E2-9C60-B3335855EDFA}" presName="space" presStyleCnt="0"/>
      <dgm:spPr/>
    </dgm:pt>
    <dgm:pt modelId="{AD63CE37-D95A-4F45-9A99-2B5679579C1B}" type="pres">
      <dgm:prSet presAssocID="{316806EC-CD87-4AB7-9EFE-117DC5DA5440}" presName="composite" presStyleCnt="0"/>
      <dgm:spPr/>
    </dgm:pt>
    <dgm:pt modelId="{518382C1-B986-4EB0-9ED1-1DC2465F0C9A}" type="pres">
      <dgm:prSet presAssocID="{316806EC-CD87-4AB7-9EFE-117DC5DA544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9104662-4209-4837-9160-FE0B5126159F}" type="pres">
      <dgm:prSet presAssocID="{316806EC-CD87-4AB7-9EFE-117DC5DA5440}" presName="desTx" presStyleLbl="alignAccFollowNode1" presStyleIdx="1" presStyleCnt="3">
        <dgm:presLayoutVars>
          <dgm:bulletEnabled val="1"/>
        </dgm:presLayoutVars>
      </dgm:prSet>
      <dgm:spPr/>
    </dgm:pt>
    <dgm:pt modelId="{7FA4E43C-BFEF-433C-8001-0116B560752D}" type="pres">
      <dgm:prSet presAssocID="{E46AA711-C3C9-464F-81FA-EDEFB4D4B5A2}" presName="space" presStyleCnt="0"/>
      <dgm:spPr/>
    </dgm:pt>
    <dgm:pt modelId="{0AD720FF-F6C1-4210-BF58-2198366183A4}" type="pres">
      <dgm:prSet presAssocID="{DC537D89-2CD0-41E5-AC67-8A61E464759E}" presName="composite" presStyleCnt="0"/>
      <dgm:spPr/>
    </dgm:pt>
    <dgm:pt modelId="{354393D9-085E-473A-B614-1E95F0D914DE}" type="pres">
      <dgm:prSet presAssocID="{DC537D89-2CD0-41E5-AC67-8A61E464759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5CBD1CB-BB50-4020-A5B8-337911546565}" type="pres">
      <dgm:prSet presAssocID="{DC537D89-2CD0-41E5-AC67-8A61E464759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E91C903-605D-44DA-A331-D9F17A8FF163}" type="presOf" srcId="{FD9E0D36-24FC-4A82-9767-8EC52F4B2DC0}" destId="{99104662-4209-4837-9160-FE0B5126159F}" srcOrd="0" destOrd="0" presId="urn:microsoft.com/office/officeart/2005/8/layout/hList1"/>
    <dgm:cxn modelId="{A09A000C-2668-4203-8078-F6FA0211C6F8}" type="presOf" srcId="{785F6271-0BCC-47DF-AFE2-901A065773B1}" destId="{60E8BA24-D016-43B0-9786-278DA55720A3}" srcOrd="0" destOrd="0" presId="urn:microsoft.com/office/officeart/2005/8/layout/hList1"/>
    <dgm:cxn modelId="{878B8C0E-DC98-443B-934A-A90579E26196}" type="presOf" srcId="{61C9A025-0C73-4503-804F-F8BC6770B740}" destId="{C1263396-62B0-4A6E-B7C6-025D2BD8F9AE}" srcOrd="0" destOrd="0" presId="urn:microsoft.com/office/officeart/2005/8/layout/hList1"/>
    <dgm:cxn modelId="{E08DCF13-236F-4EEB-8641-05BEFFCE979F}" srcId="{9C324895-4C1E-4F1C-A140-B167B2D3B6B7}" destId="{785F6271-0BCC-47DF-AFE2-901A065773B1}" srcOrd="0" destOrd="0" parTransId="{C8AF2240-A87B-4A1C-A119-17A413B14B20}" sibTransId="{B1E04360-B53B-4F8F-A3FA-F93D1E944DC8}"/>
    <dgm:cxn modelId="{6010D138-B51C-4DEE-9443-B5E61DE2D365}" srcId="{DC537D89-2CD0-41E5-AC67-8A61E464759E}" destId="{33EE7481-2FFE-480A-8918-AE3F7E46A309}" srcOrd="0" destOrd="0" parTransId="{40406248-0A92-4837-9F08-428488163011}" sibTransId="{1ADE6DE5-9627-457C-B54A-698ABEFBFDE3}"/>
    <dgm:cxn modelId="{825DCA63-CE4A-4051-BA22-2600E37BC0AE}" srcId="{DC537D89-2CD0-41E5-AC67-8A61E464759E}" destId="{31E95404-D26B-4337-AB61-A497553C5DF9}" srcOrd="1" destOrd="0" parTransId="{87CB5C79-84C9-4412-8B36-23FBE1D5EFB1}" sibTransId="{DA4E0F59-B321-4EC2-B5C7-AC5FED8CAC15}"/>
    <dgm:cxn modelId="{E36C9E44-A22D-4AD7-994F-AB5ABDB2B0D2}" srcId="{9C324895-4C1E-4F1C-A140-B167B2D3B6B7}" destId="{C663ECD5-5E9B-45E3-9BD4-E795A4130ED5}" srcOrd="1" destOrd="0" parTransId="{16CF3246-8907-4B0E-B416-9ED178072DD3}" sibTransId="{5497508A-EF9E-400B-9F91-F501FF02DCB7}"/>
    <dgm:cxn modelId="{CE8CEB69-7DEB-46BC-A64A-F9E4FC042787}" type="presOf" srcId="{DC537D89-2CD0-41E5-AC67-8A61E464759E}" destId="{354393D9-085E-473A-B614-1E95F0D914DE}" srcOrd="0" destOrd="0" presId="urn:microsoft.com/office/officeart/2005/8/layout/hList1"/>
    <dgm:cxn modelId="{98A7F94A-E868-4374-A9EB-5177AD0688DE}" srcId="{316806EC-CD87-4AB7-9EFE-117DC5DA5440}" destId="{FD9E0D36-24FC-4A82-9767-8EC52F4B2DC0}" srcOrd="0" destOrd="0" parTransId="{6A83EF75-5BB2-4504-9696-CC8D48549E06}" sibTransId="{7D1DDBCB-42DC-434F-B936-A03051F12B31}"/>
    <dgm:cxn modelId="{7338CD52-A2AF-4236-880D-EC7CB4B671CD}" type="presOf" srcId="{31E95404-D26B-4337-AB61-A497553C5DF9}" destId="{A5CBD1CB-BB50-4020-A5B8-337911546565}" srcOrd="0" destOrd="1" presId="urn:microsoft.com/office/officeart/2005/8/layout/hList1"/>
    <dgm:cxn modelId="{09487698-70A9-45F9-9907-19C15E9263E8}" srcId="{61C9A025-0C73-4503-804F-F8BC6770B740}" destId="{DC537D89-2CD0-41E5-AC67-8A61E464759E}" srcOrd="2" destOrd="0" parTransId="{CDB2416D-8AAC-4CE0-A920-C7D3EA0DBFC8}" sibTransId="{15E689AC-0E18-4D03-9BF5-CE4FC637B0ED}"/>
    <dgm:cxn modelId="{1350889B-7898-4E98-B612-3FB91F774945}" type="presOf" srcId="{C663ECD5-5E9B-45E3-9BD4-E795A4130ED5}" destId="{60E8BA24-D016-43B0-9786-278DA55720A3}" srcOrd="0" destOrd="1" presId="urn:microsoft.com/office/officeart/2005/8/layout/hList1"/>
    <dgm:cxn modelId="{99B376A5-68B5-49F2-BF9D-A56865B09C57}" srcId="{61C9A025-0C73-4503-804F-F8BC6770B740}" destId="{9C324895-4C1E-4F1C-A140-B167B2D3B6B7}" srcOrd="0" destOrd="0" parTransId="{4C433FC1-EBA8-492D-BAAF-BDCF80DA971D}" sibTransId="{B92D2EE1-91A0-49E2-9C60-B3335855EDFA}"/>
    <dgm:cxn modelId="{E57D72A7-BB72-401F-819C-4E2F0B0C02C5}" type="presOf" srcId="{33EE7481-2FFE-480A-8918-AE3F7E46A309}" destId="{A5CBD1CB-BB50-4020-A5B8-337911546565}" srcOrd="0" destOrd="0" presId="urn:microsoft.com/office/officeart/2005/8/layout/hList1"/>
    <dgm:cxn modelId="{D4E8D5BD-2C54-4F48-BC10-D9E4DC6DBD3E}" type="presOf" srcId="{316806EC-CD87-4AB7-9EFE-117DC5DA5440}" destId="{518382C1-B986-4EB0-9ED1-1DC2465F0C9A}" srcOrd="0" destOrd="0" presId="urn:microsoft.com/office/officeart/2005/8/layout/hList1"/>
    <dgm:cxn modelId="{B0B255E6-4861-4E99-8598-2DABD355855B}" srcId="{316806EC-CD87-4AB7-9EFE-117DC5DA5440}" destId="{B6DCE46A-7108-40D7-B0AF-1E70227742C6}" srcOrd="1" destOrd="0" parTransId="{B3C67702-42D7-4B56-A34D-323046145595}" sibTransId="{A6B67A13-E970-46EC-832E-C2A6DA74DECD}"/>
    <dgm:cxn modelId="{0C68FDED-41FA-4CD3-8EA3-1AA14BC730E0}" srcId="{61C9A025-0C73-4503-804F-F8BC6770B740}" destId="{316806EC-CD87-4AB7-9EFE-117DC5DA5440}" srcOrd="1" destOrd="0" parTransId="{E8ED3F26-08EF-46E2-BABE-0F7BCA5C126E}" sibTransId="{E46AA711-C3C9-464F-81FA-EDEFB4D4B5A2}"/>
    <dgm:cxn modelId="{4301CEF2-A79A-44FA-9EEE-FB5339B9178A}" type="presOf" srcId="{9C324895-4C1E-4F1C-A140-B167B2D3B6B7}" destId="{AE50F23A-1DC8-4533-A745-F479EB638EB4}" srcOrd="0" destOrd="0" presId="urn:microsoft.com/office/officeart/2005/8/layout/hList1"/>
    <dgm:cxn modelId="{D9E053F3-6A05-4112-8E2C-A3E6503F1D8B}" type="presOf" srcId="{B6DCE46A-7108-40D7-B0AF-1E70227742C6}" destId="{99104662-4209-4837-9160-FE0B5126159F}" srcOrd="0" destOrd="1" presId="urn:microsoft.com/office/officeart/2005/8/layout/hList1"/>
    <dgm:cxn modelId="{A1B7D216-1447-4003-B190-FE475E8D143D}" type="presParOf" srcId="{C1263396-62B0-4A6E-B7C6-025D2BD8F9AE}" destId="{D03A1ADD-3A82-45ED-851B-1B0514FBD1C5}" srcOrd="0" destOrd="0" presId="urn:microsoft.com/office/officeart/2005/8/layout/hList1"/>
    <dgm:cxn modelId="{10B3934A-452C-4C46-8DC2-1452069E236B}" type="presParOf" srcId="{D03A1ADD-3A82-45ED-851B-1B0514FBD1C5}" destId="{AE50F23A-1DC8-4533-A745-F479EB638EB4}" srcOrd="0" destOrd="0" presId="urn:microsoft.com/office/officeart/2005/8/layout/hList1"/>
    <dgm:cxn modelId="{8EF2FBE5-2C33-4AAB-9A5F-7B36D5B75247}" type="presParOf" srcId="{D03A1ADD-3A82-45ED-851B-1B0514FBD1C5}" destId="{60E8BA24-D016-43B0-9786-278DA55720A3}" srcOrd="1" destOrd="0" presId="urn:microsoft.com/office/officeart/2005/8/layout/hList1"/>
    <dgm:cxn modelId="{70603274-06B4-44DD-AE41-59DE576A4D9E}" type="presParOf" srcId="{C1263396-62B0-4A6E-B7C6-025D2BD8F9AE}" destId="{CE3F91B7-B61D-45F9-BFAE-E67B590308B0}" srcOrd="1" destOrd="0" presId="urn:microsoft.com/office/officeart/2005/8/layout/hList1"/>
    <dgm:cxn modelId="{F528C478-19BD-4E93-BE0C-B3B5E61B93F8}" type="presParOf" srcId="{C1263396-62B0-4A6E-B7C6-025D2BD8F9AE}" destId="{AD63CE37-D95A-4F45-9A99-2B5679579C1B}" srcOrd="2" destOrd="0" presId="urn:microsoft.com/office/officeart/2005/8/layout/hList1"/>
    <dgm:cxn modelId="{A4425358-3965-4FC0-AA0B-18BFDABB299E}" type="presParOf" srcId="{AD63CE37-D95A-4F45-9A99-2B5679579C1B}" destId="{518382C1-B986-4EB0-9ED1-1DC2465F0C9A}" srcOrd="0" destOrd="0" presId="urn:microsoft.com/office/officeart/2005/8/layout/hList1"/>
    <dgm:cxn modelId="{BD0E9874-E61D-4318-ABFD-8F795EC7539C}" type="presParOf" srcId="{AD63CE37-D95A-4F45-9A99-2B5679579C1B}" destId="{99104662-4209-4837-9160-FE0B5126159F}" srcOrd="1" destOrd="0" presId="urn:microsoft.com/office/officeart/2005/8/layout/hList1"/>
    <dgm:cxn modelId="{85400EC8-C392-4919-8BE6-D44FB2153070}" type="presParOf" srcId="{C1263396-62B0-4A6E-B7C6-025D2BD8F9AE}" destId="{7FA4E43C-BFEF-433C-8001-0116B560752D}" srcOrd="3" destOrd="0" presId="urn:microsoft.com/office/officeart/2005/8/layout/hList1"/>
    <dgm:cxn modelId="{D2D1C7BD-A11E-425C-8438-CE95F2C7D6B0}" type="presParOf" srcId="{C1263396-62B0-4A6E-B7C6-025D2BD8F9AE}" destId="{0AD720FF-F6C1-4210-BF58-2198366183A4}" srcOrd="4" destOrd="0" presId="urn:microsoft.com/office/officeart/2005/8/layout/hList1"/>
    <dgm:cxn modelId="{0D6DD964-A14A-4BFC-A898-0CFB53306994}" type="presParOf" srcId="{0AD720FF-F6C1-4210-BF58-2198366183A4}" destId="{354393D9-085E-473A-B614-1E95F0D914DE}" srcOrd="0" destOrd="0" presId="urn:microsoft.com/office/officeart/2005/8/layout/hList1"/>
    <dgm:cxn modelId="{A447ADAE-8B2B-43D3-A7BD-D9D690BEF80B}" type="presParOf" srcId="{0AD720FF-F6C1-4210-BF58-2198366183A4}" destId="{A5CBD1CB-BB50-4020-A5B8-3379115465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61C9A025-0C73-4503-804F-F8BC6770B740}" type="doc">
      <dgm:prSet loTypeId="urn:microsoft.com/office/officeart/2005/8/layout/hList1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2E1FC56E-8AA2-4493-BE5D-E3336455F21F}">
      <dgm:prSet/>
      <dgm:spPr/>
      <dgm:t>
        <a:bodyPr/>
        <a:lstStyle/>
        <a:p>
          <a:r>
            <a:rPr lang="en-US"/>
            <a:t>Each operating system</a:t>
          </a:r>
        </a:p>
      </dgm:t>
    </dgm:pt>
    <dgm:pt modelId="{616ADA9D-5C87-4299-9674-441A04CFE3D9}" type="parTrans" cxnId="{70F4CC21-12D7-49DD-A863-D12BB60B5253}">
      <dgm:prSet/>
      <dgm:spPr/>
      <dgm:t>
        <a:bodyPr/>
        <a:lstStyle/>
        <a:p>
          <a:endParaRPr lang="en-US"/>
        </a:p>
      </dgm:t>
    </dgm:pt>
    <dgm:pt modelId="{3692C0DF-08AA-4985-BD08-C8616C1564C3}" type="sibTrans" cxnId="{70F4CC21-12D7-49DD-A863-D12BB60B5253}">
      <dgm:prSet/>
      <dgm:spPr/>
      <dgm:t>
        <a:bodyPr/>
        <a:lstStyle/>
        <a:p>
          <a:endParaRPr lang="en-US"/>
        </a:p>
      </dgm:t>
    </dgm:pt>
    <dgm:pt modelId="{FF3CBC03-9477-4313-B5C0-96C86AD580BC}">
      <dgm:prSet/>
      <dgm:spPr/>
      <dgm:t>
        <a:bodyPr/>
        <a:lstStyle/>
        <a:p>
          <a:r>
            <a:rPr lang="en-US"/>
            <a:t>has a program </a:t>
          </a:r>
        </a:p>
      </dgm:t>
    </dgm:pt>
    <dgm:pt modelId="{68BE20AA-3F9C-4176-9CE2-D11746099616}" type="parTrans" cxnId="{AAC61E5E-77A3-4253-B8FE-44272BF4D072}">
      <dgm:prSet/>
      <dgm:spPr/>
      <dgm:t>
        <a:bodyPr/>
        <a:lstStyle/>
        <a:p>
          <a:endParaRPr lang="en-US"/>
        </a:p>
      </dgm:t>
    </dgm:pt>
    <dgm:pt modelId="{FA99D2F7-959E-42CF-8478-D5749A9DF151}" type="sibTrans" cxnId="{AAC61E5E-77A3-4253-B8FE-44272BF4D072}">
      <dgm:prSet/>
      <dgm:spPr/>
      <dgm:t>
        <a:bodyPr/>
        <a:lstStyle/>
        <a:p>
          <a:endParaRPr lang="en-US"/>
        </a:p>
      </dgm:t>
    </dgm:pt>
    <dgm:pt modelId="{0DD623A2-8C05-4758-8CFB-925987A77D90}">
      <dgm:prSet/>
      <dgm:spPr/>
      <dgm:t>
        <a:bodyPr/>
        <a:lstStyle/>
        <a:p>
          <a:r>
            <a:rPr lang="en-US"/>
            <a:t>performs the equivalent of</a:t>
          </a:r>
          <a:r>
            <a:rPr lang="tr-TR"/>
            <a:t> </a:t>
          </a:r>
          <a:r>
            <a:rPr lang="en-US"/>
            <a:t>double-clicking a document file to open it. </a:t>
          </a:r>
        </a:p>
      </dgm:t>
    </dgm:pt>
    <dgm:pt modelId="{25B24319-5894-4EFC-892E-651289E00894}" type="parTrans" cxnId="{EDF3A734-4B35-4631-8D1B-8B8575DB453E}">
      <dgm:prSet/>
      <dgm:spPr/>
      <dgm:t>
        <a:bodyPr/>
        <a:lstStyle/>
        <a:p>
          <a:endParaRPr lang="en-US"/>
        </a:p>
      </dgm:t>
    </dgm:pt>
    <dgm:pt modelId="{C763AB1D-8CB2-442C-8304-2E1E35FD635C}" type="sibTrans" cxnId="{EDF3A734-4B35-4631-8D1B-8B8575DB453E}">
      <dgm:prSet/>
      <dgm:spPr/>
      <dgm:t>
        <a:bodyPr/>
        <a:lstStyle/>
        <a:p>
          <a:endParaRPr lang="en-US"/>
        </a:p>
      </dgm:t>
    </dgm:pt>
    <dgm:pt modelId="{CF4A7F11-3789-404B-B84A-6484BA9ED484}">
      <dgm:prSet/>
      <dgm:spPr/>
      <dgm:t>
        <a:bodyPr/>
        <a:lstStyle/>
        <a:p>
          <a:r>
            <a:rPr lang="en-US" dirty="0"/>
            <a:t>On Windows</a:t>
          </a:r>
        </a:p>
      </dgm:t>
    </dgm:pt>
    <dgm:pt modelId="{BE5990A0-5CA7-414C-BAC4-02BE23364B1E}" type="parTrans" cxnId="{F1156DC9-7E8D-47FB-91F6-09CD19739CD3}">
      <dgm:prSet/>
      <dgm:spPr/>
      <dgm:t>
        <a:bodyPr/>
        <a:lstStyle/>
        <a:p>
          <a:endParaRPr lang="en-US"/>
        </a:p>
      </dgm:t>
    </dgm:pt>
    <dgm:pt modelId="{5866DDDB-155E-4F02-AAC5-1B64B051D556}" type="sibTrans" cxnId="{F1156DC9-7E8D-47FB-91F6-09CD19739CD3}">
      <dgm:prSet/>
      <dgm:spPr/>
      <dgm:t>
        <a:bodyPr/>
        <a:lstStyle/>
        <a:p>
          <a:endParaRPr lang="en-US"/>
        </a:p>
      </dgm:t>
    </dgm:pt>
    <dgm:pt modelId="{9B7B9D49-D848-451F-B65E-488C20CCC4F0}">
      <dgm:prSet/>
      <dgm:spPr/>
      <dgm:t>
        <a:bodyPr/>
        <a:lstStyle/>
        <a:p>
          <a:r>
            <a:rPr lang="en-US" dirty="0"/>
            <a:t>the </a:t>
          </a:r>
          <a:r>
            <a:rPr lang="en-US" b="1" dirty="0"/>
            <a:t>start</a:t>
          </a:r>
          <a:r>
            <a:rPr lang="tr-TR" dirty="0"/>
            <a:t> </a:t>
          </a:r>
          <a:r>
            <a:rPr lang="en-US" dirty="0"/>
            <a:t>program. </a:t>
          </a:r>
        </a:p>
      </dgm:t>
    </dgm:pt>
    <dgm:pt modelId="{0BDF5F6B-BCBA-4B2C-A1B7-56D6590FE0B3}" type="parTrans" cxnId="{EBF46CFB-BE4E-4E1F-9F07-BEE1A20F6FF1}">
      <dgm:prSet/>
      <dgm:spPr/>
      <dgm:t>
        <a:bodyPr/>
        <a:lstStyle/>
        <a:p>
          <a:endParaRPr lang="en-US"/>
        </a:p>
      </dgm:t>
    </dgm:pt>
    <dgm:pt modelId="{A41D80D1-C2CF-4260-8D2B-D9C063BD9997}" type="sibTrans" cxnId="{EBF46CFB-BE4E-4E1F-9F07-BEE1A20F6FF1}">
      <dgm:prSet/>
      <dgm:spPr/>
      <dgm:t>
        <a:bodyPr/>
        <a:lstStyle/>
        <a:p>
          <a:endParaRPr lang="en-US"/>
        </a:p>
      </dgm:t>
    </dgm:pt>
    <dgm:pt modelId="{FAEAD407-AAB0-4A74-A352-9944D9009C3A}">
      <dgm:prSet/>
      <dgm:spPr/>
      <dgm:t>
        <a:bodyPr/>
        <a:lstStyle/>
        <a:p>
          <a:r>
            <a:rPr lang="en-US"/>
            <a:t>On OS X</a:t>
          </a:r>
        </a:p>
      </dgm:t>
    </dgm:pt>
    <dgm:pt modelId="{7DB4A2BC-1A50-4E2E-BABF-4438D5AFE192}" type="parTrans" cxnId="{1F3617B7-E132-4998-B31F-89BBC0585D59}">
      <dgm:prSet/>
      <dgm:spPr/>
      <dgm:t>
        <a:bodyPr/>
        <a:lstStyle/>
        <a:p>
          <a:endParaRPr lang="en-US"/>
        </a:p>
      </dgm:t>
    </dgm:pt>
    <dgm:pt modelId="{7C91BA43-B631-4B83-9719-429A86313423}" type="sibTrans" cxnId="{1F3617B7-E132-4998-B31F-89BBC0585D59}">
      <dgm:prSet/>
      <dgm:spPr/>
      <dgm:t>
        <a:bodyPr/>
        <a:lstStyle/>
        <a:p>
          <a:endParaRPr lang="en-US"/>
        </a:p>
      </dgm:t>
    </dgm:pt>
    <dgm:pt modelId="{37B5D187-33CA-4545-96EC-9B2AC41BD279}">
      <dgm:prSet/>
      <dgm:spPr/>
      <dgm:t>
        <a:bodyPr/>
        <a:lstStyle/>
        <a:p>
          <a:r>
            <a:rPr lang="en-US" dirty="0"/>
            <a:t>the </a:t>
          </a:r>
          <a:r>
            <a:rPr lang="en-US" b="1" dirty="0"/>
            <a:t>open</a:t>
          </a:r>
          <a:r>
            <a:rPr lang="en-US" dirty="0"/>
            <a:t> program.</a:t>
          </a:r>
        </a:p>
      </dgm:t>
    </dgm:pt>
    <dgm:pt modelId="{6345BC8B-F24B-4EC8-B5A3-E9A7C09F5098}" type="parTrans" cxnId="{50C997E2-D79B-4453-84BD-D0BF16AA5FD8}">
      <dgm:prSet/>
      <dgm:spPr/>
      <dgm:t>
        <a:bodyPr/>
        <a:lstStyle/>
        <a:p>
          <a:endParaRPr lang="en-US"/>
        </a:p>
      </dgm:t>
    </dgm:pt>
    <dgm:pt modelId="{BF3F2987-55EA-4F85-9B55-2F3D24B10829}" type="sibTrans" cxnId="{50C997E2-D79B-4453-84BD-D0BF16AA5FD8}">
      <dgm:prSet/>
      <dgm:spPr/>
      <dgm:t>
        <a:bodyPr/>
        <a:lstStyle/>
        <a:p>
          <a:endParaRPr lang="en-US"/>
        </a:p>
      </dgm:t>
    </dgm:pt>
    <dgm:pt modelId="{CF080C88-3E8A-4BBF-AC54-48B93BAAC25A}">
      <dgm:prSet/>
      <dgm:spPr/>
      <dgm:t>
        <a:bodyPr/>
        <a:lstStyle/>
        <a:p>
          <a:r>
            <a:rPr lang="en-US"/>
            <a:t>On Ubuntu Linux</a:t>
          </a:r>
        </a:p>
      </dgm:t>
    </dgm:pt>
    <dgm:pt modelId="{DCCA33BF-FAB8-446E-BDF2-5B0D2B84E864}" type="parTrans" cxnId="{53FC25F8-849E-446D-9C20-B910117BAD6D}">
      <dgm:prSet/>
      <dgm:spPr/>
      <dgm:t>
        <a:bodyPr/>
        <a:lstStyle/>
        <a:p>
          <a:endParaRPr lang="en-US"/>
        </a:p>
      </dgm:t>
    </dgm:pt>
    <dgm:pt modelId="{41133D9F-5230-4DFB-8A08-960177BB2962}" type="sibTrans" cxnId="{53FC25F8-849E-446D-9C20-B910117BAD6D}">
      <dgm:prSet/>
      <dgm:spPr/>
      <dgm:t>
        <a:bodyPr/>
        <a:lstStyle/>
        <a:p>
          <a:endParaRPr lang="en-US"/>
        </a:p>
      </dgm:t>
    </dgm:pt>
    <dgm:pt modelId="{45A33F7E-480B-49A4-A143-2FB65F6EBD2D}">
      <dgm:prSet/>
      <dgm:spPr/>
      <dgm:t>
        <a:bodyPr/>
        <a:lstStyle/>
        <a:p>
          <a:r>
            <a:rPr lang="en-US" dirty="0"/>
            <a:t>the</a:t>
          </a:r>
          <a:r>
            <a:rPr lang="tr-TR" dirty="0"/>
            <a:t> </a:t>
          </a:r>
          <a:r>
            <a:rPr lang="en-US" b="1" dirty="0"/>
            <a:t>see</a:t>
          </a:r>
          <a:r>
            <a:rPr lang="en-US" dirty="0"/>
            <a:t> program.</a:t>
          </a:r>
        </a:p>
      </dgm:t>
    </dgm:pt>
    <dgm:pt modelId="{DE0DED3B-5831-41FC-8A5D-000DFDB27BDA}" type="parTrans" cxnId="{3CCBFCCD-EEEF-4D0A-A146-AE007D6FA737}">
      <dgm:prSet/>
      <dgm:spPr/>
      <dgm:t>
        <a:bodyPr/>
        <a:lstStyle/>
        <a:p>
          <a:endParaRPr lang="en-US"/>
        </a:p>
      </dgm:t>
    </dgm:pt>
    <dgm:pt modelId="{F1E7F517-6304-445E-B94F-72EAF9551386}" type="sibTrans" cxnId="{3CCBFCCD-EEEF-4D0A-A146-AE007D6FA737}">
      <dgm:prSet/>
      <dgm:spPr/>
      <dgm:t>
        <a:bodyPr/>
        <a:lstStyle/>
        <a:p>
          <a:endParaRPr lang="en-US"/>
        </a:p>
      </dgm:t>
    </dgm:pt>
    <dgm:pt modelId="{9C85B2E7-C6C9-4DD2-BCF1-896AF98798DA}" type="pres">
      <dgm:prSet presAssocID="{61C9A025-0C73-4503-804F-F8BC6770B740}" presName="Name0" presStyleCnt="0">
        <dgm:presLayoutVars>
          <dgm:dir/>
          <dgm:animLvl val="lvl"/>
          <dgm:resizeHandles val="exact"/>
        </dgm:presLayoutVars>
      </dgm:prSet>
      <dgm:spPr/>
    </dgm:pt>
    <dgm:pt modelId="{57F09795-D770-41CB-90DB-E494E971EF0B}" type="pres">
      <dgm:prSet presAssocID="{2E1FC56E-8AA2-4493-BE5D-E3336455F21F}" presName="composite" presStyleCnt="0"/>
      <dgm:spPr/>
    </dgm:pt>
    <dgm:pt modelId="{264C027E-667C-4ACF-B880-5E5E37474055}" type="pres">
      <dgm:prSet presAssocID="{2E1FC56E-8AA2-4493-BE5D-E3336455F21F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3875D0DC-62CF-4124-9CBA-0AC21D167299}" type="pres">
      <dgm:prSet presAssocID="{2E1FC56E-8AA2-4493-BE5D-E3336455F21F}" presName="desTx" presStyleLbl="alignAccFollowNode1" presStyleIdx="0" presStyleCnt="4">
        <dgm:presLayoutVars>
          <dgm:bulletEnabled val="1"/>
        </dgm:presLayoutVars>
      </dgm:prSet>
      <dgm:spPr/>
    </dgm:pt>
    <dgm:pt modelId="{7CB58475-EC35-4EC0-814A-85D0C0FB95EF}" type="pres">
      <dgm:prSet presAssocID="{3692C0DF-08AA-4985-BD08-C8616C1564C3}" presName="space" presStyleCnt="0"/>
      <dgm:spPr/>
    </dgm:pt>
    <dgm:pt modelId="{6255B702-BCB2-4478-AE7E-E36692D3A862}" type="pres">
      <dgm:prSet presAssocID="{CF4A7F11-3789-404B-B84A-6484BA9ED484}" presName="composite" presStyleCnt="0"/>
      <dgm:spPr/>
    </dgm:pt>
    <dgm:pt modelId="{F2330573-5501-4580-99CF-66E5A728764C}" type="pres">
      <dgm:prSet presAssocID="{CF4A7F11-3789-404B-B84A-6484BA9ED48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80559ECA-4D45-4D0A-A5E0-6863B3E60AE4}" type="pres">
      <dgm:prSet presAssocID="{CF4A7F11-3789-404B-B84A-6484BA9ED484}" presName="desTx" presStyleLbl="alignAccFollowNode1" presStyleIdx="1" presStyleCnt="4">
        <dgm:presLayoutVars>
          <dgm:bulletEnabled val="1"/>
        </dgm:presLayoutVars>
      </dgm:prSet>
      <dgm:spPr/>
    </dgm:pt>
    <dgm:pt modelId="{C5F8D70A-C144-4CEC-BC73-3F09E8AA7612}" type="pres">
      <dgm:prSet presAssocID="{5866DDDB-155E-4F02-AAC5-1B64B051D556}" presName="space" presStyleCnt="0"/>
      <dgm:spPr/>
    </dgm:pt>
    <dgm:pt modelId="{6C9627EB-44B4-438A-9766-335E08B13E4C}" type="pres">
      <dgm:prSet presAssocID="{FAEAD407-AAB0-4A74-A352-9944D9009C3A}" presName="composite" presStyleCnt="0"/>
      <dgm:spPr/>
    </dgm:pt>
    <dgm:pt modelId="{F4097D73-32E8-4FBD-A384-80F2706B677C}" type="pres">
      <dgm:prSet presAssocID="{FAEAD407-AAB0-4A74-A352-9944D9009C3A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02BDD56D-6313-422C-ACB1-C31AA20A4C92}" type="pres">
      <dgm:prSet presAssocID="{FAEAD407-AAB0-4A74-A352-9944D9009C3A}" presName="desTx" presStyleLbl="alignAccFollowNode1" presStyleIdx="2" presStyleCnt="4">
        <dgm:presLayoutVars>
          <dgm:bulletEnabled val="1"/>
        </dgm:presLayoutVars>
      </dgm:prSet>
      <dgm:spPr/>
    </dgm:pt>
    <dgm:pt modelId="{3DC032EE-4817-46E1-9F7A-EEFFA89D5184}" type="pres">
      <dgm:prSet presAssocID="{7C91BA43-B631-4B83-9719-429A86313423}" presName="space" presStyleCnt="0"/>
      <dgm:spPr/>
    </dgm:pt>
    <dgm:pt modelId="{C1B5EDE5-74FD-4151-BEEB-1424278559B2}" type="pres">
      <dgm:prSet presAssocID="{CF080C88-3E8A-4BBF-AC54-48B93BAAC25A}" presName="composite" presStyleCnt="0"/>
      <dgm:spPr/>
    </dgm:pt>
    <dgm:pt modelId="{A4954119-015B-46DB-8BF6-B880BCAA9D3C}" type="pres">
      <dgm:prSet presAssocID="{CF080C88-3E8A-4BBF-AC54-48B93BAAC25A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1B185B00-4DB9-4428-B826-9947F3D266D5}" type="pres">
      <dgm:prSet presAssocID="{CF080C88-3E8A-4BBF-AC54-48B93BAAC25A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210E1903-CCD2-4686-A029-68E22E92603E}" type="presOf" srcId="{FAEAD407-AAB0-4A74-A352-9944D9009C3A}" destId="{F4097D73-32E8-4FBD-A384-80F2706B677C}" srcOrd="0" destOrd="0" presId="urn:microsoft.com/office/officeart/2005/8/layout/hList1"/>
    <dgm:cxn modelId="{70F4CC21-12D7-49DD-A863-D12BB60B5253}" srcId="{61C9A025-0C73-4503-804F-F8BC6770B740}" destId="{2E1FC56E-8AA2-4493-BE5D-E3336455F21F}" srcOrd="0" destOrd="0" parTransId="{616ADA9D-5C87-4299-9674-441A04CFE3D9}" sibTransId="{3692C0DF-08AA-4985-BD08-C8616C1564C3}"/>
    <dgm:cxn modelId="{3F09CF28-4301-458B-A393-7109F3471FEC}" type="presOf" srcId="{61C9A025-0C73-4503-804F-F8BC6770B740}" destId="{9C85B2E7-C6C9-4DD2-BCF1-896AF98798DA}" srcOrd="0" destOrd="0" presId="urn:microsoft.com/office/officeart/2005/8/layout/hList1"/>
    <dgm:cxn modelId="{EDF3A734-4B35-4631-8D1B-8B8575DB453E}" srcId="{2E1FC56E-8AA2-4493-BE5D-E3336455F21F}" destId="{0DD623A2-8C05-4758-8CFB-925987A77D90}" srcOrd="1" destOrd="0" parTransId="{25B24319-5894-4EFC-892E-651289E00894}" sibTransId="{C763AB1D-8CB2-442C-8304-2E1E35FD635C}"/>
    <dgm:cxn modelId="{2C9AA33C-5375-41EE-986B-DBF55A7DFD34}" type="presOf" srcId="{CF080C88-3E8A-4BBF-AC54-48B93BAAC25A}" destId="{A4954119-015B-46DB-8BF6-B880BCAA9D3C}" srcOrd="0" destOrd="0" presId="urn:microsoft.com/office/officeart/2005/8/layout/hList1"/>
    <dgm:cxn modelId="{AAC61E5E-77A3-4253-B8FE-44272BF4D072}" srcId="{2E1FC56E-8AA2-4493-BE5D-E3336455F21F}" destId="{FF3CBC03-9477-4313-B5C0-96C86AD580BC}" srcOrd="0" destOrd="0" parTransId="{68BE20AA-3F9C-4176-9CE2-D11746099616}" sibTransId="{FA99D2F7-959E-42CF-8478-D5749A9DF151}"/>
    <dgm:cxn modelId="{F73EDF44-2F87-4C66-81E6-1220B19314B1}" type="presOf" srcId="{CF4A7F11-3789-404B-B84A-6484BA9ED484}" destId="{F2330573-5501-4580-99CF-66E5A728764C}" srcOrd="0" destOrd="0" presId="urn:microsoft.com/office/officeart/2005/8/layout/hList1"/>
    <dgm:cxn modelId="{D7AEB085-A792-48ED-A19F-11A967A2F714}" type="presOf" srcId="{0DD623A2-8C05-4758-8CFB-925987A77D90}" destId="{3875D0DC-62CF-4124-9CBA-0AC21D167299}" srcOrd="0" destOrd="1" presId="urn:microsoft.com/office/officeart/2005/8/layout/hList1"/>
    <dgm:cxn modelId="{4E2C29A1-0890-4092-BA06-6E74E7896E99}" type="presOf" srcId="{37B5D187-33CA-4545-96EC-9B2AC41BD279}" destId="{02BDD56D-6313-422C-ACB1-C31AA20A4C92}" srcOrd="0" destOrd="0" presId="urn:microsoft.com/office/officeart/2005/8/layout/hList1"/>
    <dgm:cxn modelId="{1F3617B7-E132-4998-B31F-89BBC0585D59}" srcId="{61C9A025-0C73-4503-804F-F8BC6770B740}" destId="{FAEAD407-AAB0-4A74-A352-9944D9009C3A}" srcOrd="2" destOrd="0" parTransId="{7DB4A2BC-1A50-4E2E-BABF-4438D5AFE192}" sibTransId="{7C91BA43-B631-4B83-9719-429A86313423}"/>
    <dgm:cxn modelId="{9AA814BD-459F-4A2E-992D-4E89434F0C9B}" type="presOf" srcId="{2E1FC56E-8AA2-4493-BE5D-E3336455F21F}" destId="{264C027E-667C-4ACF-B880-5E5E37474055}" srcOrd="0" destOrd="0" presId="urn:microsoft.com/office/officeart/2005/8/layout/hList1"/>
    <dgm:cxn modelId="{F1156DC9-7E8D-47FB-91F6-09CD19739CD3}" srcId="{61C9A025-0C73-4503-804F-F8BC6770B740}" destId="{CF4A7F11-3789-404B-B84A-6484BA9ED484}" srcOrd="1" destOrd="0" parTransId="{BE5990A0-5CA7-414C-BAC4-02BE23364B1E}" sibTransId="{5866DDDB-155E-4F02-AAC5-1B64B051D556}"/>
    <dgm:cxn modelId="{3CCBFCCD-EEEF-4D0A-A146-AE007D6FA737}" srcId="{CF080C88-3E8A-4BBF-AC54-48B93BAAC25A}" destId="{45A33F7E-480B-49A4-A143-2FB65F6EBD2D}" srcOrd="0" destOrd="0" parTransId="{DE0DED3B-5831-41FC-8A5D-000DFDB27BDA}" sibTransId="{F1E7F517-6304-445E-B94F-72EAF9551386}"/>
    <dgm:cxn modelId="{22E236E0-30F8-4BD6-B348-BEE64897DFD9}" type="presOf" srcId="{45A33F7E-480B-49A4-A143-2FB65F6EBD2D}" destId="{1B185B00-4DB9-4428-B826-9947F3D266D5}" srcOrd="0" destOrd="0" presId="urn:microsoft.com/office/officeart/2005/8/layout/hList1"/>
    <dgm:cxn modelId="{861DB4E0-06CB-4389-8308-89070F73F892}" type="presOf" srcId="{9B7B9D49-D848-451F-B65E-488C20CCC4F0}" destId="{80559ECA-4D45-4D0A-A5E0-6863B3E60AE4}" srcOrd="0" destOrd="0" presId="urn:microsoft.com/office/officeart/2005/8/layout/hList1"/>
    <dgm:cxn modelId="{50C997E2-D79B-4453-84BD-D0BF16AA5FD8}" srcId="{FAEAD407-AAB0-4A74-A352-9944D9009C3A}" destId="{37B5D187-33CA-4545-96EC-9B2AC41BD279}" srcOrd="0" destOrd="0" parTransId="{6345BC8B-F24B-4EC8-B5A3-E9A7C09F5098}" sibTransId="{BF3F2987-55EA-4F85-9B55-2F3D24B10829}"/>
    <dgm:cxn modelId="{FBF3A4F2-E148-4319-B489-DF057E35CFBA}" type="presOf" srcId="{FF3CBC03-9477-4313-B5C0-96C86AD580BC}" destId="{3875D0DC-62CF-4124-9CBA-0AC21D167299}" srcOrd="0" destOrd="0" presId="urn:microsoft.com/office/officeart/2005/8/layout/hList1"/>
    <dgm:cxn modelId="{53FC25F8-849E-446D-9C20-B910117BAD6D}" srcId="{61C9A025-0C73-4503-804F-F8BC6770B740}" destId="{CF080C88-3E8A-4BBF-AC54-48B93BAAC25A}" srcOrd="3" destOrd="0" parTransId="{DCCA33BF-FAB8-446E-BDF2-5B0D2B84E864}" sibTransId="{41133D9F-5230-4DFB-8A08-960177BB2962}"/>
    <dgm:cxn modelId="{EBF46CFB-BE4E-4E1F-9F07-BEE1A20F6FF1}" srcId="{CF4A7F11-3789-404B-B84A-6484BA9ED484}" destId="{9B7B9D49-D848-451F-B65E-488C20CCC4F0}" srcOrd="0" destOrd="0" parTransId="{0BDF5F6B-BCBA-4B2C-A1B7-56D6590FE0B3}" sibTransId="{A41D80D1-C2CF-4260-8D2B-D9C063BD9997}"/>
    <dgm:cxn modelId="{998FDB32-17AA-466E-84BE-46D40770D8E3}" type="presParOf" srcId="{9C85B2E7-C6C9-4DD2-BCF1-896AF98798DA}" destId="{57F09795-D770-41CB-90DB-E494E971EF0B}" srcOrd="0" destOrd="0" presId="urn:microsoft.com/office/officeart/2005/8/layout/hList1"/>
    <dgm:cxn modelId="{BF1A7F55-7AB8-44DD-83C1-2ADA83302775}" type="presParOf" srcId="{57F09795-D770-41CB-90DB-E494E971EF0B}" destId="{264C027E-667C-4ACF-B880-5E5E37474055}" srcOrd="0" destOrd="0" presId="urn:microsoft.com/office/officeart/2005/8/layout/hList1"/>
    <dgm:cxn modelId="{9E1DA171-4C08-4413-9857-76CC3D611737}" type="presParOf" srcId="{57F09795-D770-41CB-90DB-E494E971EF0B}" destId="{3875D0DC-62CF-4124-9CBA-0AC21D167299}" srcOrd="1" destOrd="0" presId="urn:microsoft.com/office/officeart/2005/8/layout/hList1"/>
    <dgm:cxn modelId="{742FA69A-DC38-453C-8E6A-E7CB97C98169}" type="presParOf" srcId="{9C85B2E7-C6C9-4DD2-BCF1-896AF98798DA}" destId="{7CB58475-EC35-4EC0-814A-85D0C0FB95EF}" srcOrd="1" destOrd="0" presId="urn:microsoft.com/office/officeart/2005/8/layout/hList1"/>
    <dgm:cxn modelId="{36EBC48D-77EB-4FA4-B6B4-CB5AB752BAF0}" type="presParOf" srcId="{9C85B2E7-C6C9-4DD2-BCF1-896AF98798DA}" destId="{6255B702-BCB2-4478-AE7E-E36692D3A862}" srcOrd="2" destOrd="0" presId="urn:microsoft.com/office/officeart/2005/8/layout/hList1"/>
    <dgm:cxn modelId="{60240132-FFA3-4689-B926-98F1E71D25AA}" type="presParOf" srcId="{6255B702-BCB2-4478-AE7E-E36692D3A862}" destId="{F2330573-5501-4580-99CF-66E5A728764C}" srcOrd="0" destOrd="0" presId="urn:microsoft.com/office/officeart/2005/8/layout/hList1"/>
    <dgm:cxn modelId="{D9398B5B-8095-42CD-9CE1-C1432F7838E3}" type="presParOf" srcId="{6255B702-BCB2-4478-AE7E-E36692D3A862}" destId="{80559ECA-4D45-4D0A-A5E0-6863B3E60AE4}" srcOrd="1" destOrd="0" presId="urn:microsoft.com/office/officeart/2005/8/layout/hList1"/>
    <dgm:cxn modelId="{CAA353E8-B9EC-44DA-974C-70377B5BB434}" type="presParOf" srcId="{9C85B2E7-C6C9-4DD2-BCF1-896AF98798DA}" destId="{C5F8D70A-C144-4CEC-BC73-3F09E8AA7612}" srcOrd="3" destOrd="0" presId="urn:microsoft.com/office/officeart/2005/8/layout/hList1"/>
    <dgm:cxn modelId="{C2EC8B6D-38B7-4BD7-877F-93F1A4CD0B20}" type="presParOf" srcId="{9C85B2E7-C6C9-4DD2-BCF1-896AF98798DA}" destId="{6C9627EB-44B4-438A-9766-335E08B13E4C}" srcOrd="4" destOrd="0" presId="urn:microsoft.com/office/officeart/2005/8/layout/hList1"/>
    <dgm:cxn modelId="{9E9AB654-1187-45E7-AFAC-954FFC9B5DEF}" type="presParOf" srcId="{6C9627EB-44B4-438A-9766-335E08B13E4C}" destId="{F4097D73-32E8-4FBD-A384-80F2706B677C}" srcOrd="0" destOrd="0" presId="urn:microsoft.com/office/officeart/2005/8/layout/hList1"/>
    <dgm:cxn modelId="{8A4FBDE1-8F1D-447C-969D-9B14F55B5952}" type="presParOf" srcId="{6C9627EB-44B4-438A-9766-335E08B13E4C}" destId="{02BDD56D-6313-422C-ACB1-C31AA20A4C92}" srcOrd="1" destOrd="0" presId="urn:microsoft.com/office/officeart/2005/8/layout/hList1"/>
    <dgm:cxn modelId="{1F9FA2C4-D73C-491C-BCBE-29C5AEF347DD}" type="presParOf" srcId="{9C85B2E7-C6C9-4DD2-BCF1-896AF98798DA}" destId="{3DC032EE-4817-46E1-9F7A-EEFFA89D5184}" srcOrd="5" destOrd="0" presId="urn:microsoft.com/office/officeart/2005/8/layout/hList1"/>
    <dgm:cxn modelId="{3E831AF7-EC10-4394-8AB2-3F413C0B197C}" type="presParOf" srcId="{9C85B2E7-C6C9-4DD2-BCF1-896AF98798DA}" destId="{C1B5EDE5-74FD-4151-BEEB-1424278559B2}" srcOrd="6" destOrd="0" presId="urn:microsoft.com/office/officeart/2005/8/layout/hList1"/>
    <dgm:cxn modelId="{91604A07-A6A9-4AA2-B372-66F6FB59E5EC}" type="presParOf" srcId="{C1B5EDE5-74FD-4151-BEEB-1424278559B2}" destId="{A4954119-015B-46DB-8BF6-B880BCAA9D3C}" srcOrd="0" destOrd="0" presId="urn:microsoft.com/office/officeart/2005/8/layout/hList1"/>
    <dgm:cxn modelId="{A74AA6CE-C4D5-4349-B169-546748A401AD}" type="presParOf" srcId="{C1B5EDE5-74FD-4151-BEEB-1424278559B2}" destId="{1B185B00-4DB9-4428-B826-9947F3D266D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E784EC-55DE-45AA-A7A3-9C1F181D1F7C}">
      <dsp:nvSpPr>
        <dsp:cNvPr id="0" name=""/>
        <dsp:cNvSpPr/>
      </dsp:nvSpPr>
      <dsp:spPr>
        <a:xfrm>
          <a:off x="2543" y="38041"/>
          <a:ext cx="2479511" cy="83739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computer’s system clock</a:t>
          </a:r>
        </a:p>
      </dsp:txBody>
      <dsp:txXfrm>
        <a:off x="2543" y="38041"/>
        <a:ext cx="2479511" cy="837396"/>
      </dsp:txXfrm>
    </dsp:sp>
    <dsp:sp modelId="{F5C617A8-97D5-46A0-BB95-E5A9AB5081FF}">
      <dsp:nvSpPr>
        <dsp:cNvPr id="0" name=""/>
        <dsp:cNvSpPr/>
      </dsp:nvSpPr>
      <dsp:spPr>
        <a:xfrm>
          <a:off x="2543" y="875438"/>
          <a:ext cx="2479511" cy="303245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is set to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 specific date, time, and time zone.</a:t>
          </a:r>
        </a:p>
      </dsp:txBody>
      <dsp:txXfrm>
        <a:off x="2543" y="875438"/>
        <a:ext cx="2479511" cy="3032452"/>
      </dsp:txXfrm>
    </dsp:sp>
    <dsp:sp modelId="{00B22FD7-0EB1-4DFE-91C2-58F37AA3FEBB}">
      <dsp:nvSpPr>
        <dsp:cNvPr id="0" name=""/>
        <dsp:cNvSpPr/>
      </dsp:nvSpPr>
      <dsp:spPr>
        <a:xfrm>
          <a:off x="2829186" y="38041"/>
          <a:ext cx="2479511" cy="83739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time module</a:t>
          </a:r>
        </a:p>
      </dsp:txBody>
      <dsp:txXfrm>
        <a:off x="2829186" y="38041"/>
        <a:ext cx="2479511" cy="837396"/>
      </dsp:txXfrm>
    </dsp:sp>
    <dsp:sp modelId="{C50DCA50-AEA6-4953-BDF5-A8A18C19B92F}">
      <dsp:nvSpPr>
        <dsp:cNvPr id="0" name=""/>
        <dsp:cNvSpPr/>
      </dsp:nvSpPr>
      <dsp:spPr>
        <a:xfrm>
          <a:off x="2829186" y="875438"/>
          <a:ext cx="2479511" cy="303245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The built-in </a:t>
          </a:r>
          <a:r>
            <a:rPr lang="tr-TR" sz="2300" kern="1200" dirty="0" err="1"/>
            <a:t>module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allows </a:t>
          </a:r>
          <a:r>
            <a:rPr lang="en-US" sz="2300" kern="1200" dirty="0"/>
            <a:t>Python programs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to read the system</a:t>
          </a:r>
          <a:r>
            <a:rPr lang="tr-TR" sz="2300" kern="1200"/>
            <a:t> </a:t>
          </a:r>
          <a:r>
            <a:rPr lang="en-US" sz="2300" kern="1200"/>
            <a:t>clock for the current time. </a:t>
          </a:r>
        </a:p>
      </dsp:txBody>
      <dsp:txXfrm>
        <a:off x="2829186" y="875438"/>
        <a:ext cx="2479511" cy="3032452"/>
      </dsp:txXfrm>
    </dsp:sp>
    <dsp:sp modelId="{CBEBF055-725D-4E16-8A64-4D62B600DA65}">
      <dsp:nvSpPr>
        <dsp:cNvPr id="0" name=""/>
        <dsp:cNvSpPr/>
      </dsp:nvSpPr>
      <dsp:spPr>
        <a:xfrm>
          <a:off x="5655830" y="38041"/>
          <a:ext cx="2479511" cy="83739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 dirty="0" err="1"/>
            <a:t>The</a:t>
          </a:r>
          <a:r>
            <a:rPr lang="tr-TR" sz="2300" kern="1200" dirty="0"/>
            <a:t> </a:t>
          </a:r>
          <a:r>
            <a:rPr lang="tr-TR" sz="2300" kern="1200" dirty="0" err="1"/>
            <a:t>useful</a:t>
          </a:r>
          <a:r>
            <a:rPr lang="tr-TR" sz="2300" kern="1200" dirty="0"/>
            <a:t> time </a:t>
          </a:r>
          <a:r>
            <a:rPr lang="tr-TR" sz="2300" kern="1200" dirty="0" err="1"/>
            <a:t>functions</a:t>
          </a:r>
          <a:endParaRPr lang="en-US" sz="2300" kern="1200" dirty="0"/>
        </a:p>
      </dsp:txBody>
      <dsp:txXfrm>
        <a:off x="5655830" y="38041"/>
        <a:ext cx="2479511" cy="837396"/>
      </dsp:txXfrm>
    </dsp:sp>
    <dsp:sp modelId="{3AE3367D-A1A8-49A8-BA83-1A6838CD5F56}">
      <dsp:nvSpPr>
        <dsp:cNvPr id="0" name=""/>
        <dsp:cNvSpPr/>
      </dsp:nvSpPr>
      <dsp:spPr>
        <a:xfrm>
          <a:off x="5655830" y="875438"/>
          <a:ext cx="2479511" cy="303245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The </a:t>
          </a:r>
          <a:r>
            <a:rPr lang="en-US" sz="2300" kern="1200" dirty="0" err="1"/>
            <a:t>time.time</a:t>
          </a:r>
          <a:r>
            <a:rPr lang="en-US" sz="2300" kern="1200" dirty="0"/>
            <a:t>()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time</a:t>
          </a:r>
          <a:r>
            <a:rPr lang="en-US" sz="2300" kern="1200" dirty="0" err="1"/>
            <a:t>.sleep</a:t>
          </a:r>
          <a:r>
            <a:rPr lang="en-US" sz="2300" kern="1200" dirty="0"/>
            <a:t>() functions</a:t>
          </a:r>
        </a:p>
      </dsp:txBody>
      <dsp:txXfrm>
        <a:off x="5655830" y="875438"/>
        <a:ext cx="2479511" cy="3032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6E6713-34EB-45E7-B5F4-81AE9BA0449F}">
      <dsp:nvSpPr>
        <dsp:cNvPr id="0" name=""/>
        <dsp:cNvSpPr/>
      </dsp:nvSpPr>
      <dsp:spPr>
        <a:xfrm>
          <a:off x="2965" y="409356"/>
          <a:ext cx="1782979" cy="57910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</a:t>
          </a:r>
          <a:r>
            <a:rPr lang="en-US" sz="1600" i="1" kern="1200"/>
            <a:t>Unix epoch </a:t>
          </a:r>
          <a:r>
            <a:rPr lang="en-US" sz="1600" kern="1200"/>
            <a:t>is </a:t>
          </a:r>
        </a:p>
      </dsp:txBody>
      <dsp:txXfrm>
        <a:off x="2965" y="409356"/>
        <a:ext cx="1782979" cy="579108"/>
      </dsp:txXfrm>
    </dsp:sp>
    <dsp:sp modelId="{24F75345-A433-4916-8BE6-2ACCBE6DF798}">
      <dsp:nvSpPr>
        <dsp:cNvPr id="0" name=""/>
        <dsp:cNvSpPr/>
      </dsp:nvSpPr>
      <dsp:spPr>
        <a:xfrm>
          <a:off x="2965" y="988464"/>
          <a:ext cx="1782979" cy="21081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 time reference commonly used in programming: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12 am</a:t>
          </a:r>
          <a:r>
            <a:rPr lang="tr-TR" sz="1600" kern="1200"/>
            <a:t> </a:t>
          </a:r>
          <a:r>
            <a:rPr lang="en-US" sz="1600" kern="1200"/>
            <a:t>on January 1, 1970,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Coordinated Universal Time (UTC). </a:t>
          </a:r>
        </a:p>
      </dsp:txBody>
      <dsp:txXfrm>
        <a:off x="2965" y="988464"/>
        <a:ext cx="1782979" cy="2108160"/>
      </dsp:txXfrm>
    </dsp:sp>
    <dsp:sp modelId="{266202E5-5909-4561-A1D4-B09F96785B31}">
      <dsp:nvSpPr>
        <dsp:cNvPr id="0" name=""/>
        <dsp:cNvSpPr/>
      </dsp:nvSpPr>
      <dsp:spPr>
        <a:xfrm>
          <a:off x="2035561" y="409356"/>
          <a:ext cx="1782979" cy="57910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time.time()</a:t>
          </a:r>
          <a:r>
            <a:rPr lang="tr-TR" sz="1600" kern="1200"/>
            <a:t> </a:t>
          </a:r>
          <a:r>
            <a:rPr lang="en-US" sz="1600" kern="1200"/>
            <a:t>function </a:t>
          </a:r>
        </a:p>
      </dsp:txBody>
      <dsp:txXfrm>
        <a:off x="2035561" y="409356"/>
        <a:ext cx="1782979" cy="579108"/>
      </dsp:txXfrm>
    </dsp:sp>
    <dsp:sp modelId="{44B66ED8-0036-4C4B-8A2F-460A93CD3981}">
      <dsp:nvSpPr>
        <dsp:cNvPr id="0" name=""/>
        <dsp:cNvSpPr/>
      </dsp:nvSpPr>
      <dsp:spPr>
        <a:xfrm>
          <a:off x="2035561" y="988464"/>
          <a:ext cx="1782979" cy="21081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returns the number of seconds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since that moment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as </a:t>
          </a:r>
          <a:r>
            <a:rPr lang="en-US" sz="1600" kern="1200" dirty="0"/>
            <a:t>a float value.</a:t>
          </a:r>
        </a:p>
      </dsp:txBody>
      <dsp:txXfrm>
        <a:off x="2035561" y="988464"/>
        <a:ext cx="1782979" cy="2108160"/>
      </dsp:txXfrm>
    </dsp:sp>
    <dsp:sp modelId="{D151570A-71C8-49C7-8681-A217B2204DB8}">
      <dsp:nvSpPr>
        <dsp:cNvPr id="0" name=""/>
        <dsp:cNvSpPr/>
      </dsp:nvSpPr>
      <dsp:spPr>
        <a:xfrm>
          <a:off x="4068158" y="409356"/>
          <a:ext cx="1782979" cy="57910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Recall</a:t>
          </a:r>
        </a:p>
      </dsp:txBody>
      <dsp:txXfrm>
        <a:off x="4068158" y="409356"/>
        <a:ext cx="1782979" cy="579108"/>
      </dsp:txXfrm>
    </dsp:sp>
    <dsp:sp modelId="{960FE7AA-6278-4C18-9063-D6BC79609CCB}">
      <dsp:nvSpPr>
        <dsp:cNvPr id="0" name=""/>
        <dsp:cNvSpPr/>
      </dsp:nvSpPr>
      <dsp:spPr>
        <a:xfrm>
          <a:off x="4068158" y="988464"/>
          <a:ext cx="1782979" cy="21081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 float is just a number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with a decimal point</a:t>
          </a:r>
        </a:p>
      </dsp:txBody>
      <dsp:txXfrm>
        <a:off x="4068158" y="988464"/>
        <a:ext cx="1782979" cy="2108160"/>
      </dsp:txXfrm>
    </dsp:sp>
    <dsp:sp modelId="{BFEE3036-31FE-4A8C-B18D-40A4E2226D00}">
      <dsp:nvSpPr>
        <dsp:cNvPr id="0" name=""/>
        <dsp:cNvSpPr/>
      </dsp:nvSpPr>
      <dsp:spPr>
        <a:xfrm>
          <a:off x="6100755" y="409356"/>
          <a:ext cx="1782979" cy="57910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This number</a:t>
          </a:r>
        </a:p>
      </dsp:txBody>
      <dsp:txXfrm>
        <a:off x="6100755" y="409356"/>
        <a:ext cx="1782979" cy="579108"/>
      </dsp:txXfrm>
    </dsp:sp>
    <dsp:sp modelId="{760DFC21-F02E-451A-8A6C-EB453468DCCD}">
      <dsp:nvSpPr>
        <dsp:cNvPr id="0" name=""/>
        <dsp:cNvSpPr/>
      </dsp:nvSpPr>
      <dsp:spPr>
        <a:xfrm>
          <a:off x="6100755" y="988464"/>
          <a:ext cx="1782979" cy="21081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is</a:t>
          </a:r>
          <a:r>
            <a:rPr lang="tr-TR" sz="1600" kern="1200" dirty="0"/>
            <a:t> </a:t>
          </a:r>
          <a:r>
            <a:rPr lang="en-US" sz="1600" kern="1200" dirty="0"/>
            <a:t>called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an </a:t>
          </a:r>
          <a:r>
            <a:rPr lang="en-US" sz="1600" i="1" kern="1200" dirty="0"/>
            <a:t>epoch timestamp</a:t>
          </a:r>
          <a:r>
            <a:rPr lang="en-US" sz="1600" kern="1200" dirty="0"/>
            <a:t>.</a:t>
          </a:r>
        </a:p>
      </dsp:txBody>
      <dsp:txXfrm>
        <a:off x="6100755" y="988464"/>
        <a:ext cx="1782979" cy="21081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AEB537-2845-4FFE-AD35-3A329CB8BB13}">
      <dsp:nvSpPr>
        <dsp:cNvPr id="0" name=""/>
        <dsp:cNvSpPr/>
      </dsp:nvSpPr>
      <dsp:spPr>
        <a:xfrm>
          <a:off x="2437" y="49073"/>
          <a:ext cx="2376341" cy="6912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 dirty="0"/>
            <a:t>profile </a:t>
          </a:r>
          <a:r>
            <a:rPr lang="en-US" sz="2400" kern="1200" dirty="0"/>
            <a:t>code</a:t>
          </a:r>
        </a:p>
      </dsp:txBody>
      <dsp:txXfrm>
        <a:off x="2437" y="49073"/>
        <a:ext cx="2376341" cy="691200"/>
      </dsp:txXfrm>
    </dsp:sp>
    <dsp:sp modelId="{FA640889-00F4-4320-BD51-E30089AB0960}">
      <dsp:nvSpPr>
        <dsp:cNvPr id="0" name=""/>
        <dsp:cNvSpPr/>
      </dsp:nvSpPr>
      <dsp:spPr>
        <a:xfrm>
          <a:off x="2437" y="740273"/>
          <a:ext cx="2376341" cy="349164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Epoch </a:t>
          </a:r>
          <a:r>
            <a:rPr lang="en-US" sz="2400" kern="1200" dirty="0"/>
            <a:t>timestamps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can be used to </a:t>
          </a:r>
          <a:r>
            <a:rPr lang="en-US" sz="2400" b="1" i="0" kern="1200" dirty="0"/>
            <a:t>profile</a:t>
          </a:r>
          <a:r>
            <a:rPr lang="en-US" sz="2400" i="1" kern="1200" dirty="0"/>
            <a:t> </a:t>
          </a:r>
          <a:r>
            <a:rPr lang="en-US" sz="2400" kern="1200" dirty="0"/>
            <a:t>code</a:t>
          </a:r>
        </a:p>
      </dsp:txBody>
      <dsp:txXfrm>
        <a:off x="2437" y="740273"/>
        <a:ext cx="2376341" cy="3491640"/>
      </dsp:txXfrm>
    </dsp:sp>
    <dsp:sp modelId="{D0C54E3F-CC25-4710-9150-8B6233367AE5}">
      <dsp:nvSpPr>
        <dsp:cNvPr id="0" name=""/>
        <dsp:cNvSpPr/>
      </dsp:nvSpPr>
      <dsp:spPr>
        <a:xfrm>
          <a:off x="2711466" y="49073"/>
          <a:ext cx="2376341" cy="6912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measure</a:t>
          </a:r>
        </a:p>
      </dsp:txBody>
      <dsp:txXfrm>
        <a:off x="2711466" y="49073"/>
        <a:ext cx="2376341" cy="691200"/>
      </dsp:txXfrm>
    </dsp:sp>
    <dsp:sp modelId="{93B28B28-E5E4-4682-A0D5-12010DCAEF76}">
      <dsp:nvSpPr>
        <dsp:cNvPr id="0" name=""/>
        <dsp:cNvSpPr/>
      </dsp:nvSpPr>
      <dsp:spPr>
        <a:xfrm>
          <a:off x="2711466" y="740273"/>
          <a:ext cx="2376341" cy="349164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how </a:t>
          </a:r>
          <a:r>
            <a:rPr lang="en-US" sz="2400" kern="1200" dirty="0"/>
            <a:t>long</a:t>
          </a:r>
          <a:r>
            <a:rPr lang="tr-TR" sz="2400" kern="1200" dirty="0"/>
            <a:t> </a:t>
          </a:r>
          <a:r>
            <a:rPr lang="en-US" sz="2400" kern="1200" dirty="0"/>
            <a:t>a piece of code takes to run.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call </a:t>
          </a:r>
          <a:r>
            <a:rPr lang="en-US" sz="2400" i="1" kern="1200" dirty="0" err="1"/>
            <a:t>time.time</a:t>
          </a:r>
          <a:r>
            <a:rPr lang="en-US" sz="2400" i="1" kern="1200" dirty="0"/>
            <a:t>()</a:t>
          </a:r>
          <a:r>
            <a:rPr lang="tr-TR" sz="2400" i="1" kern="1200" dirty="0"/>
            <a:t> </a:t>
          </a:r>
          <a:r>
            <a:rPr lang="en-US" sz="2400" kern="1200" dirty="0"/>
            <a:t>at the beginning</a:t>
          </a:r>
          <a:r>
            <a:rPr lang="tr-TR" sz="2400" kern="1200" dirty="0"/>
            <a:t> </a:t>
          </a:r>
          <a:r>
            <a:rPr lang="en-US" sz="2400" kern="1200" dirty="0"/>
            <a:t>of the</a:t>
          </a:r>
          <a:r>
            <a:rPr lang="tr-TR" sz="2400" kern="1200" dirty="0"/>
            <a:t> </a:t>
          </a:r>
          <a:r>
            <a:rPr lang="en-US" sz="2400" kern="1200" dirty="0"/>
            <a:t>code block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and again, at the end</a:t>
          </a:r>
        </a:p>
      </dsp:txBody>
      <dsp:txXfrm>
        <a:off x="2711466" y="740273"/>
        <a:ext cx="2376341" cy="3491640"/>
      </dsp:txXfrm>
    </dsp:sp>
    <dsp:sp modelId="{AE3698A2-84AD-48FB-B6D9-672FDB92F8A0}">
      <dsp:nvSpPr>
        <dsp:cNvPr id="0" name=""/>
        <dsp:cNvSpPr/>
      </dsp:nvSpPr>
      <dsp:spPr>
        <a:xfrm>
          <a:off x="5420495" y="49073"/>
          <a:ext cx="2376341" cy="6912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 dirty="0" err="1"/>
            <a:t>difference</a:t>
          </a:r>
          <a:endParaRPr lang="en-US" sz="2400" kern="1200" dirty="0"/>
        </a:p>
      </dsp:txBody>
      <dsp:txXfrm>
        <a:off x="5420495" y="49073"/>
        <a:ext cx="2376341" cy="691200"/>
      </dsp:txXfrm>
    </dsp:sp>
    <dsp:sp modelId="{5CFE6FD7-6514-4F9E-8AAF-5199BD035AFF}">
      <dsp:nvSpPr>
        <dsp:cNvPr id="0" name=""/>
        <dsp:cNvSpPr/>
      </dsp:nvSpPr>
      <dsp:spPr>
        <a:xfrm>
          <a:off x="5420495" y="740273"/>
          <a:ext cx="2376341" cy="349164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subtract the</a:t>
          </a:r>
          <a:r>
            <a:rPr lang="tr-TR" sz="2400" kern="1200" dirty="0"/>
            <a:t> </a:t>
          </a:r>
          <a:r>
            <a:rPr lang="en-US" sz="2400" kern="1200" dirty="0"/>
            <a:t>first timestamp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from the second to find the elapsed time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between those two</a:t>
          </a:r>
          <a:r>
            <a:rPr lang="tr-TR" sz="2400" kern="1200"/>
            <a:t> </a:t>
          </a:r>
          <a:r>
            <a:rPr lang="en-US" sz="2400" kern="1200"/>
            <a:t>calls.</a:t>
          </a:r>
        </a:p>
      </dsp:txBody>
      <dsp:txXfrm>
        <a:off x="5420495" y="740273"/>
        <a:ext cx="2376341" cy="3491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F7A5F-DF97-4264-A2F3-E082468BEDEF}">
      <dsp:nvSpPr>
        <dsp:cNvPr id="0" name=""/>
        <dsp:cNvSpPr/>
      </dsp:nvSpPr>
      <dsp:spPr>
        <a:xfrm>
          <a:off x="2657" y="59050"/>
          <a:ext cx="2591367" cy="7200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</a:t>
          </a:r>
          <a:r>
            <a:rPr lang="en-US" sz="2500" i="1" kern="1200" dirty="0" err="1"/>
            <a:t>time.sleep</a:t>
          </a:r>
          <a:r>
            <a:rPr lang="en-US" sz="2500" i="1" kern="1200" dirty="0"/>
            <a:t>()</a:t>
          </a:r>
        </a:p>
      </dsp:txBody>
      <dsp:txXfrm>
        <a:off x="2657" y="59050"/>
        <a:ext cx="2591367" cy="720000"/>
      </dsp:txXfrm>
    </dsp:sp>
    <dsp:sp modelId="{074996E2-474B-446A-A8B5-8D5A44814289}">
      <dsp:nvSpPr>
        <dsp:cNvPr id="0" name=""/>
        <dsp:cNvSpPr/>
      </dsp:nvSpPr>
      <dsp:spPr>
        <a:xfrm>
          <a:off x="2657" y="779050"/>
          <a:ext cx="2591367" cy="250052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will </a:t>
          </a:r>
          <a:r>
            <a:rPr lang="en-US" sz="2500" i="0" kern="1200" dirty="0"/>
            <a:t>block</a:t>
          </a:r>
          <a:r>
            <a:rPr lang="tr-TR" sz="2500" i="0" kern="1200" dirty="0"/>
            <a:t> </a:t>
          </a:r>
          <a:r>
            <a:rPr lang="tr-TR" sz="2500" i="0" kern="1200" dirty="0" err="1"/>
            <a:t>the</a:t>
          </a:r>
          <a:r>
            <a:rPr lang="tr-TR" sz="2500" i="0" kern="1200" dirty="0"/>
            <a:t> </a:t>
          </a:r>
          <a:r>
            <a:rPr lang="tr-TR" sz="2500" i="0" kern="1200" dirty="0" err="1"/>
            <a:t>next</a:t>
          </a:r>
          <a:r>
            <a:rPr lang="tr-TR" sz="2500" i="1" kern="1200" dirty="0"/>
            <a:t> </a:t>
          </a:r>
          <a:r>
            <a:rPr lang="tr-TR" sz="2500" i="0" kern="1200" dirty="0" err="1"/>
            <a:t>statement</a:t>
          </a:r>
          <a:endParaRPr lang="en-US" sz="2500" i="0" kern="1200" dirty="0"/>
        </a:p>
      </dsp:txBody>
      <dsp:txXfrm>
        <a:off x="2657" y="779050"/>
        <a:ext cx="2591367" cy="2500523"/>
      </dsp:txXfrm>
    </dsp:sp>
    <dsp:sp modelId="{9E4854FB-3894-4A06-B01D-6472A2938F0D}">
      <dsp:nvSpPr>
        <dsp:cNvPr id="0" name=""/>
        <dsp:cNvSpPr/>
      </dsp:nvSpPr>
      <dsp:spPr>
        <a:xfrm>
          <a:off x="2956816" y="59050"/>
          <a:ext cx="2591367" cy="7200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it will not return</a:t>
          </a:r>
        </a:p>
      </dsp:txBody>
      <dsp:txXfrm>
        <a:off x="2956816" y="59050"/>
        <a:ext cx="2591367" cy="720000"/>
      </dsp:txXfrm>
    </dsp:sp>
    <dsp:sp modelId="{D5B8A5E2-625A-44B4-BED9-80CA30B7AA8C}">
      <dsp:nvSpPr>
        <dsp:cNvPr id="0" name=""/>
        <dsp:cNvSpPr/>
      </dsp:nvSpPr>
      <dsp:spPr>
        <a:xfrm>
          <a:off x="2956816" y="779050"/>
          <a:ext cx="2591367" cy="250052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 and release</a:t>
          </a:r>
          <a:r>
            <a:rPr lang="tr-TR" sz="2500" kern="1200" dirty="0"/>
            <a:t> </a:t>
          </a:r>
          <a:r>
            <a:rPr lang="tr-TR" sz="2500" kern="1200" dirty="0" err="1"/>
            <a:t>the</a:t>
          </a:r>
          <a:r>
            <a:rPr lang="en-US" sz="2500" kern="1200" dirty="0"/>
            <a:t> program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to </a:t>
          </a:r>
          <a:r>
            <a:rPr lang="en-US" sz="2500" kern="1200" dirty="0"/>
            <a:t>execute other code</a:t>
          </a:r>
        </a:p>
      </dsp:txBody>
      <dsp:txXfrm>
        <a:off x="2956816" y="779050"/>
        <a:ext cx="2591367" cy="2500523"/>
      </dsp:txXfrm>
    </dsp:sp>
    <dsp:sp modelId="{79004649-690C-4E2B-B276-5F3DEEC49CAE}">
      <dsp:nvSpPr>
        <dsp:cNvPr id="0" name=""/>
        <dsp:cNvSpPr/>
      </dsp:nvSpPr>
      <dsp:spPr>
        <a:xfrm>
          <a:off x="5910975" y="59050"/>
          <a:ext cx="2591367" cy="7200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 dirty="0" err="1"/>
            <a:t>Until</a:t>
          </a:r>
          <a:endParaRPr lang="en-US" sz="2500" kern="1200" dirty="0"/>
        </a:p>
      </dsp:txBody>
      <dsp:txXfrm>
        <a:off x="5910975" y="59050"/>
        <a:ext cx="2591367" cy="720000"/>
      </dsp:txXfrm>
    </dsp:sp>
    <dsp:sp modelId="{7D398235-1777-409F-B917-F6A2A4781C11}">
      <dsp:nvSpPr>
        <dsp:cNvPr id="0" name=""/>
        <dsp:cNvSpPr/>
      </dsp:nvSpPr>
      <dsp:spPr>
        <a:xfrm>
          <a:off x="5910975" y="779050"/>
          <a:ext cx="2591367" cy="250052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after the number of seconds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passed to </a:t>
          </a:r>
          <a:r>
            <a:rPr lang="en-US" sz="2500" i="1" kern="1200" dirty="0" err="1"/>
            <a:t>time.sleep</a:t>
          </a:r>
          <a:r>
            <a:rPr lang="en-US" sz="2500" i="1" kern="1200" dirty="0"/>
            <a:t>() </a:t>
          </a:r>
          <a:r>
            <a:rPr lang="en-US" sz="2500" kern="1200" dirty="0"/>
            <a:t>has elapsed. </a:t>
          </a:r>
        </a:p>
      </dsp:txBody>
      <dsp:txXfrm>
        <a:off x="5910975" y="779050"/>
        <a:ext cx="2591367" cy="25005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96EDBA-E9F7-40BE-91C6-E2B27DF9CAF1}">
      <dsp:nvSpPr>
        <dsp:cNvPr id="0" name=""/>
        <dsp:cNvSpPr/>
      </dsp:nvSpPr>
      <dsp:spPr>
        <a:xfrm>
          <a:off x="41" y="60144"/>
          <a:ext cx="3974260" cy="8064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For example</a:t>
          </a:r>
        </a:p>
      </dsp:txBody>
      <dsp:txXfrm>
        <a:off x="41" y="60144"/>
        <a:ext cx="3974260" cy="806400"/>
      </dsp:txXfrm>
    </dsp:sp>
    <dsp:sp modelId="{B8674F90-FA53-4394-8FB6-01EC10A2ED4F}">
      <dsp:nvSpPr>
        <dsp:cNvPr id="0" name=""/>
        <dsp:cNvSpPr/>
      </dsp:nvSpPr>
      <dsp:spPr>
        <a:xfrm>
          <a:off x="41" y="866544"/>
          <a:ext cx="3974260" cy="292067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if you enter </a:t>
          </a:r>
          <a:r>
            <a:rPr lang="en-US" sz="2800" i="1" kern="1200" dirty="0" err="1"/>
            <a:t>time.sleep</a:t>
          </a:r>
          <a:r>
            <a:rPr lang="en-US" sz="2800" i="1" kern="1200" dirty="0"/>
            <a:t>(5)</a:t>
          </a:r>
          <a:r>
            <a:rPr lang="en-US" sz="2800" kern="1200" dirty="0"/>
            <a:t>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you’ll see that the next </a:t>
          </a:r>
          <a:r>
            <a:rPr lang="tr-TR" sz="2800" kern="1200"/>
            <a:t>statement is executed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800" kern="1200"/>
            <a:t>after</a:t>
          </a:r>
          <a:r>
            <a:rPr lang="en-US" sz="2800" kern="1200"/>
            <a:t> five seconds have</a:t>
          </a:r>
          <a:r>
            <a:rPr lang="tr-TR" sz="2800" kern="1200"/>
            <a:t> </a:t>
          </a:r>
          <a:r>
            <a:rPr lang="en-US" sz="2800" kern="1200"/>
            <a:t>passed.</a:t>
          </a:r>
        </a:p>
      </dsp:txBody>
      <dsp:txXfrm>
        <a:off x="41" y="866544"/>
        <a:ext cx="3974260" cy="2920679"/>
      </dsp:txXfrm>
    </dsp:sp>
    <dsp:sp modelId="{283F97E4-6EFE-4283-B589-647AA14EB44B}">
      <dsp:nvSpPr>
        <dsp:cNvPr id="0" name=""/>
        <dsp:cNvSpPr/>
      </dsp:nvSpPr>
      <dsp:spPr>
        <a:xfrm>
          <a:off x="4530698" y="60144"/>
          <a:ext cx="3974260" cy="8064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 aware</a:t>
          </a:r>
        </a:p>
      </dsp:txBody>
      <dsp:txXfrm>
        <a:off x="4530698" y="60144"/>
        <a:ext cx="3974260" cy="806400"/>
      </dsp:txXfrm>
    </dsp:sp>
    <dsp:sp modelId="{3881EAA3-71B2-4C75-AB9D-230D2AE10C24}">
      <dsp:nvSpPr>
        <dsp:cNvPr id="0" name=""/>
        <dsp:cNvSpPr/>
      </dsp:nvSpPr>
      <dsp:spPr>
        <a:xfrm>
          <a:off x="4530698" y="866544"/>
          <a:ext cx="3974260" cy="292067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pressing ctrl-C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will not interrupt </a:t>
          </a:r>
          <a:r>
            <a:rPr lang="en-US" sz="2800" i="1" kern="1200" dirty="0" err="1"/>
            <a:t>time.sleep</a:t>
          </a:r>
          <a:r>
            <a:rPr lang="en-US" sz="2800" i="1" kern="1200" dirty="0"/>
            <a:t>()</a:t>
          </a:r>
          <a:r>
            <a:rPr lang="tr-TR" sz="2800" kern="1200" dirty="0"/>
            <a:t> </a:t>
          </a:r>
          <a:r>
            <a:rPr lang="en-US" sz="2800" kern="1200" dirty="0"/>
            <a:t>calls</a:t>
          </a:r>
        </a:p>
      </dsp:txBody>
      <dsp:txXfrm>
        <a:off x="4530698" y="866544"/>
        <a:ext cx="3974260" cy="29206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6425D5-F44C-45C4-9577-CF8D8F94505D}">
      <dsp:nvSpPr>
        <dsp:cNvPr id="0" name=""/>
        <dsp:cNvSpPr/>
      </dsp:nvSpPr>
      <dsp:spPr>
        <a:xfrm>
          <a:off x="40" y="253895"/>
          <a:ext cx="3891487" cy="6624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If you need</a:t>
          </a:r>
        </a:p>
      </dsp:txBody>
      <dsp:txXfrm>
        <a:off x="40" y="253895"/>
        <a:ext cx="3891487" cy="662400"/>
      </dsp:txXfrm>
    </dsp:sp>
    <dsp:sp modelId="{9089A237-C293-48E5-85DA-D8AD5F384458}">
      <dsp:nvSpPr>
        <dsp:cNvPr id="0" name=""/>
        <dsp:cNvSpPr/>
      </dsp:nvSpPr>
      <dsp:spPr>
        <a:xfrm>
          <a:off x="40" y="916295"/>
          <a:ext cx="3891487" cy="132583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 to pause your program for a while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call the </a:t>
          </a:r>
          <a:r>
            <a:rPr lang="en-US" sz="2300" kern="1200" dirty="0" err="1"/>
            <a:t>time.sleep</a:t>
          </a:r>
          <a:r>
            <a:rPr lang="en-US" sz="2300" kern="1200" dirty="0"/>
            <a:t>() function</a:t>
          </a:r>
        </a:p>
      </dsp:txBody>
      <dsp:txXfrm>
        <a:off x="40" y="916295"/>
        <a:ext cx="3891487" cy="1325835"/>
      </dsp:txXfrm>
    </dsp:sp>
    <dsp:sp modelId="{CD98510F-9D6D-49B0-8200-13BCD435F7F2}">
      <dsp:nvSpPr>
        <dsp:cNvPr id="0" name=""/>
        <dsp:cNvSpPr/>
      </dsp:nvSpPr>
      <dsp:spPr>
        <a:xfrm>
          <a:off x="4436336" y="253895"/>
          <a:ext cx="3891487" cy="6624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pass it the number of seconds </a:t>
          </a:r>
        </a:p>
      </dsp:txBody>
      <dsp:txXfrm>
        <a:off x="4436336" y="253895"/>
        <a:ext cx="3891487" cy="662400"/>
      </dsp:txXfrm>
    </dsp:sp>
    <dsp:sp modelId="{4CEF7D84-7FB5-41C2-A9AA-4773CBCFCD2D}">
      <dsp:nvSpPr>
        <dsp:cNvPr id="0" name=""/>
        <dsp:cNvSpPr/>
      </dsp:nvSpPr>
      <dsp:spPr>
        <a:xfrm>
          <a:off x="4436336" y="916295"/>
          <a:ext cx="3891487" cy="132583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you want your program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to </a:t>
          </a:r>
          <a:r>
            <a:rPr lang="en-US" sz="2300" kern="1200" dirty="0"/>
            <a:t>stay paused</a:t>
          </a:r>
        </a:p>
      </dsp:txBody>
      <dsp:txXfrm>
        <a:off x="4436336" y="916295"/>
        <a:ext cx="3891487" cy="13258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F0FA8-E96B-4A62-BED7-C004E1247AF0}">
      <dsp:nvSpPr>
        <dsp:cNvPr id="0" name=""/>
        <dsp:cNvSpPr/>
      </dsp:nvSpPr>
      <dsp:spPr>
        <a:xfrm>
          <a:off x="3160" y="1057158"/>
          <a:ext cx="1900107" cy="75331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When working with times, </a:t>
          </a:r>
        </a:p>
      </dsp:txBody>
      <dsp:txXfrm>
        <a:off x="3160" y="1057158"/>
        <a:ext cx="1900107" cy="753315"/>
      </dsp:txXfrm>
    </dsp:sp>
    <dsp:sp modelId="{861039FB-1E9E-4AD3-AC87-C1CDC0F41CB4}">
      <dsp:nvSpPr>
        <dsp:cNvPr id="0" name=""/>
        <dsp:cNvSpPr/>
      </dsp:nvSpPr>
      <dsp:spPr>
        <a:xfrm>
          <a:off x="3160" y="1810473"/>
          <a:ext cx="1900107" cy="196831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you’ll often encounter float values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with many</a:t>
          </a:r>
          <a:r>
            <a:rPr lang="tr-TR" sz="1500" kern="1200" dirty="0"/>
            <a:t> </a:t>
          </a:r>
          <a:r>
            <a:rPr lang="en-US" sz="1500" kern="1200" dirty="0"/>
            <a:t>digits after the decimal. </a:t>
          </a:r>
        </a:p>
      </dsp:txBody>
      <dsp:txXfrm>
        <a:off x="3160" y="1810473"/>
        <a:ext cx="1900107" cy="1968317"/>
      </dsp:txXfrm>
    </dsp:sp>
    <dsp:sp modelId="{62B65CA6-81ED-40C5-B133-57BF945010E6}">
      <dsp:nvSpPr>
        <dsp:cNvPr id="0" name=""/>
        <dsp:cNvSpPr/>
      </dsp:nvSpPr>
      <dsp:spPr>
        <a:xfrm>
          <a:off x="2169282" y="1057158"/>
          <a:ext cx="1900107" cy="75331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To make these values easier to work with</a:t>
          </a:r>
        </a:p>
      </dsp:txBody>
      <dsp:txXfrm>
        <a:off x="2169282" y="1057158"/>
        <a:ext cx="1900107" cy="753315"/>
      </dsp:txXfrm>
    </dsp:sp>
    <dsp:sp modelId="{E9AC18DC-A323-4BAD-AF0B-A7B61EBFEDAB}">
      <dsp:nvSpPr>
        <dsp:cNvPr id="0" name=""/>
        <dsp:cNvSpPr/>
      </dsp:nvSpPr>
      <dsp:spPr>
        <a:xfrm>
          <a:off x="2169282" y="1810473"/>
          <a:ext cx="1900107" cy="196831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you can</a:t>
          </a:r>
          <a:r>
            <a:rPr lang="tr-TR" sz="1500" kern="1200" dirty="0"/>
            <a:t> </a:t>
          </a:r>
          <a:r>
            <a:rPr lang="en-US" sz="1500" kern="1200" dirty="0"/>
            <a:t>shorten them with Python’s built-in </a:t>
          </a:r>
          <a:r>
            <a:rPr lang="en-US" sz="1500" i="1" kern="1200" dirty="0"/>
            <a:t>round() </a:t>
          </a:r>
          <a:r>
            <a:rPr lang="en-US" sz="1500" kern="1200" dirty="0"/>
            <a:t>function,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which rounds a float</a:t>
          </a:r>
          <a:r>
            <a:rPr lang="tr-TR" sz="1500" kern="1200" dirty="0"/>
            <a:t> </a:t>
          </a:r>
          <a:r>
            <a:rPr lang="en-US" sz="1500" kern="1200" dirty="0"/>
            <a:t>to the precision you specify. </a:t>
          </a:r>
        </a:p>
      </dsp:txBody>
      <dsp:txXfrm>
        <a:off x="2169282" y="1810473"/>
        <a:ext cx="1900107" cy="1968317"/>
      </dsp:txXfrm>
    </dsp:sp>
    <dsp:sp modelId="{AF42218B-AD6C-4CE9-AA4C-22268374407F}">
      <dsp:nvSpPr>
        <dsp:cNvPr id="0" name=""/>
        <dsp:cNvSpPr/>
      </dsp:nvSpPr>
      <dsp:spPr>
        <a:xfrm>
          <a:off x="4335404" y="1057158"/>
          <a:ext cx="1900107" cy="75331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Just pass in the number you want to round</a:t>
          </a:r>
          <a:endParaRPr lang="en-US" sz="1500" kern="1200" dirty="0"/>
        </a:p>
      </dsp:txBody>
      <dsp:txXfrm>
        <a:off x="4335404" y="1057158"/>
        <a:ext cx="1900107" cy="753315"/>
      </dsp:txXfrm>
    </dsp:sp>
    <dsp:sp modelId="{2CBBAE68-C10D-4150-9F15-367F07DE3B94}">
      <dsp:nvSpPr>
        <dsp:cNvPr id="0" name=""/>
        <dsp:cNvSpPr/>
      </dsp:nvSpPr>
      <dsp:spPr>
        <a:xfrm>
          <a:off x="4335404" y="1810473"/>
          <a:ext cx="1900107" cy="196831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plus</a:t>
          </a:r>
          <a:r>
            <a:rPr lang="tr-TR" sz="1500" kern="1200" dirty="0"/>
            <a:t> </a:t>
          </a:r>
          <a:r>
            <a:rPr lang="en-US" sz="1500" kern="1200" dirty="0"/>
            <a:t>an optional second argument representing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how many digits after the decimal</a:t>
          </a:r>
          <a:r>
            <a:rPr lang="tr-TR" sz="1500" kern="1200" dirty="0"/>
            <a:t> </a:t>
          </a:r>
          <a:r>
            <a:rPr lang="en-US" sz="1500" kern="1200" dirty="0"/>
            <a:t>point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you want to round it to. </a:t>
          </a:r>
        </a:p>
      </dsp:txBody>
      <dsp:txXfrm>
        <a:off x="4335404" y="1810473"/>
        <a:ext cx="1900107" cy="1968317"/>
      </dsp:txXfrm>
    </dsp:sp>
    <dsp:sp modelId="{EAE9D393-C8FC-4475-948C-08153818972F}">
      <dsp:nvSpPr>
        <dsp:cNvPr id="0" name=""/>
        <dsp:cNvSpPr/>
      </dsp:nvSpPr>
      <dsp:spPr>
        <a:xfrm>
          <a:off x="6501526" y="1057158"/>
          <a:ext cx="1900107" cy="75331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If you omit the second argument, </a:t>
          </a:r>
        </a:p>
      </dsp:txBody>
      <dsp:txXfrm>
        <a:off x="6501526" y="1057158"/>
        <a:ext cx="1900107" cy="753315"/>
      </dsp:txXfrm>
    </dsp:sp>
    <dsp:sp modelId="{351F604F-C7DF-45DA-B3D8-3623EA76EE4A}">
      <dsp:nvSpPr>
        <dsp:cNvPr id="0" name=""/>
        <dsp:cNvSpPr/>
      </dsp:nvSpPr>
      <dsp:spPr>
        <a:xfrm>
          <a:off x="6501526" y="1810473"/>
          <a:ext cx="1900107" cy="196831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/>
            <a:t>round()</a:t>
          </a:r>
          <a:r>
            <a:rPr lang="tr-TR" sz="1500" kern="1200" dirty="0"/>
            <a:t>: </a:t>
          </a:r>
          <a:r>
            <a:rPr lang="en-US" sz="1500" kern="1200" dirty="0"/>
            <a:t>rounds your number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to the nearest whole integer.</a:t>
          </a:r>
        </a:p>
      </dsp:txBody>
      <dsp:txXfrm>
        <a:off x="6501526" y="1810473"/>
        <a:ext cx="1900107" cy="19683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E57520-077F-49A8-BEA6-3D8DA919BC4C}">
      <dsp:nvSpPr>
        <dsp:cNvPr id="0" name=""/>
        <dsp:cNvSpPr/>
      </dsp:nvSpPr>
      <dsp:spPr>
        <a:xfrm>
          <a:off x="36" y="8331"/>
          <a:ext cx="3453143" cy="5760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 track how much time spend</a:t>
          </a:r>
        </a:p>
      </dsp:txBody>
      <dsp:txXfrm>
        <a:off x="36" y="8331"/>
        <a:ext cx="3453143" cy="576000"/>
      </dsp:txXfrm>
    </dsp:sp>
    <dsp:sp modelId="{40E8E80C-AFE7-467C-826B-DE429E416D04}">
      <dsp:nvSpPr>
        <dsp:cNvPr id="0" name=""/>
        <dsp:cNvSpPr/>
      </dsp:nvSpPr>
      <dsp:spPr>
        <a:xfrm>
          <a:off x="36" y="584331"/>
          <a:ext cx="3453143" cy="8784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on boring tasks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000" kern="1200"/>
            <a:t>not </a:t>
          </a:r>
          <a:r>
            <a:rPr lang="en-US" sz="2000" kern="1200"/>
            <a:t>automated yet. </a:t>
          </a:r>
        </a:p>
      </dsp:txBody>
      <dsp:txXfrm>
        <a:off x="36" y="584331"/>
        <a:ext cx="3453143" cy="878400"/>
      </dsp:txXfrm>
    </dsp:sp>
    <dsp:sp modelId="{4AB21087-083C-4B9B-A59D-B65BD42A0A14}">
      <dsp:nvSpPr>
        <dsp:cNvPr id="0" name=""/>
        <dsp:cNvSpPr/>
      </dsp:nvSpPr>
      <dsp:spPr>
        <a:xfrm>
          <a:off x="3936619" y="8331"/>
          <a:ext cx="3453143" cy="5760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write</a:t>
          </a:r>
        </a:p>
      </dsp:txBody>
      <dsp:txXfrm>
        <a:off x="3936619" y="8331"/>
        <a:ext cx="3453143" cy="576000"/>
      </dsp:txXfrm>
    </dsp:sp>
    <dsp:sp modelId="{D0E5C3F0-2DD4-496D-A28F-D8412FC1EFBB}">
      <dsp:nvSpPr>
        <dsp:cNvPr id="0" name=""/>
        <dsp:cNvSpPr/>
      </dsp:nvSpPr>
      <dsp:spPr>
        <a:xfrm>
          <a:off x="3936619" y="584331"/>
          <a:ext cx="3453143" cy="8784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 </a:t>
          </a:r>
          <a:r>
            <a:rPr lang="en-US" sz="2000" kern="1200" dirty="0"/>
            <a:t>simple stopwatch program</a:t>
          </a:r>
        </a:p>
      </dsp:txBody>
      <dsp:txXfrm>
        <a:off x="3936619" y="584331"/>
        <a:ext cx="3453143" cy="8784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5FC84-3953-47F5-9865-7356CFFAEB38}">
      <dsp:nvSpPr>
        <dsp:cNvPr id="0" name=""/>
        <dsp:cNvSpPr/>
      </dsp:nvSpPr>
      <dsp:spPr>
        <a:xfrm>
          <a:off x="3608" y="18924"/>
          <a:ext cx="1845645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At a high level</a:t>
          </a:r>
        </a:p>
      </dsp:txBody>
      <dsp:txXfrm>
        <a:off x="3608" y="18924"/>
        <a:ext cx="1845645" cy="396000"/>
      </dsp:txXfrm>
    </dsp:sp>
    <dsp:sp modelId="{C61FDD01-9144-4F07-9ED2-1ADA731ECD01}">
      <dsp:nvSpPr>
        <dsp:cNvPr id="0" name=""/>
        <dsp:cNvSpPr/>
      </dsp:nvSpPr>
      <dsp:spPr>
        <a:xfrm>
          <a:off x="1849253" y="362"/>
          <a:ext cx="369129" cy="43312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A1E946-DF73-4299-8D16-FF7D31C1F2FB}">
      <dsp:nvSpPr>
        <dsp:cNvPr id="0" name=""/>
        <dsp:cNvSpPr/>
      </dsp:nvSpPr>
      <dsp:spPr>
        <a:xfrm>
          <a:off x="2366034" y="362"/>
          <a:ext cx="5020156" cy="43312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here’s what your program will do</a:t>
          </a:r>
        </a:p>
      </dsp:txBody>
      <dsp:txXfrm>
        <a:off x="2366034" y="362"/>
        <a:ext cx="5020156" cy="433125"/>
      </dsp:txXfrm>
    </dsp:sp>
    <dsp:sp modelId="{61F6040E-EEF1-406D-ABE2-ED780F8B6D05}">
      <dsp:nvSpPr>
        <dsp:cNvPr id="0" name=""/>
        <dsp:cNvSpPr/>
      </dsp:nvSpPr>
      <dsp:spPr>
        <a:xfrm>
          <a:off x="3608" y="691112"/>
          <a:ext cx="1845645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Track</a:t>
          </a:r>
        </a:p>
      </dsp:txBody>
      <dsp:txXfrm>
        <a:off x="3608" y="691112"/>
        <a:ext cx="1845645" cy="396000"/>
      </dsp:txXfrm>
    </dsp:sp>
    <dsp:sp modelId="{E80DBA3D-D16E-4B7D-821F-D3528DEF3778}">
      <dsp:nvSpPr>
        <dsp:cNvPr id="0" name=""/>
        <dsp:cNvSpPr/>
      </dsp:nvSpPr>
      <dsp:spPr>
        <a:xfrm>
          <a:off x="1849253" y="505487"/>
          <a:ext cx="369129" cy="76725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5A6384-1D5E-4C90-BEE8-5D0964F94BF7}">
      <dsp:nvSpPr>
        <dsp:cNvPr id="0" name=""/>
        <dsp:cNvSpPr/>
      </dsp:nvSpPr>
      <dsp:spPr>
        <a:xfrm>
          <a:off x="2366034" y="505487"/>
          <a:ext cx="5020156" cy="76725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the </a:t>
          </a:r>
          <a:r>
            <a:rPr lang="en-US" sz="2000" kern="1200" dirty="0"/>
            <a:t>amount of time elapsed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between presses of the enter key,</a:t>
          </a:r>
        </a:p>
      </dsp:txBody>
      <dsp:txXfrm>
        <a:off x="2366034" y="505487"/>
        <a:ext cx="5020156" cy="767250"/>
      </dsp:txXfrm>
    </dsp:sp>
    <dsp:sp modelId="{68FE6505-9238-4F26-8CBB-6A7689FE4A99}">
      <dsp:nvSpPr>
        <dsp:cNvPr id="0" name=""/>
        <dsp:cNvSpPr/>
      </dsp:nvSpPr>
      <dsp:spPr>
        <a:xfrm>
          <a:off x="3608" y="1396944"/>
          <a:ext cx="1845645" cy="66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with each key press</a:t>
          </a:r>
        </a:p>
      </dsp:txBody>
      <dsp:txXfrm>
        <a:off x="3608" y="1396944"/>
        <a:ext cx="1845645" cy="668250"/>
      </dsp:txXfrm>
    </dsp:sp>
    <dsp:sp modelId="{487C4B69-82C9-4669-8C03-202A503FB965}">
      <dsp:nvSpPr>
        <dsp:cNvPr id="0" name=""/>
        <dsp:cNvSpPr/>
      </dsp:nvSpPr>
      <dsp:spPr>
        <a:xfrm>
          <a:off x="1849253" y="1344737"/>
          <a:ext cx="369129" cy="772664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0FFFF0-3D5D-4FC3-9268-F970FF60263B}">
      <dsp:nvSpPr>
        <dsp:cNvPr id="0" name=""/>
        <dsp:cNvSpPr/>
      </dsp:nvSpPr>
      <dsp:spPr>
        <a:xfrm>
          <a:off x="2366034" y="1344737"/>
          <a:ext cx="5020156" cy="77266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starting a new “lap”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on </a:t>
          </a:r>
          <a:r>
            <a:rPr lang="en-US" sz="2000" kern="1200" dirty="0"/>
            <a:t>the timer.</a:t>
          </a:r>
        </a:p>
      </dsp:txBody>
      <dsp:txXfrm>
        <a:off x="2366034" y="1344737"/>
        <a:ext cx="5020156" cy="772664"/>
      </dsp:txXfrm>
    </dsp:sp>
    <dsp:sp modelId="{B776F90A-CCB1-4F9D-B7E9-C2F3FBA7EB7C}">
      <dsp:nvSpPr>
        <dsp:cNvPr id="0" name=""/>
        <dsp:cNvSpPr/>
      </dsp:nvSpPr>
      <dsp:spPr>
        <a:xfrm>
          <a:off x="3608" y="2535901"/>
          <a:ext cx="1845645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Print </a:t>
          </a:r>
        </a:p>
      </dsp:txBody>
      <dsp:txXfrm>
        <a:off x="3608" y="2535901"/>
        <a:ext cx="1845645" cy="396000"/>
      </dsp:txXfrm>
    </dsp:sp>
    <dsp:sp modelId="{1BC5222E-8431-4517-8A36-807515F2134C}">
      <dsp:nvSpPr>
        <dsp:cNvPr id="0" name=""/>
        <dsp:cNvSpPr/>
      </dsp:nvSpPr>
      <dsp:spPr>
        <a:xfrm>
          <a:off x="1849253" y="2189401"/>
          <a:ext cx="369129" cy="10890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735841-EFF2-4081-A7E7-1B23EFFB78D1}">
      <dsp:nvSpPr>
        <dsp:cNvPr id="0" name=""/>
        <dsp:cNvSpPr/>
      </dsp:nvSpPr>
      <dsp:spPr>
        <a:xfrm>
          <a:off x="2366034" y="2189401"/>
          <a:ext cx="5020156" cy="10890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the lap number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total time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lap time</a:t>
          </a:r>
        </a:p>
      </dsp:txBody>
      <dsp:txXfrm>
        <a:off x="2366034" y="2189401"/>
        <a:ext cx="5020156" cy="1089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86648-46D1-4A08-A3E5-DADF09045991}">
      <dsp:nvSpPr>
        <dsp:cNvPr id="0" name=""/>
        <dsp:cNvSpPr/>
      </dsp:nvSpPr>
      <dsp:spPr>
        <a:xfrm>
          <a:off x="0" y="34908"/>
          <a:ext cx="1948215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 err="1"/>
            <a:t>The</a:t>
          </a:r>
          <a:r>
            <a:rPr lang="tr-TR" sz="2000" kern="1200" dirty="0"/>
            <a:t> </a:t>
          </a:r>
          <a:r>
            <a:rPr lang="en-US" sz="2000" kern="1200" dirty="0"/>
            <a:t>code</a:t>
          </a:r>
        </a:p>
      </dsp:txBody>
      <dsp:txXfrm>
        <a:off x="0" y="34908"/>
        <a:ext cx="1948215" cy="396000"/>
      </dsp:txXfrm>
    </dsp:sp>
    <dsp:sp modelId="{5BEB4856-8C00-4D72-BF12-2E5914A2AA7F}">
      <dsp:nvSpPr>
        <dsp:cNvPr id="0" name=""/>
        <dsp:cNvSpPr/>
      </dsp:nvSpPr>
      <dsp:spPr>
        <a:xfrm>
          <a:off x="1948215" y="16346"/>
          <a:ext cx="389643" cy="433125"/>
        </a:xfrm>
        <a:prstGeom prst="leftBrace">
          <a:avLst>
            <a:gd name="adj1" fmla="val 35000"/>
            <a:gd name="adj2" fmla="val 50000"/>
          </a:avLst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7B717B-E63F-4D46-AAC0-74FAACB0828A}">
      <dsp:nvSpPr>
        <dsp:cNvPr id="0" name=""/>
        <dsp:cNvSpPr/>
      </dsp:nvSpPr>
      <dsp:spPr>
        <a:xfrm>
          <a:off x="2493715" y="16346"/>
          <a:ext cx="5299145" cy="43312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will need</a:t>
          </a:r>
          <a:r>
            <a:rPr lang="tr-TR" sz="2000" kern="1200" dirty="0"/>
            <a:t> </a:t>
          </a:r>
          <a:r>
            <a:rPr lang="en-US" sz="2000" kern="1200" dirty="0"/>
            <a:t>to do the following:</a:t>
          </a:r>
        </a:p>
      </dsp:txBody>
      <dsp:txXfrm>
        <a:off x="2493715" y="16346"/>
        <a:ext cx="5299145" cy="433125"/>
      </dsp:txXfrm>
    </dsp:sp>
    <dsp:sp modelId="{332EC0F9-76F6-4E89-AF0E-D4D81DCB2062}">
      <dsp:nvSpPr>
        <dsp:cNvPr id="0" name=""/>
        <dsp:cNvSpPr/>
      </dsp:nvSpPr>
      <dsp:spPr>
        <a:xfrm>
          <a:off x="0" y="707096"/>
          <a:ext cx="1946312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 err="1"/>
            <a:t>Current</a:t>
          </a:r>
          <a:r>
            <a:rPr lang="tr-TR" sz="2000" kern="1200" dirty="0"/>
            <a:t> time</a:t>
          </a:r>
          <a:endParaRPr lang="en-US" sz="2000" kern="1200" dirty="0"/>
        </a:p>
      </dsp:txBody>
      <dsp:txXfrm>
        <a:off x="0" y="707096"/>
        <a:ext cx="1946312" cy="396000"/>
      </dsp:txXfrm>
    </dsp:sp>
    <dsp:sp modelId="{74C15A15-E5C9-4042-93B2-E37701D6B73D}">
      <dsp:nvSpPr>
        <dsp:cNvPr id="0" name=""/>
        <dsp:cNvSpPr/>
      </dsp:nvSpPr>
      <dsp:spPr>
        <a:xfrm>
          <a:off x="1946312" y="521471"/>
          <a:ext cx="389262" cy="767250"/>
        </a:xfrm>
        <a:prstGeom prst="leftBrace">
          <a:avLst>
            <a:gd name="adj1" fmla="val 35000"/>
            <a:gd name="adj2" fmla="val 50000"/>
          </a:avLst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FC74E-75C0-447C-B812-33622892B47D}">
      <dsp:nvSpPr>
        <dsp:cNvPr id="0" name=""/>
        <dsp:cNvSpPr/>
      </dsp:nvSpPr>
      <dsp:spPr>
        <a:xfrm>
          <a:off x="2491280" y="521471"/>
          <a:ext cx="5293970" cy="76725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Find </a:t>
          </a:r>
          <a:r>
            <a:rPr lang="en-US" sz="2000" kern="1200" dirty="0"/>
            <a:t>the current time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by calling </a:t>
          </a:r>
          <a:r>
            <a:rPr lang="en-US" sz="2000" i="1" kern="1200" dirty="0" err="1"/>
            <a:t>time.time</a:t>
          </a:r>
          <a:r>
            <a:rPr lang="en-US" sz="2000" i="1" kern="1200" dirty="0"/>
            <a:t>()</a:t>
          </a:r>
        </a:p>
      </dsp:txBody>
      <dsp:txXfrm>
        <a:off x="2491280" y="521471"/>
        <a:ext cx="5293970" cy="767250"/>
      </dsp:txXfrm>
    </dsp:sp>
    <dsp:sp modelId="{B98593BD-3DB2-4B3B-BC58-6EDF4C2F8246}">
      <dsp:nvSpPr>
        <dsp:cNvPr id="0" name=""/>
        <dsp:cNvSpPr/>
      </dsp:nvSpPr>
      <dsp:spPr>
        <a:xfrm>
          <a:off x="0" y="1707221"/>
          <a:ext cx="1946312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Time </a:t>
          </a:r>
          <a:r>
            <a:rPr lang="tr-TR" sz="2000" kern="1200" dirty="0" err="1"/>
            <a:t>stamp</a:t>
          </a:r>
          <a:endParaRPr lang="en-US" sz="2000" kern="1200" dirty="0"/>
        </a:p>
      </dsp:txBody>
      <dsp:txXfrm>
        <a:off x="0" y="1707221"/>
        <a:ext cx="1946312" cy="396000"/>
      </dsp:txXfrm>
    </dsp:sp>
    <dsp:sp modelId="{3035441A-7430-445E-8C52-7D4B4617EF54}">
      <dsp:nvSpPr>
        <dsp:cNvPr id="0" name=""/>
        <dsp:cNvSpPr/>
      </dsp:nvSpPr>
      <dsp:spPr>
        <a:xfrm>
          <a:off x="1946312" y="1360721"/>
          <a:ext cx="389262" cy="1089000"/>
        </a:xfrm>
        <a:prstGeom prst="leftBrace">
          <a:avLst>
            <a:gd name="adj1" fmla="val 35000"/>
            <a:gd name="adj2" fmla="val 50000"/>
          </a:avLst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8E0BE5-3A53-4948-986D-E7A273D37DD7}">
      <dsp:nvSpPr>
        <dsp:cNvPr id="0" name=""/>
        <dsp:cNvSpPr/>
      </dsp:nvSpPr>
      <dsp:spPr>
        <a:xfrm>
          <a:off x="2491280" y="1360721"/>
          <a:ext cx="5293970" cy="10890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store </a:t>
          </a:r>
          <a:r>
            <a:rPr lang="en-US" sz="2000" kern="1200" dirty="0"/>
            <a:t>it as a timestamp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at the start of the program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as well as at the start of each lap.</a:t>
          </a:r>
        </a:p>
      </dsp:txBody>
      <dsp:txXfrm>
        <a:off x="2491280" y="1360721"/>
        <a:ext cx="5293970" cy="1089000"/>
      </dsp:txXfrm>
    </dsp:sp>
    <dsp:sp modelId="{0AE03F4B-3039-411F-985E-CFD92D7DC6FA}">
      <dsp:nvSpPr>
        <dsp:cNvPr id="0" name=""/>
        <dsp:cNvSpPr/>
      </dsp:nvSpPr>
      <dsp:spPr>
        <a:xfrm>
          <a:off x="0" y="2868221"/>
          <a:ext cx="1946312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Counter</a:t>
          </a:r>
          <a:endParaRPr lang="en-US" sz="2000" kern="1200" dirty="0"/>
        </a:p>
      </dsp:txBody>
      <dsp:txXfrm>
        <a:off x="0" y="2868221"/>
        <a:ext cx="1946312" cy="396000"/>
      </dsp:txXfrm>
    </dsp:sp>
    <dsp:sp modelId="{9380A253-0282-46B7-A036-3AE41452DA98}">
      <dsp:nvSpPr>
        <dsp:cNvPr id="0" name=""/>
        <dsp:cNvSpPr/>
      </dsp:nvSpPr>
      <dsp:spPr>
        <a:xfrm>
          <a:off x="1946312" y="2521721"/>
          <a:ext cx="389262" cy="1089000"/>
        </a:xfrm>
        <a:prstGeom prst="leftBrace">
          <a:avLst>
            <a:gd name="adj1" fmla="val 35000"/>
            <a:gd name="adj2" fmla="val 50000"/>
          </a:avLst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F0A95E-4872-4210-856B-BAD4DE1B0916}">
      <dsp:nvSpPr>
        <dsp:cNvPr id="0" name=""/>
        <dsp:cNvSpPr/>
      </dsp:nvSpPr>
      <dsp:spPr>
        <a:xfrm>
          <a:off x="2491280" y="2521721"/>
          <a:ext cx="5293970" cy="10890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Keep </a:t>
          </a:r>
          <a:r>
            <a:rPr lang="en-US" sz="2000" kern="1200" dirty="0"/>
            <a:t>a lap counter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increment it every time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the user presses enter</a:t>
          </a:r>
        </a:p>
      </dsp:txBody>
      <dsp:txXfrm>
        <a:off x="2491280" y="2521721"/>
        <a:ext cx="5293970" cy="1089000"/>
      </dsp:txXfrm>
    </dsp:sp>
    <dsp:sp modelId="{7353F312-219E-4758-BC6A-628F5770B383}">
      <dsp:nvSpPr>
        <dsp:cNvPr id="0" name=""/>
        <dsp:cNvSpPr/>
      </dsp:nvSpPr>
      <dsp:spPr>
        <a:xfrm>
          <a:off x="0" y="3701284"/>
          <a:ext cx="1946312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 err="1"/>
            <a:t>Elapsed</a:t>
          </a:r>
          <a:r>
            <a:rPr lang="tr-TR" sz="2000" kern="1200" dirty="0"/>
            <a:t> time</a:t>
          </a:r>
          <a:endParaRPr lang="en-US" sz="2000" kern="1200" dirty="0"/>
        </a:p>
      </dsp:txBody>
      <dsp:txXfrm>
        <a:off x="0" y="3701284"/>
        <a:ext cx="1946312" cy="396000"/>
      </dsp:txXfrm>
    </dsp:sp>
    <dsp:sp modelId="{528FF075-F569-4E2C-BBEA-D6124E78EEF3}">
      <dsp:nvSpPr>
        <dsp:cNvPr id="0" name=""/>
        <dsp:cNvSpPr/>
      </dsp:nvSpPr>
      <dsp:spPr>
        <a:xfrm>
          <a:off x="1946312" y="3682721"/>
          <a:ext cx="389262" cy="433125"/>
        </a:xfrm>
        <a:prstGeom prst="leftBrace">
          <a:avLst>
            <a:gd name="adj1" fmla="val 35000"/>
            <a:gd name="adj2" fmla="val 50000"/>
          </a:avLst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D2A9DB-D2D1-46D8-A4F4-4A9D8ACE0E67}">
      <dsp:nvSpPr>
        <dsp:cNvPr id="0" name=""/>
        <dsp:cNvSpPr/>
      </dsp:nvSpPr>
      <dsp:spPr>
        <a:xfrm>
          <a:off x="2491280" y="3682721"/>
          <a:ext cx="5293970" cy="43312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Calculate</a:t>
          </a:r>
          <a:r>
            <a:rPr lang="tr-TR" sz="2000" kern="1200" dirty="0"/>
            <a:t> </a:t>
          </a:r>
          <a:r>
            <a:rPr lang="en-US" sz="2000" kern="1200" dirty="0"/>
            <a:t>by subtracting timestamps</a:t>
          </a:r>
        </a:p>
      </dsp:txBody>
      <dsp:txXfrm>
        <a:off x="2491280" y="3682721"/>
        <a:ext cx="5293970" cy="433125"/>
      </dsp:txXfrm>
    </dsp:sp>
    <dsp:sp modelId="{1CFB2E33-12D0-4E65-BC83-EA12C19AAF45}">
      <dsp:nvSpPr>
        <dsp:cNvPr id="0" name=""/>
        <dsp:cNvSpPr/>
      </dsp:nvSpPr>
      <dsp:spPr>
        <a:xfrm>
          <a:off x="0" y="4373471"/>
          <a:ext cx="1946312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 err="1"/>
            <a:t>Quit</a:t>
          </a:r>
          <a:endParaRPr lang="en-US" sz="2000" kern="1200" dirty="0"/>
        </a:p>
      </dsp:txBody>
      <dsp:txXfrm>
        <a:off x="0" y="4373471"/>
        <a:ext cx="1946312" cy="396000"/>
      </dsp:txXfrm>
    </dsp:sp>
    <dsp:sp modelId="{41FD3F4C-FF8C-4F38-AECD-597EFBE9394C}">
      <dsp:nvSpPr>
        <dsp:cNvPr id="0" name=""/>
        <dsp:cNvSpPr/>
      </dsp:nvSpPr>
      <dsp:spPr>
        <a:xfrm>
          <a:off x="1946312" y="4187846"/>
          <a:ext cx="389262" cy="767250"/>
        </a:xfrm>
        <a:prstGeom prst="leftBrace">
          <a:avLst>
            <a:gd name="adj1" fmla="val 35000"/>
            <a:gd name="adj2" fmla="val 50000"/>
          </a:avLst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CEDB54-CEA0-4588-A89C-DEA1781E34F6}">
      <dsp:nvSpPr>
        <dsp:cNvPr id="0" name=""/>
        <dsp:cNvSpPr/>
      </dsp:nvSpPr>
      <dsp:spPr>
        <a:xfrm>
          <a:off x="2491280" y="4187846"/>
          <a:ext cx="5293970" cy="76725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Handle</a:t>
          </a:r>
          <a:r>
            <a:rPr lang="tr-TR" sz="2000" kern="1200" dirty="0"/>
            <a:t> </a:t>
          </a:r>
          <a:r>
            <a:rPr lang="en-US" sz="2000" kern="1200" dirty="0"/>
            <a:t>the </a:t>
          </a:r>
          <a:r>
            <a:rPr lang="en-US" sz="2000" kern="1200" dirty="0" err="1"/>
            <a:t>KeyboardInterrupt</a:t>
          </a:r>
          <a:r>
            <a:rPr lang="en-US" sz="2000" kern="1200" dirty="0"/>
            <a:t> exception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so the user can press </a:t>
          </a:r>
          <a:r>
            <a:rPr lang="en-US" sz="2000" b="1" kern="1200" dirty="0"/>
            <a:t>ctrl-C</a:t>
          </a:r>
          <a:r>
            <a:rPr lang="tr-TR" sz="2000" kern="1200" dirty="0"/>
            <a:t> </a:t>
          </a:r>
          <a:r>
            <a:rPr lang="en-US" sz="2000" kern="1200" dirty="0"/>
            <a:t>to quit</a:t>
          </a:r>
        </a:p>
      </dsp:txBody>
      <dsp:txXfrm>
        <a:off x="2491280" y="4187846"/>
        <a:ext cx="5293970" cy="76725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E4EA96-01B9-41C4-BF9F-4188E62BEF40}">
      <dsp:nvSpPr>
        <dsp:cNvPr id="0" name=""/>
        <dsp:cNvSpPr/>
      </dsp:nvSpPr>
      <dsp:spPr>
        <a:xfrm>
          <a:off x="0" y="430145"/>
          <a:ext cx="2080822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</a:t>
          </a:r>
        </a:p>
      </dsp:txBody>
      <dsp:txXfrm>
        <a:off x="0" y="430145"/>
        <a:ext cx="2080822" cy="396000"/>
      </dsp:txXfrm>
    </dsp:sp>
    <dsp:sp modelId="{39295B7C-87E0-4F80-9E34-1F198723E2F8}">
      <dsp:nvSpPr>
        <dsp:cNvPr id="0" name=""/>
        <dsp:cNvSpPr/>
      </dsp:nvSpPr>
      <dsp:spPr>
        <a:xfrm>
          <a:off x="2080822" y="244520"/>
          <a:ext cx="416164" cy="767250"/>
        </a:xfrm>
        <a:prstGeom prst="leftBrace">
          <a:avLst>
            <a:gd name="adj1" fmla="val 35000"/>
            <a:gd name="adj2" fmla="val 50000"/>
          </a:avLst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BFFBEA-F425-442F-804B-C08F32D6790E}">
      <dsp:nvSpPr>
        <dsp:cNvPr id="0" name=""/>
        <dsp:cNvSpPr/>
      </dsp:nvSpPr>
      <dsp:spPr>
        <a:xfrm>
          <a:off x="2663452" y="244520"/>
          <a:ext cx="5659836" cy="76725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 simple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timesheet app</a:t>
          </a:r>
        </a:p>
      </dsp:txBody>
      <dsp:txXfrm>
        <a:off x="2663452" y="244520"/>
        <a:ext cx="5659836" cy="767250"/>
      </dsp:txXfrm>
    </dsp:sp>
    <dsp:sp modelId="{D51A6322-B823-42FD-A75F-F948C90FFEDA}">
      <dsp:nvSpPr>
        <dsp:cNvPr id="0" name=""/>
        <dsp:cNvSpPr/>
      </dsp:nvSpPr>
      <dsp:spPr>
        <a:xfrm>
          <a:off x="0" y="1269395"/>
          <a:ext cx="2078790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 err="1"/>
            <a:t>features</a:t>
          </a:r>
          <a:endParaRPr lang="en-US" sz="2000" kern="1200" dirty="0"/>
        </a:p>
      </dsp:txBody>
      <dsp:txXfrm>
        <a:off x="0" y="1269395"/>
        <a:ext cx="2078790" cy="396000"/>
      </dsp:txXfrm>
    </dsp:sp>
    <dsp:sp modelId="{D48E5830-36BF-462E-80C0-23C43CBDE029}">
      <dsp:nvSpPr>
        <dsp:cNvPr id="0" name=""/>
        <dsp:cNvSpPr/>
      </dsp:nvSpPr>
      <dsp:spPr>
        <a:xfrm>
          <a:off x="2078790" y="1083770"/>
          <a:ext cx="415758" cy="767250"/>
        </a:xfrm>
        <a:prstGeom prst="leftBrace">
          <a:avLst>
            <a:gd name="adj1" fmla="val 35000"/>
            <a:gd name="adj2" fmla="val 50000"/>
          </a:avLst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9A7387-BA05-4CD8-A3AD-C518BE2FA54F}">
      <dsp:nvSpPr>
        <dsp:cNvPr id="0" name=""/>
        <dsp:cNvSpPr/>
      </dsp:nvSpPr>
      <dsp:spPr>
        <a:xfrm>
          <a:off x="2660851" y="1083770"/>
          <a:ext cx="5654309" cy="76725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records when you type a person’s</a:t>
          </a:r>
          <a:r>
            <a:rPr lang="tr-TR" sz="2000" kern="1200" dirty="0"/>
            <a:t> </a:t>
          </a:r>
          <a:r>
            <a:rPr lang="en-US" sz="2000" kern="1200" dirty="0"/>
            <a:t>name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and uses the current time to clock them in or out.</a:t>
          </a:r>
        </a:p>
      </dsp:txBody>
      <dsp:txXfrm>
        <a:off x="2660851" y="1083770"/>
        <a:ext cx="5654309" cy="767250"/>
      </dsp:txXfrm>
    </dsp:sp>
    <dsp:sp modelId="{9EDB5D18-5EB6-4458-86E6-AE7CFB1DB293}">
      <dsp:nvSpPr>
        <dsp:cNvPr id="0" name=""/>
        <dsp:cNvSpPr/>
      </dsp:nvSpPr>
      <dsp:spPr>
        <a:xfrm>
          <a:off x="0" y="2269520"/>
          <a:ext cx="2078790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Add a feature</a:t>
          </a:r>
        </a:p>
      </dsp:txBody>
      <dsp:txXfrm>
        <a:off x="0" y="2269520"/>
        <a:ext cx="2078790" cy="396000"/>
      </dsp:txXfrm>
    </dsp:sp>
    <dsp:sp modelId="{B3F6F49D-BAA7-4861-8EB9-87C7D140C084}">
      <dsp:nvSpPr>
        <dsp:cNvPr id="0" name=""/>
        <dsp:cNvSpPr/>
      </dsp:nvSpPr>
      <dsp:spPr>
        <a:xfrm>
          <a:off x="2078790" y="1923020"/>
          <a:ext cx="415758" cy="1089000"/>
        </a:xfrm>
        <a:prstGeom prst="leftBrace">
          <a:avLst>
            <a:gd name="adj1" fmla="val 35000"/>
            <a:gd name="adj2" fmla="val 50000"/>
          </a:avLst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44F3CC-94E8-4FA9-8491-AD0F853F607C}">
      <dsp:nvSpPr>
        <dsp:cNvPr id="0" name=""/>
        <dsp:cNvSpPr/>
      </dsp:nvSpPr>
      <dsp:spPr>
        <a:xfrm>
          <a:off x="2660851" y="1923020"/>
          <a:ext cx="5654309" cy="10890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to display the elapsed time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since a</a:t>
          </a:r>
          <a:r>
            <a:rPr lang="tr-TR" sz="2000" kern="1200"/>
            <a:t> </a:t>
          </a:r>
          <a:r>
            <a:rPr lang="en-US" sz="2000" kern="1200"/>
            <a:t>process</a:t>
          </a:r>
          <a:r>
            <a:rPr lang="tr-TR" sz="2000" kern="1200"/>
            <a:t> </a:t>
          </a:r>
          <a:r>
            <a:rPr lang="en-US" sz="2000" kern="1200"/>
            <a:t>started,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such as a download that uses the requests module.</a:t>
          </a:r>
        </a:p>
      </dsp:txBody>
      <dsp:txXfrm>
        <a:off x="2660851" y="1923020"/>
        <a:ext cx="5654309" cy="1089000"/>
      </dsp:txXfrm>
    </dsp:sp>
    <dsp:sp modelId="{0C721B1E-D7BB-4784-B23C-FBF0D97E878F}">
      <dsp:nvSpPr>
        <dsp:cNvPr id="0" name=""/>
        <dsp:cNvSpPr/>
      </dsp:nvSpPr>
      <dsp:spPr>
        <a:xfrm>
          <a:off x="0" y="3136228"/>
          <a:ext cx="2078790" cy="66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Intermittently check</a:t>
          </a:r>
        </a:p>
      </dsp:txBody>
      <dsp:txXfrm>
        <a:off x="0" y="3136228"/>
        <a:ext cx="2078790" cy="668250"/>
      </dsp:txXfrm>
    </dsp:sp>
    <dsp:sp modelId="{853DC94C-CD19-42F2-A198-506DE1F27A00}">
      <dsp:nvSpPr>
        <dsp:cNvPr id="0" name=""/>
        <dsp:cNvSpPr/>
      </dsp:nvSpPr>
      <dsp:spPr>
        <a:xfrm>
          <a:off x="2078790" y="3084020"/>
          <a:ext cx="415758" cy="772664"/>
        </a:xfrm>
        <a:prstGeom prst="leftBrace">
          <a:avLst>
            <a:gd name="adj1" fmla="val 35000"/>
            <a:gd name="adj2" fmla="val 50000"/>
          </a:avLst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720396-0850-4332-90A3-1351A2AD2A0F}">
      <dsp:nvSpPr>
        <dsp:cNvPr id="0" name=""/>
        <dsp:cNvSpPr/>
      </dsp:nvSpPr>
      <dsp:spPr>
        <a:xfrm>
          <a:off x="2660851" y="3084020"/>
          <a:ext cx="5654309" cy="77266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how long a program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has </a:t>
          </a:r>
          <a:r>
            <a:rPr lang="en-US" sz="2000" kern="1200" dirty="0"/>
            <a:t>been running</a:t>
          </a:r>
        </a:p>
      </dsp:txBody>
      <dsp:txXfrm>
        <a:off x="2660851" y="3084020"/>
        <a:ext cx="5654309" cy="772664"/>
      </dsp:txXfrm>
    </dsp:sp>
    <dsp:sp modelId="{4CCC47C9-0AA2-4114-8645-B032153CCB9D}">
      <dsp:nvSpPr>
        <dsp:cNvPr id="0" name=""/>
        <dsp:cNvSpPr/>
      </dsp:nvSpPr>
      <dsp:spPr>
        <a:xfrm>
          <a:off x="0" y="4114310"/>
          <a:ext cx="2078790" cy="39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offer</a:t>
          </a:r>
        </a:p>
      </dsp:txBody>
      <dsp:txXfrm>
        <a:off x="0" y="4114310"/>
        <a:ext cx="2078790" cy="396000"/>
      </dsp:txXfrm>
    </dsp:sp>
    <dsp:sp modelId="{A4311B7E-2AE6-43F3-861B-4C288D896CD9}">
      <dsp:nvSpPr>
        <dsp:cNvPr id="0" name=""/>
        <dsp:cNvSpPr/>
      </dsp:nvSpPr>
      <dsp:spPr>
        <a:xfrm>
          <a:off x="2078790" y="3928685"/>
          <a:ext cx="415758" cy="767250"/>
        </a:xfrm>
        <a:prstGeom prst="leftBrace">
          <a:avLst>
            <a:gd name="adj1" fmla="val 35000"/>
            <a:gd name="adj2" fmla="val 50000"/>
          </a:avLst>
        </a:pr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C6374A-9B7F-40F0-9D09-10793F66A1C9}">
      <dsp:nvSpPr>
        <dsp:cNvPr id="0" name=""/>
        <dsp:cNvSpPr/>
      </dsp:nvSpPr>
      <dsp:spPr>
        <a:xfrm>
          <a:off x="2660851" y="3928685"/>
          <a:ext cx="5654309" cy="76725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the </a:t>
          </a:r>
          <a:r>
            <a:rPr lang="en-US" sz="2000" kern="1200" dirty="0"/>
            <a:t>user a chance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to cancel tasks that are taking too long.</a:t>
          </a:r>
        </a:p>
      </dsp:txBody>
      <dsp:txXfrm>
        <a:off x="2660851" y="3928685"/>
        <a:ext cx="5654309" cy="76725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EECF5-DAF8-4179-A79D-E41924FAA4F4}">
      <dsp:nvSpPr>
        <dsp:cNvPr id="0" name=""/>
        <dsp:cNvSpPr/>
      </dsp:nvSpPr>
      <dsp:spPr>
        <a:xfrm>
          <a:off x="0" y="16005"/>
          <a:ext cx="4290530" cy="123254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use the </a:t>
          </a:r>
          <a:r>
            <a:rPr lang="en-US" sz="3400" b="1" kern="1200" dirty="0"/>
            <a:t>datetime</a:t>
          </a:r>
          <a:r>
            <a:rPr lang="en-US" sz="3400" kern="1200" dirty="0"/>
            <a:t> module </a:t>
          </a:r>
        </a:p>
      </dsp:txBody>
      <dsp:txXfrm>
        <a:off x="0" y="16005"/>
        <a:ext cx="4290530" cy="1232547"/>
      </dsp:txXfrm>
    </dsp:sp>
    <dsp:sp modelId="{9B8EBEA3-0A29-40A6-9E67-8C8BF0E9D269}">
      <dsp:nvSpPr>
        <dsp:cNvPr id="0" name=""/>
        <dsp:cNvSpPr/>
      </dsp:nvSpPr>
      <dsp:spPr>
        <a:xfrm>
          <a:off x="0" y="1248553"/>
          <a:ext cx="4290530" cy="293989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to display a date in a more convenient format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/>
            <a:t>do arithmetic</a:t>
          </a:r>
          <a:r>
            <a:rPr lang="tr-TR" sz="3400" kern="1200"/>
            <a:t> </a:t>
          </a:r>
          <a:r>
            <a:rPr lang="en-US" sz="3400" kern="1200"/>
            <a:t>with dates</a:t>
          </a:r>
        </a:p>
      </dsp:txBody>
      <dsp:txXfrm>
        <a:off x="0" y="1248553"/>
        <a:ext cx="4290530" cy="293989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990AE-D186-4A8E-BBD0-097257EF1EA6}">
      <dsp:nvSpPr>
        <dsp:cNvPr id="0" name=""/>
        <dsp:cNvSpPr/>
      </dsp:nvSpPr>
      <dsp:spPr>
        <a:xfrm>
          <a:off x="2657" y="31516"/>
          <a:ext cx="2591367" cy="9799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kern="1200"/>
            <a:t>Examples</a:t>
          </a:r>
          <a:endParaRPr lang="en-US" sz="2700" kern="1200"/>
        </a:p>
      </dsp:txBody>
      <dsp:txXfrm>
        <a:off x="2657" y="31516"/>
        <a:ext cx="2591367" cy="979902"/>
      </dsp:txXfrm>
    </dsp:sp>
    <dsp:sp modelId="{650B3FC0-E024-4D39-815D-B6B713E7D67F}">
      <dsp:nvSpPr>
        <dsp:cNvPr id="0" name=""/>
        <dsp:cNvSpPr/>
      </dsp:nvSpPr>
      <dsp:spPr>
        <a:xfrm>
          <a:off x="2657" y="1011418"/>
          <a:ext cx="2591367" cy="27422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figuring out what date was 205 days ago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or</a:t>
          </a:r>
          <a:r>
            <a:rPr lang="tr-TR" sz="2700" kern="1200"/>
            <a:t> </a:t>
          </a:r>
          <a:r>
            <a:rPr lang="en-US" sz="2700" kern="1200"/>
            <a:t>what date is 123 days from now</a:t>
          </a:r>
        </a:p>
      </dsp:txBody>
      <dsp:txXfrm>
        <a:off x="2657" y="1011418"/>
        <a:ext cx="2591367" cy="2742254"/>
      </dsp:txXfrm>
    </dsp:sp>
    <dsp:sp modelId="{47398D1A-CEDC-48E0-9EFD-76B056B55972}">
      <dsp:nvSpPr>
        <dsp:cNvPr id="0" name=""/>
        <dsp:cNvSpPr/>
      </dsp:nvSpPr>
      <dsp:spPr>
        <a:xfrm>
          <a:off x="2956816" y="31516"/>
          <a:ext cx="2591367" cy="9799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The datetime module</a:t>
          </a:r>
        </a:p>
      </dsp:txBody>
      <dsp:txXfrm>
        <a:off x="2956816" y="31516"/>
        <a:ext cx="2591367" cy="979902"/>
      </dsp:txXfrm>
    </dsp:sp>
    <dsp:sp modelId="{1E41D48B-2D04-46D9-8A64-C92013F47965}">
      <dsp:nvSpPr>
        <dsp:cNvPr id="0" name=""/>
        <dsp:cNvSpPr/>
      </dsp:nvSpPr>
      <dsp:spPr>
        <a:xfrm>
          <a:off x="2956816" y="1011418"/>
          <a:ext cx="2591367" cy="27422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Has</a:t>
          </a:r>
          <a:r>
            <a:rPr lang="tr-TR" sz="2700" kern="1200" dirty="0"/>
            <a:t> </a:t>
          </a:r>
          <a:r>
            <a:rPr lang="en-US" sz="2700" kern="1200" dirty="0"/>
            <a:t>its own datetime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data </a:t>
          </a:r>
          <a:r>
            <a:rPr lang="en-US" sz="2700" kern="1200" dirty="0"/>
            <a:t>type.</a:t>
          </a:r>
        </a:p>
      </dsp:txBody>
      <dsp:txXfrm>
        <a:off x="2956816" y="1011418"/>
        <a:ext cx="2591367" cy="2742254"/>
      </dsp:txXfrm>
    </dsp:sp>
    <dsp:sp modelId="{344471D3-DC00-4F4C-B83B-67E0B738633B}">
      <dsp:nvSpPr>
        <dsp:cNvPr id="0" name=""/>
        <dsp:cNvSpPr/>
      </dsp:nvSpPr>
      <dsp:spPr>
        <a:xfrm>
          <a:off x="5910975" y="31516"/>
          <a:ext cx="2591367" cy="9799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datetime values</a:t>
          </a:r>
        </a:p>
      </dsp:txBody>
      <dsp:txXfrm>
        <a:off x="5910975" y="31516"/>
        <a:ext cx="2591367" cy="979902"/>
      </dsp:txXfrm>
    </dsp:sp>
    <dsp:sp modelId="{95CFB94F-4738-47F3-A2A1-E2DC9064B276}">
      <dsp:nvSpPr>
        <dsp:cNvPr id="0" name=""/>
        <dsp:cNvSpPr/>
      </dsp:nvSpPr>
      <dsp:spPr>
        <a:xfrm>
          <a:off x="5910975" y="1011418"/>
          <a:ext cx="2591367" cy="27422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represent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a </a:t>
          </a:r>
          <a:r>
            <a:rPr lang="en-US" sz="2700" kern="1200" dirty="0"/>
            <a:t>specific moment in time.</a:t>
          </a:r>
        </a:p>
      </dsp:txBody>
      <dsp:txXfrm>
        <a:off x="5910975" y="1011418"/>
        <a:ext cx="2591367" cy="274225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4AD85-B2F9-4652-90F2-5209D2F12267}">
      <dsp:nvSpPr>
        <dsp:cNvPr id="0" name=""/>
        <dsp:cNvSpPr/>
      </dsp:nvSpPr>
      <dsp:spPr>
        <a:xfrm>
          <a:off x="41" y="219724"/>
          <a:ext cx="3974260" cy="8928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100" kern="1200" dirty="0" err="1"/>
            <a:t>Function</a:t>
          </a:r>
          <a:r>
            <a:rPr lang="tr-TR" sz="3100" kern="1200" dirty="0"/>
            <a:t> </a:t>
          </a:r>
          <a:r>
            <a:rPr lang="tr-TR" sz="3100" kern="1200" dirty="0" err="1"/>
            <a:t>converts</a:t>
          </a:r>
          <a:endParaRPr lang="en-US" sz="3100" kern="1200" dirty="0"/>
        </a:p>
      </dsp:txBody>
      <dsp:txXfrm>
        <a:off x="41" y="219724"/>
        <a:ext cx="3974260" cy="892800"/>
      </dsp:txXfrm>
    </dsp:sp>
    <dsp:sp modelId="{AD0328DF-084B-4F23-A17A-7F0DC4117120}">
      <dsp:nvSpPr>
        <dsp:cNvPr id="0" name=""/>
        <dsp:cNvSpPr/>
      </dsp:nvSpPr>
      <dsp:spPr>
        <a:xfrm>
          <a:off x="41" y="1112524"/>
          <a:ext cx="3974260" cy="273633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3100" kern="1200"/>
            <a:t>From </a:t>
          </a:r>
          <a:r>
            <a:rPr lang="en-US" sz="3100" kern="1200" dirty="0"/>
            <a:t>Unix epoch timestamp 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to a datetime object </a:t>
          </a:r>
        </a:p>
      </dsp:txBody>
      <dsp:txXfrm>
        <a:off x="41" y="1112524"/>
        <a:ext cx="3974260" cy="2736336"/>
      </dsp:txXfrm>
    </dsp:sp>
    <dsp:sp modelId="{D16BBB0A-F462-4D7E-9320-BBA1DBDA8C2E}">
      <dsp:nvSpPr>
        <dsp:cNvPr id="0" name=""/>
        <dsp:cNvSpPr/>
      </dsp:nvSpPr>
      <dsp:spPr>
        <a:xfrm>
          <a:off x="4530698" y="219724"/>
          <a:ext cx="3974260" cy="8928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100" kern="1200" dirty="0" err="1"/>
            <a:t>Convert</a:t>
          </a:r>
          <a:endParaRPr lang="en-US" sz="3100" kern="1200" dirty="0"/>
        </a:p>
      </dsp:txBody>
      <dsp:txXfrm>
        <a:off x="4530698" y="219724"/>
        <a:ext cx="3974260" cy="892800"/>
      </dsp:txXfrm>
    </dsp:sp>
    <dsp:sp modelId="{088777D3-7F03-4645-A4E9-BE97B8EE23D1}">
      <dsp:nvSpPr>
        <dsp:cNvPr id="0" name=""/>
        <dsp:cNvSpPr/>
      </dsp:nvSpPr>
      <dsp:spPr>
        <a:xfrm>
          <a:off x="4530698" y="1112524"/>
          <a:ext cx="3974260" cy="273633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3100" kern="1200" dirty="0"/>
            <a:t>t</a:t>
          </a:r>
          <a:r>
            <a:rPr lang="en-US" sz="3100" kern="1200" dirty="0"/>
            <a:t>he date and time of the datetime</a:t>
          </a:r>
          <a:r>
            <a:rPr lang="tr-TR" sz="3100" kern="1200" dirty="0"/>
            <a:t> </a:t>
          </a:r>
          <a:r>
            <a:rPr lang="en-US" sz="3100" kern="1200" dirty="0"/>
            <a:t>object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will be converted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for the local time zone.</a:t>
          </a:r>
        </a:p>
      </dsp:txBody>
      <dsp:txXfrm>
        <a:off x="4530698" y="1112524"/>
        <a:ext cx="3974260" cy="273633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1EF02-74AE-4EF8-98CF-75569F11102B}">
      <dsp:nvSpPr>
        <dsp:cNvPr id="0" name=""/>
        <dsp:cNvSpPr/>
      </dsp:nvSpPr>
      <dsp:spPr>
        <a:xfrm>
          <a:off x="2657" y="868025"/>
          <a:ext cx="2591367" cy="9799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datetime objects</a:t>
          </a:r>
        </a:p>
      </dsp:txBody>
      <dsp:txXfrm>
        <a:off x="2657" y="868025"/>
        <a:ext cx="2591367" cy="979902"/>
      </dsp:txXfrm>
    </dsp:sp>
    <dsp:sp modelId="{53F8CA6B-1D3D-4775-BFA1-FD04A244E3AF}">
      <dsp:nvSpPr>
        <dsp:cNvPr id="0" name=""/>
        <dsp:cNvSpPr/>
      </dsp:nvSpPr>
      <dsp:spPr>
        <a:xfrm>
          <a:off x="2657" y="1847927"/>
          <a:ext cx="2591367" cy="196404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can be compared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with each other </a:t>
          </a:r>
        </a:p>
      </dsp:txBody>
      <dsp:txXfrm>
        <a:off x="2657" y="1847927"/>
        <a:ext cx="2591367" cy="1964047"/>
      </dsp:txXfrm>
    </dsp:sp>
    <dsp:sp modelId="{A95FBF6B-CF7D-4B7C-8E6F-0E4EFB4E894C}">
      <dsp:nvSpPr>
        <dsp:cNvPr id="0" name=""/>
        <dsp:cNvSpPr/>
      </dsp:nvSpPr>
      <dsp:spPr>
        <a:xfrm>
          <a:off x="2956816" y="868025"/>
          <a:ext cx="2591367" cy="9799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us</a:t>
          </a:r>
          <a:r>
            <a:rPr lang="tr-TR" sz="2700" kern="1200" dirty="0"/>
            <a:t>e</a:t>
          </a:r>
          <a:r>
            <a:rPr lang="en-US" sz="2700" kern="1200" dirty="0"/>
            <a:t> comparison</a:t>
          </a:r>
          <a:r>
            <a:rPr lang="tr-TR" sz="2700" kern="1200" dirty="0"/>
            <a:t> </a:t>
          </a:r>
          <a:r>
            <a:rPr lang="en-US" sz="2700" kern="1200" dirty="0"/>
            <a:t>operators</a:t>
          </a:r>
        </a:p>
      </dsp:txBody>
      <dsp:txXfrm>
        <a:off x="2956816" y="868025"/>
        <a:ext cx="2591367" cy="979902"/>
      </dsp:txXfrm>
    </dsp:sp>
    <dsp:sp modelId="{3C7EB1D5-06A5-4C18-9A3E-2434C2856648}">
      <dsp:nvSpPr>
        <dsp:cNvPr id="0" name=""/>
        <dsp:cNvSpPr/>
      </dsp:nvSpPr>
      <dsp:spPr>
        <a:xfrm>
          <a:off x="2956816" y="1847927"/>
          <a:ext cx="2591367" cy="196404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to find out which one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precedes the other</a:t>
          </a:r>
        </a:p>
      </dsp:txBody>
      <dsp:txXfrm>
        <a:off x="2956816" y="1847927"/>
        <a:ext cx="2591367" cy="1964047"/>
      </dsp:txXfrm>
    </dsp:sp>
    <dsp:sp modelId="{7F79C9F7-F3F1-452F-990A-C19003E3FCC0}">
      <dsp:nvSpPr>
        <dsp:cNvPr id="0" name=""/>
        <dsp:cNvSpPr/>
      </dsp:nvSpPr>
      <dsp:spPr>
        <a:xfrm>
          <a:off x="5910975" y="868025"/>
          <a:ext cx="2591367" cy="9799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 later datetime</a:t>
          </a:r>
          <a:r>
            <a:rPr lang="tr-TR" sz="2700" kern="1200"/>
            <a:t> </a:t>
          </a:r>
          <a:r>
            <a:rPr lang="en-US" sz="2700" kern="1200"/>
            <a:t>object</a:t>
          </a:r>
        </a:p>
      </dsp:txBody>
      <dsp:txXfrm>
        <a:off x="5910975" y="868025"/>
        <a:ext cx="2591367" cy="979902"/>
      </dsp:txXfrm>
    </dsp:sp>
    <dsp:sp modelId="{47021C9F-BEEE-4179-9C2D-01915F44DF9E}">
      <dsp:nvSpPr>
        <dsp:cNvPr id="0" name=""/>
        <dsp:cNvSpPr/>
      </dsp:nvSpPr>
      <dsp:spPr>
        <a:xfrm>
          <a:off x="5910975" y="1847927"/>
          <a:ext cx="2591367" cy="196404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is the “greater” value.</a:t>
          </a:r>
        </a:p>
      </dsp:txBody>
      <dsp:txXfrm>
        <a:off x="5910975" y="1847927"/>
        <a:ext cx="2591367" cy="196404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4D26E-D4B9-4399-9E69-6BC08EE3DC61}">
      <dsp:nvSpPr>
        <dsp:cNvPr id="0" name=""/>
        <dsp:cNvSpPr/>
      </dsp:nvSpPr>
      <dsp:spPr>
        <a:xfrm>
          <a:off x="2657" y="1104498"/>
          <a:ext cx="2591367" cy="7343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datetime module</a:t>
          </a:r>
        </a:p>
      </dsp:txBody>
      <dsp:txXfrm>
        <a:off x="2657" y="1104498"/>
        <a:ext cx="2591367" cy="734312"/>
      </dsp:txXfrm>
    </dsp:sp>
    <dsp:sp modelId="{E39027DD-19F0-46DD-9B4F-6BED44AA6191}">
      <dsp:nvSpPr>
        <dsp:cNvPr id="0" name=""/>
        <dsp:cNvSpPr/>
      </dsp:nvSpPr>
      <dsp:spPr>
        <a:xfrm>
          <a:off x="2657" y="1838811"/>
          <a:ext cx="2591367" cy="254255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also provides a </a:t>
          </a:r>
          <a:r>
            <a:rPr lang="en-US" sz="2000" kern="1200" dirty="0" err="1"/>
            <a:t>timedelta</a:t>
          </a:r>
          <a:r>
            <a:rPr lang="en-US" sz="2000" kern="1200" dirty="0"/>
            <a:t> data type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000" kern="1200" dirty="0" err="1"/>
            <a:t>to</a:t>
          </a:r>
          <a:r>
            <a:rPr lang="tr-TR" sz="2000" kern="1200" dirty="0"/>
            <a:t> </a:t>
          </a:r>
          <a:r>
            <a:rPr lang="en-US" sz="2000" kern="1200" dirty="0"/>
            <a:t>represent a</a:t>
          </a:r>
          <a:r>
            <a:rPr lang="tr-TR" sz="2000" kern="1200" dirty="0"/>
            <a:t> </a:t>
          </a:r>
          <a:r>
            <a:rPr lang="en-US" sz="2000" kern="1200" dirty="0"/>
            <a:t>duration of time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rather </a:t>
          </a:r>
          <a:r>
            <a:rPr lang="en-US" sz="2000" kern="1200" dirty="0"/>
            <a:t>than a moment in time.</a:t>
          </a:r>
        </a:p>
      </dsp:txBody>
      <dsp:txXfrm>
        <a:off x="2657" y="1838811"/>
        <a:ext cx="2591367" cy="2542556"/>
      </dsp:txXfrm>
    </dsp:sp>
    <dsp:sp modelId="{8C99DC8F-5360-4D46-9E1B-A744755273A8}">
      <dsp:nvSpPr>
        <dsp:cNvPr id="0" name=""/>
        <dsp:cNvSpPr/>
      </dsp:nvSpPr>
      <dsp:spPr>
        <a:xfrm>
          <a:off x="2956816" y="1104498"/>
          <a:ext cx="2591367" cy="7343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Object </a:t>
          </a:r>
          <a:r>
            <a:rPr lang="tr-TR" sz="2000" kern="1200" dirty="0" err="1"/>
            <a:t>creation</a:t>
          </a:r>
          <a:endParaRPr lang="en-US" sz="2000" kern="1200" dirty="0"/>
        </a:p>
      </dsp:txBody>
      <dsp:txXfrm>
        <a:off x="2956816" y="1104498"/>
        <a:ext cx="2591367" cy="734312"/>
      </dsp:txXfrm>
    </dsp:sp>
    <dsp:sp modelId="{501525D4-1B7F-4B8D-A7E4-4413998E28E4}">
      <dsp:nvSpPr>
        <dsp:cNvPr id="0" name=""/>
        <dsp:cNvSpPr/>
      </dsp:nvSpPr>
      <dsp:spPr>
        <a:xfrm>
          <a:off x="2956816" y="1838811"/>
          <a:ext cx="2591367" cy="254255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to </a:t>
          </a:r>
          <a:r>
            <a:rPr lang="en-US" sz="2000" kern="1200" dirty="0"/>
            <a:t>create a </a:t>
          </a:r>
          <a:r>
            <a:rPr lang="en-US" sz="2000" kern="1200" dirty="0" err="1"/>
            <a:t>timedelta</a:t>
          </a:r>
          <a:r>
            <a:rPr lang="en-US" sz="2000" kern="1200" dirty="0"/>
            <a:t> object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we use the </a:t>
          </a:r>
          <a:r>
            <a:rPr lang="en-US" sz="2000" i="1" kern="1200" dirty="0" err="1"/>
            <a:t>datetime.timedelta</a:t>
          </a:r>
          <a:r>
            <a:rPr lang="en-US" sz="2000" i="1" kern="1200" dirty="0"/>
            <a:t>()</a:t>
          </a:r>
          <a:r>
            <a:rPr lang="en-US" sz="2000" kern="1200" dirty="0"/>
            <a:t> function</a:t>
          </a:r>
        </a:p>
      </dsp:txBody>
      <dsp:txXfrm>
        <a:off x="2956816" y="1838811"/>
        <a:ext cx="2591367" cy="2542556"/>
      </dsp:txXfrm>
    </dsp:sp>
    <dsp:sp modelId="{A2DEB2B4-E0BA-4FC4-A23D-0C4B8924AC24}">
      <dsp:nvSpPr>
        <dsp:cNvPr id="0" name=""/>
        <dsp:cNvSpPr/>
      </dsp:nvSpPr>
      <dsp:spPr>
        <a:xfrm>
          <a:off x="5910975" y="1104498"/>
          <a:ext cx="2591367" cy="7343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function takes keyword arguments</a:t>
          </a:r>
        </a:p>
      </dsp:txBody>
      <dsp:txXfrm>
        <a:off x="5910975" y="1104498"/>
        <a:ext cx="2591367" cy="734312"/>
      </dsp:txXfrm>
    </dsp:sp>
    <dsp:sp modelId="{7B10E69A-84F7-49A8-84B8-EC6DA4C3D2CA}">
      <dsp:nvSpPr>
        <dsp:cNvPr id="0" name=""/>
        <dsp:cNvSpPr/>
      </dsp:nvSpPr>
      <dsp:spPr>
        <a:xfrm>
          <a:off x="5910975" y="1838811"/>
          <a:ext cx="2591367" cy="254255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Weeks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Days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Hours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Minutes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Seconds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Milliseconds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microseconds</a:t>
          </a:r>
        </a:p>
      </dsp:txBody>
      <dsp:txXfrm>
        <a:off x="5910975" y="1838811"/>
        <a:ext cx="2591367" cy="254255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169B4-CFE6-4601-A85B-ACAA77B82EAD}">
      <dsp:nvSpPr>
        <dsp:cNvPr id="0" name=""/>
        <dsp:cNvSpPr/>
      </dsp:nvSpPr>
      <dsp:spPr>
        <a:xfrm>
          <a:off x="3197" y="922174"/>
          <a:ext cx="1922761" cy="68589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 dirty="0" err="1"/>
            <a:t>Duration</a:t>
          </a:r>
          <a:endParaRPr lang="en-US" sz="1900" kern="1200" dirty="0"/>
        </a:p>
      </dsp:txBody>
      <dsp:txXfrm>
        <a:off x="3197" y="922174"/>
        <a:ext cx="1922761" cy="685890"/>
      </dsp:txXfrm>
    </dsp:sp>
    <dsp:sp modelId="{818625A4-F9D6-4CA2-A63F-6F588A371994}">
      <dsp:nvSpPr>
        <dsp:cNvPr id="0" name=""/>
        <dsp:cNvSpPr/>
      </dsp:nvSpPr>
      <dsp:spPr>
        <a:xfrm>
          <a:off x="3197" y="1608065"/>
          <a:ext cx="1922761" cy="30233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A </a:t>
          </a:r>
          <a:r>
            <a:rPr lang="en-US" sz="1900" kern="1200" dirty="0" err="1"/>
            <a:t>timedelta</a:t>
          </a:r>
          <a:r>
            <a:rPr lang="en-US" sz="1900" kern="1200" dirty="0"/>
            <a:t> object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has </a:t>
          </a:r>
          <a:r>
            <a:rPr lang="en-US" sz="1900" kern="1200" dirty="0"/>
            <a:t>the total</a:t>
          </a:r>
          <a:r>
            <a:rPr lang="tr-TR" sz="1900" kern="1200" dirty="0"/>
            <a:t> </a:t>
          </a:r>
          <a:r>
            <a:rPr lang="en-US" sz="1900" kern="1200" dirty="0"/>
            <a:t>duration</a:t>
          </a:r>
        </a:p>
      </dsp:txBody>
      <dsp:txXfrm>
        <a:off x="3197" y="1608065"/>
        <a:ext cx="1922761" cy="3023360"/>
      </dsp:txXfrm>
    </dsp:sp>
    <dsp:sp modelId="{96FBA821-79F5-466D-B027-CF19B4A5BF0D}">
      <dsp:nvSpPr>
        <dsp:cNvPr id="0" name=""/>
        <dsp:cNvSpPr/>
      </dsp:nvSpPr>
      <dsp:spPr>
        <a:xfrm>
          <a:off x="2195145" y="922174"/>
          <a:ext cx="1922761" cy="68589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represented in</a:t>
          </a:r>
        </a:p>
      </dsp:txBody>
      <dsp:txXfrm>
        <a:off x="2195145" y="922174"/>
        <a:ext cx="1922761" cy="685890"/>
      </dsp:txXfrm>
    </dsp:sp>
    <dsp:sp modelId="{6AAD5D23-7E75-47BC-B726-5EBDD491A17A}">
      <dsp:nvSpPr>
        <dsp:cNvPr id="0" name=""/>
        <dsp:cNvSpPr/>
      </dsp:nvSpPr>
      <dsp:spPr>
        <a:xfrm>
          <a:off x="2195145" y="1608065"/>
          <a:ext cx="1922761" cy="30233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Days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Seconds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Microseconds</a:t>
          </a:r>
          <a:r>
            <a:rPr lang="tr-TR" sz="1900" kern="1200" dirty="0"/>
            <a:t> </a:t>
          </a:r>
          <a:endParaRPr lang="en-US" sz="1900" kern="1200" dirty="0"/>
        </a:p>
      </dsp:txBody>
      <dsp:txXfrm>
        <a:off x="2195145" y="1608065"/>
        <a:ext cx="1922761" cy="3023360"/>
      </dsp:txXfrm>
    </dsp:sp>
    <dsp:sp modelId="{064378E9-56CF-4B52-B2CA-8CCB63BC41E3}">
      <dsp:nvSpPr>
        <dsp:cNvPr id="0" name=""/>
        <dsp:cNvSpPr/>
      </dsp:nvSpPr>
      <dsp:spPr>
        <a:xfrm>
          <a:off x="4387093" y="922174"/>
          <a:ext cx="1922761" cy="68589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 dirty="0" err="1"/>
            <a:t>total_seconds</a:t>
          </a:r>
          <a:r>
            <a:rPr lang="en-US" sz="1900" i="1" kern="1200" dirty="0"/>
            <a:t>() </a:t>
          </a:r>
          <a:r>
            <a:rPr lang="en-US" sz="1900" kern="1200" dirty="0"/>
            <a:t>method </a:t>
          </a:r>
        </a:p>
      </dsp:txBody>
      <dsp:txXfrm>
        <a:off x="4387093" y="922174"/>
        <a:ext cx="1922761" cy="685890"/>
      </dsp:txXfrm>
    </dsp:sp>
    <dsp:sp modelId="{EABBAB6D-A11C-47FF-B263-1139DD49D4C8}">
      <dsp:nvSpPr>
        <dsp:cNvPr id="0" name=""/>
        <dsp:cNvSpPr/>
      </dsp:nvSpPr>
      <dsp:spPr>
        <a:xfrm>
          <a:off x="4387093" y="1608065"/>
          <a:ext cx="1922761" cy="30233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will return the duration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in number of seconds</a:t>
          </a:r>
          <a:r>
            <a:rPr lang="tr-TR" sz="1900" kern="1200"/>
            <a:t> </a:t>
          </a:r>
          <a:r>
            <a:rPr lang="en-US" sz="1900" kern="1200"/>
            <a:t>alone. </a:t>
          </a:r>
        </a:p>
      </dsp:txBody>
      <dsp:txXfrm>
        <a:off x="4387093" y="1608065"/>
        <a:ext cx="1922761" cy="3023360"/>
      </dsp:txXfrm>
    </dsp:sp>
    <dsp:sp modelId="{67321546-AE24-404F-9D0D-CC4FFCFF168A}">
      <dsp:nvSpPr>
        <dsp:cNvPr id="0" name=""/>
        <dsp:cNvSpPr/>
      </dsp:nvSpPr>
      <dsp:spPr>
        <a:xfrm>
          <a:off x="6579041" y="922174"/>
          <a:ext cx="1922761" cy="68589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 dirty="0"/>
            <a:t>Human </a:t>
          </a:r>
          <a:r>
            <a:rPr lang="tr-TR" sz="1900" kern="1200" dirty="0" err="1"/>
            <a:t>readable</a:t>
          </a:r>
          <a:r>
            <a:rPr lang="tr-TR" sz="1900" kern="1200" dirty="0"/>
            <a:t> form</a:t>
          </a:r>
          <a:endParaRPr lang="en-US" sz="1900" kern="1200" dirty="0"/>
        </a:p>
      </dsp:txBody>
      <dsp:txXfrm>
        <a:off x="6579041" y="922174"/>
        <a:ext cx="1922761" cy="685890"/>
      </dsp:txXfrm>
    </dsp:sp>
    <dsp:sp modelId="{B5EE2BC0-E923-4B7D-9ECA-A54EE32A64DC}">
      <dsp:nvSpPr>
        <dsp:cNvPr id="0" name=""/>
        <dsp:cNvSpPr/>
      </dsp:nvSpPr>
      <dsp:spPr>
        <a:xfrm>
          <a:off x="6579041" y="1608065"/>
          <a:ext cx="1922761" cy="30233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Passing a </a:t>
          </a:r>
          <a:r>
            <a:rPr lang="en-US" sz="1900" kern="1200" dirty="0" err="1"/>
            <a:t>timedelta</a:t>
          </a:r>
          <a:r>
            <a:rPr lang="en-US" sz="1900" kern="1200" dirty="0"/>
            <a:t> object to </a:t>
          </a:r>
          <a:r>
            <a:rPr lang="en-US" sz="1900" i="1" kern="1200" dirty="0"/>
            <a:t>str()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will return a nicely formatted</a:t>
          </a:r>
          <a:r>
            <a:rPr lang="tr-TR" sz="1900" kern="1200" dirty="0"/>
            <a:t> </a:t>
          </a:r>
          <a:r>
            <a:rPr lang="en-US" sz="1900" kern="1200" dirty="0"/>
            <a:t>human-readable string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representation </a:t>
          </a:r>
          <a:r>
            <a:rPr lang="en-US" sz="1900" kern="1200" dirty="0"/>
            <a:t>of the object</a:t>
          </a:r>
        </a:p>
      </dsp:txBody>
      <dsp:txXfrm>
        <a:off x="6579041" y="1608065"/>
        <a:ext cx="1922761" cy="302336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91082-AAD6-46E7-8CF7-0510D82A75DB}">
      <dsp:nvSpPr>
        <dsp:cNvPr id="0" name=""/>
        <dsp:cNvSpPr/>
      </dsp:nvSpPr>
      <dsp:spPr>
        <a:xfrm>
          <a:off x="2657" y="187316"/>
          <a:ext cx="2591367" cy="79729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 err="1"/>
            <a:t>The</a:t>
          </a:r>
          <a:r>
            <a:rPr lang="tr-TR" sz="2200" kern="1200" dirty="0"/>
            <a:t> </a:t>
          </a:r>
          <a:r>
            <a:rPr lang="tr-TR" sz="2200" kern="1200" dirty="0" err="1"/>
            <a:t>need</a:t>
          </a:r>
          <a:endParaRPr lang="en-US" sz="2200" kern="1200" dirty="0"/>
        </a:p>
      </dsp:txBody>
      <dsp:txXfrm>
        <a:off x="2657" y="187316"/>
        <a:ext cx="2591367" cy="797297"/>
      </dsp:txXfrm>
    </dsp:sp>
    <dsp:sp modelId="{CFA5F8A0-D059-45CE-B4A0-D74C34505810}">
      <dsp:nvSpPr>
        <dsp:cNvPr id="0" name=""/>
        <dsp:cNvSpPr/>
      </dsp:nvSpPr>
      <dsp:spPr>
        <a:xfrm>
          <a:off x="2657" y="984613"/>
          <a:ext cx="2591367" cy="295061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kern="1200" dirty="0" err="1"/>
            <a:t>Find</a:t>
          </a:r>
          <a:r>
            <a:rPr lang="tr-TR" sz="2200" kern="1200" dirty="0"/>
            <a:t> how </a:t>
          </a:r>
          <a:r>
            <a:rPr lang="tr-TR" sz="2200" kern="1200" dirty="0" err="1"/>
            <a:t>many</a:t>
          </a:r>
          <a:r>
            <a:rPr lang="tr-TR" sz="2200" kern="1200" dirty="0"/>
            <a:t> </a:t>
          </a:r>
          <a:r>
            <a:rPr lang="tr-TR" sz="2200" kern="1200" dirty="0" err="1"/>
            <a:t>days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kern="1200" dirty="0" err="1"/>
            <a:t>Are</a:t>
          </a:r>
          <a:r>
            <a:rPr lang="tr-TR" sz="2200" kern="1200" dirty="0"/>
            <a:t> </a:t>
          </a:r>
          <a:r>
            <a:rPr lang="tr-TR" sz="2200" kern="1200" dirty="0" err="1"/>
            <a:t>passed</a:t>
          </a:r>
          <a:r>
            <a:rPr lang="tr-TR" sz="2200" kern="1200" dirty="0"/>
            <a:t> </a:t>
          </a:r>
          <a:r>
            <a:rPr lang="tr-TR" sz="2200" kern="1200" dirty="0" err="1"/>
            <a:t>from</a:t>
          </a:r>
          <a:r>
            <a:rPr lang="tr-TR" sz="2200" kern="1200" dirty="0"/>
            <a:t> a </a:t>
          </a:r>
          <a:r>
            <a:rPr lang="tr-TR" sz="2200" kern="1200" dirty="0" err="1"/>
            <a:t>given</a:t>
          </a:r>
          <a:r>
            <a:rPr lang="tr-TR" sz="2200" kern="1200" dirty="0"/>
            <a:t> </a:t>
          </a:r>
          <a:r>
            <a:rPr lang="tr-TR" sz="2200" kern="1200" dirty="0" err="1"/>
            <a:t>date</a:t>
          </a:r>
          <a:endParaRPr lang="en-US" sz="2200" kern="1200" dirty="0"/>
        </a:p>
      </dsp:txBody>
      <dsp:txXfrm>
        <a:off x="2657" y="984613"/>
        <a:ext cx="2591367" cy="2950617"/>
      </dsp:txXfrm>
    </dsp:sp>
    <dsp:sp modelId="{877108A9-4F68-43FB-B37B-83F6A276208E}">
      <dsp:nvSpPr>
        <dsp:cNvPr id="0" name=""/>
        <dsp:cNvSpPr/>
      </dsp:nvSpPr>
      <dsp:spPr>
        <a:xfrm>
          <a:off x="2956816" y="187316"/>
          <a:ext cx="2591367" cy="79729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 err="1"/>
            <a:t>The</a:t>
          </a:r>
          <a:r>
            <a:rPr lang="tr-TR" sz="2200" kern="1200" dirty="0"/>
            <a:t> </a:t>
          </a:r>
          <a:r>
            <a:rPr lang="tr-TR" sz="2200" kern="1200" dirty="0" err="1"/>
            <a:t>difficulty</a:t>
          </a:r>
          <a:endParaRPr lang="en-US" sz="2200" kern="1200" dirty="0"/>
        </a:p>
      </dsp:txBody>
      <dsp:txXfrm>
        <a:off x="2956816" y="187316"/>
        <a:ext cx="2591367" cy="797297"/>
      </dsp:txXfrm>
    </dsp:sp>
    <dsp:sp modelId="{CA77BA76-F858-49D6-84DE-11E495612A19}">
      <dsp:nvSpPr>
        <dsp:cNvPr id="0" name=""/>
        <dsp:cNvSpPr/>
      </dsp:nvSpPr>
      <dsp:spPr>
        <a:xfrm>
          <a:off x="2956816" y="984613"/>
          <a:ext cx="2591367" cy="295061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you have to</a:t>
          </a:r>
          <a:r>
            <a:rPr lang="tr-TR" sz="2200" kern="1200" dirty="0"/>
            <a:t> </a:t>
          </a:r>
          <a:r>
            <a:rPr lang="en-US" sz="2200" kern="1200" dirty="0"/>
            <a:t>remember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how many days are in each month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and factor in leap years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and</a:t>
          </a:r>
          <a:r>
            <a:rPr lang="tr-TR" sz="2200" kern="1200"/>
            <a:t> </a:t>
          </a:r>
          <a:r>
            <a:rPr lang="en-US" sz="2200" kern="1200" dirty="0"/>
            <a:t>other tricky details. </a:t>
          </a:r>
        </a:p>
      </dsp:txBody>
      <dsp:txXfrm>
        <a:off x="2956816" y="984613"/>
        <a:ext cx="2591367" cy="2950617"/>
      </dsp:txXfrm>
    </dsp:sp>
    <dsp:sp modelId="{379A3B21-FBAF-43D1-BB58-D679E09F6D4E}">
      <dsp:nvSpPr>
        <dsp:cNvPr id="0" name=""/>
        <dsp:cNvSpPr/>
      </dsp:nvSpPr>
      <dsp:spPr>
        <a:xfrm>
          <a:off x="5910975" y="187316"/>
          <a:ext cx="2591367" cy="79729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datetime module</a:t>
          </a:r>
        </a:p>
      </dsp:txBody>
      <dsp:txXfrm>
        <a:off x="5910975" y="187316"/>
        <a:ext cx="2591367" cy="797297"/>
      </dsp:txXfrm>
    </dsp:sp>
    <dsp:sp modelId="{CA6AF8DB-6367-4178-95F0-0E70EB4829A3}">
      <dsp:nvSpPr>
        <dsp:cNvPr id="0" name=""/>
        <dsp:cNvSpPr/>
      </dsp:nvSpPr>
      <dsp:spPr>
        <a:xfrm>
          <a:off x="5910975" y="984613"/>
          <a:ext cx="2591367" cy="295061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handles </a:t>
          </a:r>
          <a:r>
            <a:rPr lang="tr-TR" sz="2200" kern="1200"/>
            <a:t>such calculations</a:t>
          </a:r>
          <a:endParaRPr lang="en-US" sz="2200" kern="1200"/>
        </a:p>
      </dsp:txBody>
      <dsp:txXfrm>
        <a:off x="5910975" y="984613"/>
        <a:ext cx="2591367" cy="295061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C39D65-39BD-4494-8E75-B99B5347310E}">
      <dsp:nvSpPr>
        <dsp:cNvPr id="0" name=""/>
        <dsp:cNvSpPr/>
      </dsp:nvSpPr>
      <dsp:spPr>
        <a:xfrm>
          <a:off x="3986" y="1420958"/>
          <a:ext cx="1528242" cy="54406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First</a:t>
          </a:r>
        </a:p>
      </dsp:txBody>
      <dsp:txXfrm>
        <a:off x="3986" y="1420958"/>
        <a:ext cx="1528242" cy="544060"/>
      </dsp:txXfrm>
    </dsp:sp>
    <dsp:sp modelId="{D3431303-33BA-4276-804F-7D51395C36F6}">
      <dsp:nvSpPr>
        <dsp:cNvPr id="0" name=""/>
        <dsp:cNvSpPr/>
      </dsp:nvSpPr>
      <dsp:spPr>
        <a:xfrm>
          <a:off x="3986" y="1965018"/>
          <a:ext cx="1528242" cy="236531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make a datetime object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for the current moment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store it in dt.</a:t>
          </a:r>
        </a:p>
      </dsp:txBody>
      <dsp:txXfrm>
        <a:off x="3986" y="1965018"/>
        <a:ext cx="1528242" cy="2365310"/>
      </dsp:txXfrm>
    </dsp:sp>
    <dsp:sp modelId="{9093F51E-2D22-4982-B19F-B94DBA8BF640}">
      <dsp:nvSpPr>
        <dsp:cNvPr id="0" name=""/>
        <dsp:cNvSpPr/>
      </dsp:nvSpPr>
      <dsp:spPr>
        <a:xfrm>
          <a:off x="1746182" y="1420958"/>
          <a:ext cx="1528242" cy="54406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Then</a:t>
          </a:r>
        </a:p>
      </dsp:txBody>
      <dsp:txXfrm>
        <a:off x="1746182" y="1420958"/>
        <a:ext cx="1528242" cy="544060"/>
      </dsp:txXfrm>
    </dsp:sp>
    <dsp:sp modelId="{36553F82-5D1D-450B-86EE-42E9447C4EDE}">
      <dsp:nvSpPr>
        <dsp:cNvPr id="0" name=""/>
        <dsp:cNvSpPr/>
      </dsp:nvSpPr>
      <dsp:spPr>
        <a:xfrm>
          <a:off x="1746182" y="1965018"/>
          <a:ext cx="1528242" cy="236531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make </a:t>
          </a:r>
          <a:r>
            <a:rPr lang="en-US" sz="1500" kern="1200" dirty="0"/>
            <a:t>a </a:t>
          </a:r>
          <a:r>
            <a:rPr lang="en-US" sz="1500" kern="1200" dirty="0" err="1"/>
            <a:t>timedelta</a:t>
          </a:r>
          <a:r>
            <a:rPr lang="en-US" sz="1500" kern="1200" dirty="0"/>
            <a:t> object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for a duration of 1,000 days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store it in</a:t>
          </a:r>
          <a:r>
            <a:rPr lang="tr-TR" sz="1500" kern="1200"/>
            <a:t> </a:t>
          </a:r>
          <a:r>
            <a:rPr lang="en-US" sz="1500" kern="1200"/>
            <a:t>thousandDays. </a:t>
          </a:r>
        </a:p>
      </dsp:txBody>
      <dsp:txXfrm>
        <a:off x="1746182" y="1965018"/>
        <a:ext cx="1528242" cy="2365310"/>
      </dsp:txXfrm>
    </dsp:sp>
    <dsp:sp modelId="{CEB5D152-3EA2-4D93-8DD2-86E1CDCD4DFD}">
      <dsp:nvSpPr>
        <dsp:cNvPr id="0" name=""/>
        <dsp:cNvSpPr/>
      </dsp:nvSpPr>
      <dsp:spPr>
        <a:xfrm>
          <a:off x="3488378" y="1420958"/>
          <a:ext cx="1528242" cy="54406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Add</a:t>
          </a:r>
        </a:p>
      </dsp:txBody>
      <dsp:txXfrm>
        <a:off x="3488378" y="1420958"/>
        <a:ext cx="1528242" cy="544060"/>
      </dsp:txXfrm>
    </dsp:sp>
    <dsp:sp modelId="{705D12C3-CD98-4845-A450-454AB3C3F6D0}">
      <dsp:nvSpPr>
        <dsp:cNvPr id="0" name=""/>
        <dsp:cNvSpPr/>
      </dsp:nvSpPr>
      <dsp:spPr>
        <a:xfrm>
          <a:off x="3488378" y="1965018"/>
          <a:ext cx="1528242" cy="236531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dt </a:t>
          </a:r>
          <a:r>
            <a:rPr lang="en-US" sz="1500" kern="1200" dirty="0"/>
            <a:t>and </a:t>
          </a:r>
          <a:r>
            <a:rPr lang="en-US" sz="1500" kern="1200" dirty="0" err="1"/>
            <a:t>thousandDays</a:t>
          </a:r>
          <a:r>
            <a:rPr lang="en-US" sz="1500" kern="1200" dirty="0"/>
            <a:t> together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to get a datetime object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for the</a:t>
          </a:r>
          <a:r>
            <a:rPr lang="tr-TR" sz="1500" kern="1200"/>
            <a:t> </a:t>
          </a:r>
          <a:r>
            <a:rPr lang="en-US" sz="1500" kern="1200"/>
            <a:t>date 1,000 days from now. </a:t>
          </a:r>
        </a:p>
      </dsp:txBody>
      <dsp:txXfrm>
        <a:off x="3488378" y="1965018"/>
        <a:ext cx="1528242" cy="2365310"/>
      </dsp:txXfrm>
    </dsp:sp>
    <dsp:sp modelId="{E04CE55A-C117-4A72-A2C0-E228397A746E}">
      <dsp:nvSpPr>
        <dsp:cNvPr id="0" name=""/>
        <dsp:cNvSpPr/>
      </dsp:nvSpPr>
      <dsp:spPr>
        <a:xfrm>
          <a:off x="5230575" y="1420958"/>
          <a:ext cx="1528242" cy="54406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Python’s</a:t>
          </a:r>
          <a:r>
            <a:rPr lang="tr-TR" sz="1500" kern="1200" dirty="0"/>
            <a:t> </a:t>
          </a:r>
          <a:r>
            <a:rPr lang="en-US" sz="1500" kern="1200" dirty="0"/>
            <a:t>peculiarity</a:t>
          </a:r>
        </a:p>
      </dsp:txBody>
      <dsp:txXfrm>
        <a:off x="5230575" y="1420958"/>
        <a:ext cx="1528242" cy="544060"/>
      </dsp:txXfrm>
    </dsp:sp>
    <dsp:sp modelId="{1AFF5C5B-62C3-4AF8-A037-BE564C7FE8B2}">
      <dsp:nvSpPr>
        <dsp:cNvPr id="0" name=""/>
        <dsp:cNvSpPr/>
      </dsp:nvSpPr>
      <dsp:spPr>
        <a:xfrm>
          <a:off x="5230575" y="1965018"/>
          <a:ext cx="1528242" cy="236531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Python </a:t>
          </a:r>
          <a:r>
            <a:rPr lang="en-US" sz="1500" kern="1200" dirty="0"/>
            <a:t>will</a:t>
          </a:r>
          <a:r>
            <a:rPr lang="tr-TR" sz="1500" kern="1200" dirty="0"/>
            <a:t> </a:t>
          </a:r>
          <a:r>
            <a:rPr lang="en-US" sz="1500" kern="1200" dirty="0"/>
            <a:t>do the date arithmetic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to figure out</a:t>
          </a:r>
          <a:r>
            <a:rPr lang="tr-TR" sz="1500" kern="1200"/>
            <a:t> </a:t>
          </a:r>
          <a:r>
            <a:rPr lang="en-US" sz="1500" kern="1200"/>
            <a:t>that 1,000 days after February 27, 2015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will be November 23, 2017. </a:t>
          </a:r>
        </a:p>
      </dsp:txBody>
      <dsp:txXfrm>
        <a:off x="5230575" y="1965018"/>
        <a:ext cx="1528242" cy="2365310"/>
      </dsp:txXfrm>
    </dsp:sp>
    <dsp:sp modelId="{7B079B9C-5D6C-49CD-94BF-CF7B813DF67E}">
      <dsp:nvSpPr>
        <dsp:cNvPr id="0" name=""/>
        <dsp:cNvSpPr/>
      </dsp:nvSpPr>
      <dsp:spPr>
        <a:xfrm>
          <a:off x="6972771" y="1420958"/>
          <a:ext cx="1528242" cy="54406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This is</a:t>
          </a:r>
          <a:r>
            <a:rPr lang="tr-TR" sz="1500" kern="1200"/>
            <a:t> </a:t>
          </a:r>
          <a:r>
            <a:rPr lang="en-US" sz="1500" kern="1200"/>
            <a:t>useful</a:t>
          </a:r>
        </a:p>
      </dsp:txBody>
      <dsp:txXfrm>
        <a:off x="6972771" y="1420958"/>
        <a:ext cx="1528242" cy="544060"/>
      </dsp:txXfrm>
    </dsp:sp>
    <dsp:sp modelId="{2FC5E671-3DBF-4554-A397-EBADF20C08EC}">
      <dsp:nvSpPr>
        <dsp:cNvPr id="0" name=""/>
        <dsp:cNvSpPr/>
      </dsp:nvSpPr>
      <dsp:spPr>
        <a:xfrm>
          <a:off x="6972771" y="1965018"/>
          <a:ext cx="1528242" cy="236531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 dirty="0" err="1"/>
            <a:t>to</a:t>
          </a:r>
          <a:r>
            <a:rPr lang="tr-TR" sz="1500" kern="1200" dirty="0"/>
            <a:t> </a:t>
          </a:r>
          <a:r>
            <a:rPr lang="en-US" sz="1500" kern="1200" dirty="0"/>
            <a:t>calculate 1,000 days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from </a:t>
          </a:r>
          <a:r>
            <a:rPr lang="en-US" sz="1500" kern="1200" dirty="0"/>
            <a:t>a given date</a:t>
          </a:r>
        </a:p>
      </dsp:txBody>
      <dsp:txXfrm>
        <a:off x="6972771" y="1965018"/>
        <a:ext cx="1528242" cy="236531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89F2BF-A049-442D-BF56-E6B40B942C69}">
      <dsp:nvSpPr>
        <dsp:cNvPr id="0" name=""/>
        <dsp:cNvSpPr/>
      </dsp:nvSpPr>
      <dsp:spPr>
        <a:xfrm>
          <a:off x="41" y="20123"/>
          <a:ext cx="3974260" cy="7776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timedelta objects</a:t>
          </a:r>
        </a:p>
      </dsp:txBody>
      <dsp:txXfrm>
        <a:off x="41" y="20123"/>
        <a:ext cx="3974260" cy="777600"/>
      </dsp:txXfrm>
    </dsp:sp>
    <dsp:sp modelId="{732B8585-1C92-4162-B696-67D5D0886E16}">
      <dsp:nvSpPr>
        <dsp:cNvPr id="0" name=""/>
        <dsp:cNvSpPr/>
      </dsp:nvSpPr>
      <dsp:spPr>
        <a:xfrm>
          <a:off x="41" y="797723"/>
          <a:ext cx="3974260" cy="318694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can be added or subtracted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with datetime objects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or</a:t>
          </a:r>
          <a:r>
            <a:rPr lang="tr-TR" sz="2700" kern="1200" dirty="0"/>
            <a:t> </a:t>
          </a:r>
          <a:r>
            <a:rPr lang="en-US" sz="2700" kern="1200" dirty="0"/>
            <a:t>other </a:t>
          </a:r>
          <a:r>
            <a:rPr lang="en-US" sz="2700" kern="1200" dirty="0" err="1"/>
            <a:t>timedelta</a:t>
          </a:r>
          <a:r>
            <a:rPr lang="en-US" sz="2700" kern="1200" dirty="0"/>
            <a:t> objects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using the + and - operators. </a:t>
          </a:r>
        </a:p>
      </dsp:txBody>
      <dsp:txXfrm>
        <a:off x="41" y="797723"/>
        <a:ext cx="3974260" cy="3186945"/>
      </dsp:txXfrm>
    </dsp:sp>
    <dsp:sp modelId="{6C0A8F94-2259-4A0B-9DAF-35C54CF9E329}">
      <dsp:nvSpPr>
        <dsp:cNvPr id="0" name=""/>
        <dsp:cNvSpPr/>
      </dsp:nvSpPr>
      <dsp:spPr>
        <a:xfrm>
          <a:off x="4530698" y="20123"/>
          <a:ext cx="3974260" cy="7776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kern="1200" dirty="0" err="1"/>
            <a:t>Two</a:t>
          </a:r>
          <a:r>
            <a:rPr lang="tr-TR" sz="2700" kern="1200" dirty="0"/>
            <a:t> </a:t>
          </a:r>
          <a:r>
            <a:rPr lang="tr-TR" sz="2700" kern="1200" dirty="0" err="1"/>
            <a:t>operators</a:t>
          </a:r>
          <a:r>
            <a:rPr lang="tr-TR" sz="2700" kern="1200" dirty="0"/>
            <a:t>: ‘*’ &amp; ‘/’</a:t>
          </a:r>
          <a:endParaRPr lang="en-US" sz="2700" kern="1200" dirty="0"/>
        </a:p>
      </dsp:txBody>
      <dsp:txXfrm>
        <a:off x="4530698" y="20123"/>
        <a:ext cx="3974260" cy="777600"/>
      </dsp:txXfrm>
    </dsp:sp>
    <dsp:sp modelId="{A47B0614-C148-4804-A987-C7E91E7E82C9}">
      <dsp:nvSpPr>
        <dsp:cNvPr id="0" name=""/>
        <dsp:cNvSpPr/>
      </dsp:nvSpPr>
      <dsp:spPr>
        <a:xfrm>
          <a:off x="4530698" y="797723"/>
          <a:ext cx="3974260" cy="318694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A </a:t>
          </a:r>
          <a:r>
            <a:rPr lang="en-US" sz="2700" kern="1200" dirty="0" err="1"/>
            <a:t>timedelta</a:t>
          </a:r>
          <a:r>
            <a:rPr lang="en-US" sz="2700" kern="1200" dirty="0"/>
            <a:t> object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can be</a:t>
          </a:r>
          <a:r>
            <a:rPr lang="tr-TR" sz="2700" kern="1200" dirty="0"/>
            <a:t> </a:t>
          </a:r>
          <a:r>
            <a:rPr lang="en-US" sz="2700" kern="1200" dirty="0"/>
            <a:t>multiplied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by integer or float value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with the </a:t>
          </a:r>
          <a:r>
            <a:rPr lang="tr-TR" sz="2700" kern="1200" dirty="0"/>
            <a:t>‘</a:t>
          </a:r>
          <a:r>
            <a:rPr lang="en-US" sz="2700" kern="1200" dirty="0"/>
            <a:t>*</a:t>
          </a:r>
          <a:r>
            <a:rPr lang="tr-TR" sz="2700" kern="1200" dirty="0"/>
            <a:t>’</a:t>
          </a:r>
          <a:r>
            <a:rPr lang="en-US" sz="2700" kern="1200" dirty="0"/>
            <a:t>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or divided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700" kern="1200" dirty="0" err="1"/>
            <a:t>by</a:t>
          </a:r>
          <a:r>
            <a:rPr lang="tr-TR" sz="2700" kern="1200" dirty="0"/>
            <a:t> </a:t>
          </a:r>
          <a:r>
            <a:rPr lang="tr-TR" sz="2700" kern="1200" dirty="0" err="1"/>
            <a:t>the</a:t>
          </a:r>
          <a:r>
            <a:rPr lang="tr-TR" sz="2700" kern="1200" dirty="0"/>
            <a:t> ‘</a:t>
          </a:r>
          <a:r>
            <a:rPr lang="en-US" sz="2700" kern="1200" dirty="0"/>
            <a:t>/</a:t>
          </a:r>
          <a:r>
            <a:rPr lang="tr-TR" sz="2700" kern="1200" dirty="0"/>
            <a:t>‘ </a:t>
          </a:r>
          <a:r>
            <a:rPr lang="en-US" sz="2700" kern="1200" dirty="0"/>
            <a:t>operator</a:t>
          </a:r>
        </a:p>
      </dsp:txBody>
      <dsp:txXfrm>
        <a:off x="4530698" y="797723"/>
        <a:ext cx="3974260" cy="318694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4D223-3A78-431E-BCD8-60CD5665D09A}">
      <dsp:nvSpPr>
        <dsp:cNvPr id="0" name=""/>
        <dsp:cNvSpPr/>
      </dsp:nvSpPr>
      <dsp:spPr>
        <a:xfrm>
          <a:off x="41" y="101696"/>
          <a:ext cx="3974260" cy="117213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</a:t>
          </a:r>
          <a:r>
            <a:rPr lang="en-US" sz="3200" i="1" kern="1200" dirty="0" err="1"/>
            <a:t>time.sleep</a:t>
          </a:r>
          <a:r>
            <a:rPr lang="en-US" sz="3200" i="1" kern="1200" dirty="0"/>
            <a:t>() </a:t>
          </a:r>
          <a:r>
            <a:rPr lang="en-US" sz="3200" kern="1200" dirty="0"/>
            <a:t>method</a:t>
          </a:r>
        </a:p>
      </dsp:txBody>
      <dsp:txXfrm>
        <a:off x="41" y="101696"/>
        <a:ext cx="3974260" cy="1172139"/>
      </dsp:txXfrm>
    </dsp:sp>
    <dsp:sp modelId="{D9B85855-7916-491B-805E-4A9E4B41E013}">
      <dsp:nvSpPr>
        <dsp:cNvPr id="0" name=""/>
        <dsp:cNvSpPr/>
      </dsp:nvSpPr>
      <dsp:spPr>
        <a:xfrm>
          <a:off x="41" y="1273835"/>
          <a:ext cx="3974260" cy="236344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pause a program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for a certain number of seconds.</a:t>
          </a:r>
        </a:p>
      </dsp:txBody>
      <dsp:txXfrm>
        <a:off x="41" y="1273835"/>
        <a:ext cx="3974260" cy="2363445"/>
      </dsp:txXfrm>
    </dsp:sp>
    <dsp:sp modelId="{6D7C5584-7516-4D44-A586-324ADEA9909C}">
      <dsp:nvSpPr>
        <dsp:cNvPr id="0" name=""/>
        <dsp:cNvSpPr/>
      </dsp:nvSpPr>
      <dsp:spPr>
        <a:xfrm>
          <a:off x="4530698" y="101696"/>
          <a:ext cx="3974260" cy="117213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 err="1"/>
            <a:t>To</a:t>
          </a:r>
          <a:r>
            <a:rPr lang="tr-TR" sz="3200" kern="1200" dirty="0"/>
            <a:t> </a:t>
          </a:r>
          <a:r>
            <a:rPr lang="tr-TR" sz="3200" kern="1200" dirty="0" err="1"/>
            <a:t>pause</a:t>
          </a:r>
          <a:r>
            <a:rPr lang="tr-TR" sz="3200" kern="1200" dirty="0"/>
            <a:t> </a:t>
          </a:r>
          <a:r>
            <a:rPr lang="tr-TR" sz="3200" kern="1200" dirty="0" err="1"/>
            <a:t>for</a:t>
          </a:r>
          <a:r>
            <a:rPr lang="tr-TR" sz="3200" kern="1200" dirty="0"/>
            <a:t> a </a:t>
          </a:r>
          <a:r>
            <a:rPr lang="tr-TR" sz="3200" kern="1200" dirty="0" err="1"/>
            <a:t>date</a:t>
          </a:r>
          <a:endParaRPr lang="en-US" sz="3200" kern="1200" dirty="0"/>
        </a:p>
      </dsp:txBody>
      <dsp:txXfrm>
        <a:off x="4530698" y="101696"/>
        <a:ext cx="3974260" cy="1172139"/>
      </dsp:txXfrm>
    </dsp:sp>
    <dsp:sp modelId="{9DBC1C0C-3AD6-437C-B7AC-88031AA4904F}">
      <dsp:nvSpPr>
        <dsp:cNvPr id="0" name=""/>
        <dsp:cNvSpPr/>
      </dsp:nvSpPr>
      <dsp:spPr>
        <a:xfrm>
          <a:off x="4530698" y="1273835"/>
          <a:ext cx="3974260" cy="236344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using a while loop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3200" kern="1200" dirty="0" err="1"/>
            <a:t>to</a:t>
          </a:r>
          <a:r>
            <a:rPr lang="tr-TR" sz="3200" kern="1200" dirty="0"/>
            <a:t> </a:t>
          </a:r>
          <a:r>
            <a:rPr lang="en-US" sz="3200" kern="1200" dirty="0"/>
            <a:t>pause </a:t>
          </a:r>
          <a:r>
            <a:rPr lang="tr-TR" sz="3200" kern="1200" dirty="0" err="1"/>
            <a:t>the</a:t>
          </a:r>
          <a:r>
            <a:rPr lang="en-US" sz="3200" kern="1200" dirty="0"/>
            <a:t> programs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until a specific date.</a:t>
          </a:r>
        </a:p>
      </dsp:txBody>
      <dsp:txXfrm>
        <a:off x="4530698" y="1273835"/>
        <a:ext cx="3974260" cy="236344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C765A6-4D1C-4020-9DE2-BE0989AE87F6}">
      <dsp:nvSpPr>
        <dsp:cNvPr id="0" name=""/>
        <dsp:cNvSpPr/>
      </dsp:nvSpPr>
      <dsp:spPr>
        <a:xfrm>
          <a:off x="3197" y="1062059"/>
          <a:ext cx="1922761" cy="75883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Epoch</a:t>
          </a:r>
        </a:p>
      </dsp:txBody>
      <dsp:txXfrm>
        <a:off x="3197" y="1062059"/>
        <a:ext cx="1922761" cy="758835"/>
      </dsp:txXfrm>
    </dsp:sp>
    <dsp:sp modelId="{D7F4FD5E-801F-423C-AEEF-2C36C03E8117}">
      <dsp:nvSpPr>
        <dsp:cNvPr id="0" name=""/>
        <dsp:cNvSpPr/>
      </dsp:nvSpPr>
      <dsp:spPr>
        <a:xfrm>
          <a:off x="3197" y="1820894"/>
          <a:ext cx="1922761" cy="247873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timestamps and datetime objects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aren’t very friendly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to the human</a:t>
          </a:r>
          <a:r>
            <a:rPr lang="tr-TR" sz="2100" kern="1200"/>
            <a:t> </a:t>
          </a:r>
          <a:r>
            <a:rPr lang="en-US" sz="2100" kern="1200"/>
            <a:t>eye. </a:t>
          </a:r>
        </a:p>
      </dsp:txBody>
      <dsp:txXfrm>
        <a:off x="3197" y="1820894"/>
        <a:ext cx="1922761" cy="2478734"/>
      </dsp:txXfrm>
    </dsp:sp>
    <dsp:sp modelId="{DA605850-8348-42B0-ADD6-FB074DC9F04F}">
      <dsp:nvSpPr>
        <dsp:cNvPr id="0" name=""/>
        <dsp:cNvSpPr/>
      </dsp:nvSpPr>
      <dsp:spPr>
        <a:xfrm>
          <a:off x="2195145" y="1062059"/>
          <a:ext cx="1922761" cy="75883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Use</a:t>
          </a:r>
        </a:p>
      </dsp:txBody>
      <dsp:txXfrm>
        <a:off x="2195145" y="1062059"/>
        <a:ext cx="1922761" cy="758835"/>
      </dsp:txXfrm>
    </dsp:sp>
    <dsp:sp modelId="{43B1B938-E8DF-4FEF-BE30-52FD344845D9}">
      <dsp:nvSpPr>
        <dsp:cNvPr id="0" name=""/>
        <dsp:cNvSpPr/>
      </dsp:nvSpPr>
      <dsp:spPr>
        <a:xfrm>
          <a:off x="2195145" y="1820894"/>
          <a:ext cx="1922761" cy="247873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the </a:t>
          </a:r>
          <a:r>
            <a:rPr lang="en-US" sz="2100" i="1" kern="1200" dirty="0" err="1"/>
            <a:t>strftime</a:t>
          </a:r>
          <a:r>
            <a:rPr lang="en-US" sz="2100" i="1" kern="1200" dirty="0"/>
            <a:t>()</a:t>
          </a:r>
          <a:r>
            <a:rPr lang="en-US" sz="2100" kern="1200" dirty="0"/>
            <a:t> method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to display a datetime object as a string. </a:t>
          </a:r>
        </a:p>
      </dsp:txBody>
      <dsp:txXfrm>
        <a:off x="2195145" y="1820894"/>
        <a:ext cx="1922761" cy="2478734"/>
      </dsp:txXfrm>
    </dsp:sp>
    <dsp:sp modelId="{E57A93EA-B972-461C-91F5-505ED2B4FC7F}">
      <dsp:nvSpPr>
        <dsp:cNvPr id="0" name=""/>
        <dsp:cNvSpPr/>
      </dsp:nvSpPr>
      <dsp:spPr>
        <a:xfrm>
          <a:off x="4387093" y="1062059"/>
          <a:ext cx="1922761" cy="75883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</a:t>
          </a:r>
          <a:r>
            <a:rPr lang="tr-TR" sz="2100" kern="1200" dirty="0"/>
            <a:t> </a:t>
          </a:r>
          <a:r>
            <a:rPr lang="en-US" sz="2100" kern="1200" dirty="0"/>
            <a:t>f</a:t>
          </a:r>
        </a:p>
      </dsp:txBody>
      <dsp:txXfrm>
        <a:off x="4387093" y="1062059"/>
        <a:ext cx="1922761" cy="758835"/>
      </dsp:txXfrm>
    </dsp:sp>
    <dsp:sp modelId="{D5FD99AD-9B54-42F2-8AAA-1A11C5950C84}">
      <dsp:nvSpPr>
        <dsp:cNvPr id="0" name=""/>
        <dsp:cNvSpPr/>
      </dsp:nvSpPr>
      <dsp:spPr>
        <a:xfrm>
          <a:off x="4387093" y="1820894"/>
          <a:ext cx="1922761" cy="247873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 the name of the </a:t>
          </a:r>
          <a:r>
            <a:rPr lang="en-US" sz="2100" i="1" kern="1200" dirty="0" err="1"/>
            <a:t>strftime</a:t>
          </a:r>
          <a:r>
            <a:rPr lang="en-US" sz="2100" i="1" kern="1200" dirty="0"/>
            <a:t>() </a:t>
          </a:r>
          <a:r>
            <a:rPr lang="en-US" sz="2100" kern="1200" dirty="0"/>
            <a:t>function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stands for format.</a:t>
          </a:r>
        </a:p>
      </dsp:txBody>
      <dsp:txXfrm>
        <a:off x="4387093" y="1820894"/>
        <a:ext cx="1922761" cy="2478734"/>
      </dsp:txXfrm>
    </dsp:sp>
    <dsp:sp modelId="{7434D662-69D6-4D4D-8CA4-22971C282939}">
      <dsp:nvSpPr>
        <dsp:cNvPr id="0" name=""/>
        <dsp:cNvSpPr/>
      </dsp:nvSpPr>
      <dsp:spPr>
        <a:xfrm>
          <a:off x="6579041" y="1062059"/>
          <a:ext cx="1922761" cy="75883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</a:t>
          </a:r>
          <a:r>
            <a:rPr lang="en-US" sz="2100" i="1" kern="1200" dirty="0" err="1"/>
            <a:t>strftime</a:t>
          </a:r>
          <a:r>
            <a:rPr lang="en-US" sz="2100" i="1" kern="1200" dirty="0"/>
            <a:t>()</a:t>
          </a:r>
          <a:r>
            <a:rPr lang="en-US" sz="2100" kern="1200" dirty="0"/>
            <a:t> method</a:t>
          </a:r>
        </a:p>
      </dsp:txBody>
      <dsp:txXfrm>
        <a:off x="6579041" y="1062059"/>
        <a:ext cx="1922761" cy="758835"/>
      </dsp:txXfrm>
    </dsp:sp>
    <dsp:sp modelId="{3CD9090E-5CA0-42E4-B177-550C8B05766B}">
      <dsp:nvSpPr>
        <dsp:cNvPr id="0" name=""/>
        <dsp:cNvSpPr/>
      </dsp:nvSpPr>
      <dsp:spPr>
        <a:xfrm>
          <a:off x="6579041" y="1820894"/>
          <a:ext cx="1922761" cy="247873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uses directives similar to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Python’s </a:t>
          </a:r>
          <a:r>
            <a:rPr lang="en-US" sz="2100" kern="1200" dirty="0"/>
            <a:t>string formatting.</a:t>
          </a:r>
        </a:p>
      </dsp:txBody>
      <dsp:txXfrm>
        <a:off x="6579041" y="1820894"/>
        <a:ext cx="1922761" cy="247873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793AFF-9391-4BBD-8941-00D784125B24}">
      <dsp:nvSpPr>
        <dsp:cNvPr id="0" name=""/>
        <dsp:cNvSpPr/>
      </dsp:nvSpPr>
      <dsp:spPr>
        <a:xfrm>
          <a:off x="2657" y="161251"/>
          <a:ext cx="2591367" cy="101497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Pass strrftime()</a:t>
          </a:r>
        </a:p>
      </dsp:txBody>
      <dsp:txXfrm>
        <a:off x="2657" y="161251"/>
        <a:ext cx="2591367" cy="1014970"/>
      </dsp:txXfrm>
    </dsp:sp>
    <dsp:sp modelId="{14364D3B-C452-4A93-B423-2977FF6D669A}">
      <dsp:nvSpPr>
        <dsp:cNvPr id="0" name=""/>
        <dsp:cNvSpPr/>
      </dsp:nvSpPr>
      <dsp:spPr>
        <a:xfrm>
          <a:off x="2657" y="1176221"/>
          <a:ext cx="2591367" cy="31776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a custom format string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containing formatting directives</a:t>
          </a:r>
        </a:p>
      </dsp:txBody>
      <dsp:txXfrm>
        <a:off x="2657" y="1176221"/>
        <a:ext cx="2591367" cy="3177680"/>
      </dsp:txXfrm>
    </dsp:sp>
    <dsp:sp modelId="{5C8A6693-2733-4822-AE54-4D706F99DACA}">
      <dsp:nvSpPr>
        <dsp:cNvPr id="0" name=""/>
        <dsp:cNvSpPr/>
      </dsp:nvSpPr>
      <dsp:spPr>
        <a:xfrm>
          <a:off x="2956816" y="161251"/>
          <a:ext cx="2591367" cy="101497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along with any desired</a:t>
          </a:r>
        </a:p>
      </dsp:txBody>
      <dsp:txXfrm>
        <a:off x="2956816" y="161251"/>
        <a:ext cx="2591367" cy="1014970"/>
      </dsp:txXfrm>
    </dsp:sp>
    <dsp:sp modelId="{6FAEAC17-3207-409A-88BD-F37B18BC0E83}">
      <dsp:nvSpPr>
        <dsp:cNvPr id="0" name=""/>
        <dsp:cNvSpPr/>
      </dsp:nvSpPr>
      <dsp:spPr>
        <a:xfrm>
          <a:off x="2956816" y="1176221"/>
          <a:ext cx="2591367" cy="31776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slashes, colons, and so on</a:t>
          </a:r>
        </a:p>
      </dsp:txBody>
      <dsp:txXfrm>
        <a:off x="2956816" y="1176221"/>
        <a:ext cx="2591367" cy="3177680"/>
      </dsp:txXfrm>
    </dsp:sp>
    <dsp:sp modelId="{01B99D28-B223-486B-806B-BE29C5EB23E6}">
      <dsp:nvSpPr>
        <dsp:cNvPr id="0" name=""/>
        <dsp:cNvSpPr/>
      </dsp:nvSpPr>
      <dsp:spPr>
        <a:xfrm>
          <a:off x="5910975" y="161251"/>
          <a:ext cx="2591367" cy="101497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strftime()</a:t>
          </a:r>
        </a:p>
      </dsp:txBody>
      <dsp:txXfrm>
        <a:off x="5910975" y="161251"/>
        <a:ext cx="2591367" cy="1014970"/>
      </dsp:txXfrm>
    </dsp:sp>
    <dsp:sp modelId="{B5D6BBA6-134E-4A77-8DFE-A9EAB3CCC13D}">
      <dsp:nvSpPr>
        <dsp:cNvPr id="0" name=""/>
        <dsp:cNvSpPr/>
      </dsp:nvSpPr>
      <dsp:spPr>
        <a:xfrm>
          <a:off x="5910975" y="1176221"/>
          <a:ext cx="2591367" cy="31776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will</a:t>
          </a:r>
          <a:r>
            <a:rPr lang="tr-TR" sz="2800" kern="1200"/>
            <a:t> </a:t>
          </a:r>
          <a:r>
            <a:rPr lang="en-US" sz="2800" kern="1200"/>
            <a:t>return the datetime object’s information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as a formatted string.</a:t>
          </a:r>
        </a:p>
      </dsp:txBody>
      <dsp:txXfrm>
        <a:off x="5910975" y="1176221"/>
        <a:ext cx="2591367" cy="317768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94CEA6-964C-47A2-96E7-0B4A7F93C476}">
      <dsp:nvSpPr>
        <dsp:cNvPr id="0" name=""/>
        <dsp:cNvSpPr/>
      </dsp:nvSpPr>
      <dsp:spPr>
        <a:xfrm>
          <a:off x="2657" y="924582"/>
          <a:ext cx="2591367" cy="54535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Converting</a:t>
          </a:r>
          <a:r>
            <a:rPr lang="tr-TR" sz="1500" kern="1200" dirty="0"/>
            <a:t> </a:t>
          </a:r>
          <a:r>
            <a:rPr lang="tr-TR" sz="1500" kern="1200" dirty="0" err="1"/>
            <a:t>string</a:t>
          </a:r>
          <a:r>
            <a:rPr lang="tr-TR" sz="1500" kern="1200" dirty="0"/>
            <a:t> </a:t>
          </a:r>
          <a:r>
            <a:rPr lang="tr-TR" sz="1500" kern="1200" dirty="0" err="1"/>
            <a:t>date</a:t>
          </a:r>
          <a:r>
            <a:rPr lang="tr-TR" sz="1500" kern="1200" dirty="0"/>
            <a:t> </a:t>
          </a:r>
          <a:r>
            <a:rPr lang="tr-TR" sz="1500" kern="1200" dirty="0" err="1"/>
            <a:t>information</a:t>
          </a:r>
          <a:endParaRPr lang="en-US" sz="1500" kern="1200" dirty="0"/>
        </a:p>
      </dsp:txBody>
      <dsp:txXfrm>
        <a:off x="2657" y="924582"/>
        <a:ext cx="2591367" cy="545352"/>
      </dsp:txXfrm>
    </dsp:sp>
    <dsp:sp modelId="{126F277B-CBF6-477A-999A-CED3E0910FEB}">
      <dsp:nvSpPr>
        <dsp:cNvPr id="0" name=""/>
        <dsp:cNvSpPr/>
      </dsp:nvSpPr>
      <dsp:spPr>
        <a:xfrm>
          <a:off x="2657" y="1469935"/>
          <a:ext cx="2591367" cy="135877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of date information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such as '2015/10/21 16:29:00’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or 'October 21, 2015’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to a datetime object</a:t>
          </a:r>
          <a:endParaRPr lang="en-US" sz="1500" kern="1200" dirty="0"/>
        </a:p>
      </dsp:txBody>
      <dsp:txXfrm>
        <a:off x="2657" y="1469935"/>
        <a:ext cx="2591367" cy="1358775"/>
      </dsp:txXfrm>
    </dsp:sp>
    <dsp:sp modelId="{8FCCCE75-49D9-47C5-89B9-379CD5EE1B71}">
      <dsp:nvSpPr>
        <dsp:cNvPr id="0" name=""/>
        <dsp:cNvSpPr/>
      </dsp:nvSpPr>
      <dsp:spPr>
        <a:xfrm>
          <a:off x="2956816" y="924582"/>
          <a:ext cx="2591367" cy="54535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</a:t>
          </a:r>
          <a:r>
            <a:rPr lang="tr-TR" sz="1500" kern="1200" dirty="0"/>
            <a:t> </a:t>
          </a:r>
          <a:r>
            <a:rPr lang="en-US" sz="1500" kern="1200" dirty="0"/>
            <a:t>function</a:t>
          </a:r>
        </a:p>
      </dsp:txBody>
      <dsp:txXfrm>
        <a:off x="2956816" y="924582"/>
        <a:ext cx="2591367" cy="545352"/>
      </dsp:txXfrm>
    </dsp:sp>
    <dsp:sp modelId="{9900C442-9F48-48EC-BEA4-A7C720F8C2C0}">
      <dsp:nvSpPr>
        <dsp:cNvPr id="0" name=""/>
        <dsp:cNvSpPr/>
      </dsp:nvSpPr>
      <dsp:spPr>
        <a:xfrm>
          <a:off x="2956816" y="1469935"/>
          <a:ext cx="2591367" cy="135877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 err="1"/>
            <a:t>datetime.datetime.strptime</a:t>
          </a:r>
          <a:r>
            <a:rPr lang="en-US" sz="1500" i="1" kern="1200" dirty="0"/>
            <a:t>()</a:t>
          </a:r>
          <a:r>
            <a:rPr lang="en-US" sz="1500" kern="1200" dirty="0"/>
            <a:t>. </a:t>
          </a:r>
        </a:p>
      </dsp:txBody>
      <dsp:txXfrm>
        <a:off x="2956816" y="1469935"/>
        <a:ext cx="2591367" cy="1358775"/>
      </dsp:txXfrm>
    </dsp:sp>
    <dsp:sp modelId="{E1E4A574-ED7B-4351-876F-60737536933E}">
      <dsp:nvSpPr>
        <dsp:cNvPr id="0" name=""/>
        <dsp:cNvSpPr/>
      </dsp:nvSpPr>
      <dsp:spPr>
        <a:xfrm>
          <a:off x="5910975" y="924582"/>
          <a:ext cx="2591367" cy="54535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</a:t>
          </a:r>
          <a:r>
            <a:rPr lang="en-US" sz="1500" i="1" kern="1200" dirty="0" err="1"/>
            <a:t>strptime</a:t>
          </a:r>
          <a:r>
            <a:rPr lang="en-US" sz="1500" i="1" kern="1200" dirty="0"/>
            <a:t>() </a:t>
          </a:r>
          <a:r>
            <a:rPr lang="en-US" sz="1500" kern="1200" dirty="0"/>
            <a:t>function</a:t>
          </a:r>
        </a:p>
      </dsp:txBody>
      <dsp:txXfrm>
        <a:off x="5910975" y="924582"/>
        <a:ext cx="2591367" cy="545352"/>
      </dsp:txXfrm>
    </dsp:sp>
    <dsp:sp modelId="{7DBC29BC-CD6F-4DF7-8E86-135AB1D4BDEA}">
      <dsp:nvSpPr>
        <dsp:cNvPr id="0" name=""/>
        <dsp:cNvSpPr/>
      </dsp:nvSpPr>
      <dsp:spPr>
        <a:xfrm>
          <a:off x="5910975" y="1469935"/>
          <a:ext cx="2591367" cy="135877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is the inverse</a:t>
          </a:r>
          <a:r>
            <a:rPr lang="tr-TR" sz="1500" kern="1200" dirty="0"/>
            <a:t> </a:t>
          </a:r>
          <a:r>
            <a:rPr lang="en-US" sz="1500" kern="1200" dirty="0"/>
            <a:t>of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the </a:t>
          </a:r>
          <a:r>
            <a:rPr lang="en-US" sz="1500" i="1" kern="1200" dirty="0" err="1"/>
            <a:t>strftime</a:t>
          </a:r>
          <a:r>
            <a:rPr lang="en-US" sz="1500" i="1" kern="1200" dirty="0"/>
            <a:t>()</a:t>
          </a:r>
          <a:r>
            <a:rPr lang="en-US" sz="1500" kern="1200" dirty="0"/>
            <a:t> method. </a:t>
          </a:r>
        </a:p>
      </dsp:txBody>
      <dsp:txXfrm>
        <a:off x="5910975" y="1469935"/>
        <a:ext cx="2591367" cy="135877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4D403E-A31B-4E79-ACF7-B2455F6CA63C}">
      <dsp:nvSpPr>
        <dsp:cNvPr id="0" name=""/>
        <dsp:cNvSpPr/>
      </dsp:nvSpPr>
      <dsp:spPr>
        <a:xfrm>
          <a:off x="2657" y="182861"/>
          <a:ext cx="2591367" cy="9799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 custom format string</a:t>
          </a:r>
        </a:p>
      </dsp:txBody>
      <dsp:txXfrm>
        <a:off x="2657" y="182861"/>
        <a:ext cx="2591367" cy="979902"/>
      </dsp:txXfrm>
    </dsp:sp>
    <dsp:sp modelId="{8B82944A-7572-4351-99DF-401BBA8834F9}">
      <dsp:nvSpPr>
        <dsp:cNvPr id="0" name=""/>
        <dsp:cNvSpPr/>
      </dsp:nvSpPr>
      <dsp:spPr>
        <a:xfrm>
          <a:off x="2657" y="1162763"/>
          <a:ext cx="2591367" cy="311283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using the same directives</a:t>
          </a:r>
          <a:r>
            <a:rPr lang="tr-TR" sz="2700" kern="1200" dirty="0"/>
            <a:t> </a:t>
          </a:r>
          <a:r>
            <a:rPr lang="en-US" sz="2700" kern="1200" dirty="0"/>
            <a:t>as </a:t>
          </a:r>
          <a:r>
            <a:rPr lang="en-US" sz="2700" i="1" kern="1200" dirty="0" err="1"/>
            <a:t>strftime</a:t>
          </a:r>
          <a:r>
            <a:rPr lang="en-US" sz="2700" i="1" kern="1200" dirty="0"/>
            <a:t>()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must be passed so that </a:t>
          </a:r>
          <a:r>
            <a:rPr lang="en-US" sz="2700" i="1" kern="1200" dirty="0" err="1"/>
            <a:t>strptime</a:t>
          </a:r>
          <a:r>
            <a:rPr lang="en-US" sz="2700" i="1" kern="1200" dirty="0"/>
            <a:t>()</a:t>
          </a:r>
        </a:p>
      </dsp:txBody>
      <dsp:txXfrm>
        <a:off x="2657" y="1162763"/>
        <a:ext cx="2591367" cy="3112830"/>
      </dsp:txXfrm>
    </dsp:sp>
    <dsp:sp modelId="{766BBBF2-DD43-4674-9A27-7DB23E4A8FA0}">
      <dsp:nvSpPr>
        <dsp:cNvPr id="0" name=""/>
        <dsp:cNvSpPr/>
      </dsp:nvSpPr>
      <dsp:spPr>
        <a:xfrm>
          <a:off x="2956816" y="182861"/>
          <a:ext cx="2591367" cy="9799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Knows</a:t>
          </a:r>
        </a:p>
      </dsp:txBody>
      <dsp:txXfrm>
        <a:off x="2956816" y="182861"/>
        <a:ext cx="2591367" cy="979902"/>
      </dsp:txXfrm>
    </dsp:sp>
    <dsp:sp modelId="{3249278A-AA75-47F7-9261-84C44F561DC0}">
      <dsp:nvSpPr>
        <dsp:cNvPr id="0" name=""/>
        <dsp:cNvSpPr/>
      </dsp:nvSpPr>
      <dsp:spPr>
        <a:xfrm>
          <a:off x="2956816" y="1162763"/>
          <a:ext cx="2591367" cy="311283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how to parse</a:t>
          </a:r>
          <a:r>
            <a:rPr lang="tr-TR" sz="2700" kern="1200"/>
            <a:t> </a:t>
          </a:r>
          <a:r>
            <a:rPr lang="en-US" sz="2700" kern="1200"/>
            <a:t>and understand the string.</a:t>
          </a:r>
        </a:p>
      </dsp:txBody>
      <dsp:txXfrm>
        <a:off x="2956816" y="1162763"/>
        <a:ext cx="2591367" cy="3112830"/>
      </dsp:txXfrm>
    </dsp:sp>
    <dsp:sp modelId="{34D46A64-07EB-4B63-A794-7BE04E5EB985}">
      <dsp:nvSpPr>
        <dsp:cNvPr id="0" name=""/>
        <dsp:cNvSpPr/>
      </dsp:nvSpPr>
      <dsp:spPr>
        <a:xfrm>
          <a:off x="5910975" y="182861"/>
          <a:ext cx="2591367" cy="9799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kern="1200"/>
            <a:t>p is parse</a:t>
          </a:r>
          <a:endParaRPr lang="en-US" sz="2700" kern="1200"/>
        </a:p>
      </dsp:txBody>
      <dsp:txXfrm>
        <a:off x="5910975" y="182861"/>
        <a:ext cx="2591367" cy="979902"/>
      </dsp:txXfrm>
    </dsp:sp>
    <dsp:sp modelId="{BCC2554E-08E5-4A74-8499-3B06F8A07476}">
      <dsp:nvSpPr>
        <dsp:cNvPr id="0" name=""/>
        <dsp:cNvSpPr/>
      </dsp:nvSpPr>
      <dsp:spPr>
        <a:xfrm>
          <a:off x="5910975" y="1162763"/>
          <a:ext cx="2591367" cy="311283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The </a:t>
          </a:r>
          <a:r>
            <a:rPr lang="en-US" sz="2700" b="1" kern="1200" dirty="0"/>
            <a:t>p</a:t>
          </a:r>
          <a:r>
            <a:rPr lang="en-US" sz="2700" kern="1200" dirty="0"/>
            <a:t> in the name of the </a:t>
          </a:r>
          <a:r>
            <a:rPr lang="en-US" sz="2700" i="1" kern="1200" dirty="0" err="1"/>
            <a:t>strptime</a:t>
          </a:r>
          <a:r>
            <a:rPr lang="en-US" sz="2700" i="1" kern="1200" dirty="0"/>
            <a:t>() </a:t>
          </a:r>
          <a:r>
            <a:rPr lang="en-US" sz="2700" kern="1200" dirty="0"/>
            <a:t>function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stands for parse.</a:t>
          </a:r>
        </a:p>
      </dsp:txBody>
      <dsp:txXfrm>
        <a:off x="5910975" y="1162763"/>
        <a:ext cx="2591367" cy="311283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D710A7-E086-40B6-8D13-FF44C67F71F5}">
      <dsp:nvSpPr>
        <dsp:cNvPr id="0" name=""/>
        <dsp:cNvSpPr/>
      </dsp:nvSpPr>
      <dsp:spPr>
        <a:xfrm>
          <a:off x="41" y="774"/>
          <a:ext cx="3974260" cy="14529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the concept of multithreading</a:t>
          </a:r>
        </a:p>
      </dsp:txBody>
      <dsp:txXfrm>
        <a:off x="41" y="774"/>
        <a:ext cx="3974260" cy="1452921"/>
      </dsp:txXfrm>
    </dsp:sp>
    <dsp:sp modelId="{5E40E059-4929-4460-A72D-4AF834985C92}">
      <dsp:nvSpPr>
        <dsp:cNvPr id="0" name=""/>
        <dsp:cNvSpPr/>
      </dsp:nvSpPr>
      <dsp:spPr>
        <a:xfrm>
          <a:off x="41" y="1453695"/>
          <a:ext cx="3974260" cy="288739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84480" bIns="32004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000" kern="1200" dirty="0"/>
            <a:t>let’s look at an example situation</a:t>
          </a:r>
          <a:r>
            <a:rPr lang="tr-TR" sz="4000" kern="1200" dirty="0"/>
            <a:t> </a:t>
          </a:r>
          <a:r>
            <a:rPr lang="tr-TR" sz="4000" kern="1200" dirty="0" err="1"/>
            <a:t>to</a:t>
          </a:r>
          <a:r>
            <a:rPr lang="tr-TR" sz="4000" kern="1200" dirty="0"/>
            <a:t> </a:t>
          </a:r>
          <a:r>
            <a:rPr lang="tr-TR" sz="4000" kern="1200" dirty="0" err="1"/>
            <a:t>introduce</a:t>
          </a:r>
          <a:r>
            <a:rPr lang="en-US" sz="4000" kern="1200" dirty="0"/>
            <a:t>.</a:t>
          </a:r>
        </a:p>
      </dsp:txBody>
      <dsp:txXfrm>
        <a:off x="41" y="1453695"/>
        <a:ext cx="3974260" cy="2887396"/>
      </dsp:txXfrm>
    </dsp:sp>
    <dsp:sp modelId="{ABFAC41C-5E14-4D22-8305-51D727F34C64}">
      <dsp:nvSpPr>
        <dsp:cNvPr id="0" name=""/>
        <dsp:cNvSpPr/>
      </dsp:nvSpPr>
      <dsp:spPr>
        <a:xfrm>
          <a:off x="4530698" y="774"/>
          <a:ext cx="3974260" cy="14529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to schedule some code</a:t>
          </a:r>
        </a:p>
      </dsp:txBody>
      <dsp:txXfrm>
        <a:off x="4530698" y="774"/>
        <a:ext cx="3974260" cy="1452921"/>
      </dsp:txXfrm>
    </dsp:sp>
    <dsp:sp modelId="{BFECFD16-751A-4ABD-88E5-B76CC41CA0FF}">
      <dsp:nvSpPr>
        <dsp:cNvPr id="0" name=""/>
        <dsp:cNvSpPr/>
      </dsp:nvSpPr>
      <dsp:spPr>
        <a:xfrm>
          <a:off x="4530698" y="1453695"/>
          <a:ext cx="3974260" cy="288739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84480" bIns="32004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000" kern="1200" dirty="0"/>
            <a:t>to run after a delay</a:t>
          </a: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000" kern="1200"/>
            <a:t>or at a</a:t>
          </a:r>
          <a:r>
            <a:rPr lang="tr-TR" sz="4000" kern="1200"/>
            <a:t> </a:t>
          </a:r>
          <a:r>
            <a:rPr lang="en-US" sz="4000" kern="1200"/>
            <a:t>specific</a:t>
          </a:r>
          <a:r>
            <a:rPr lang="tr-TR" sz="4000" kern="1200"/>
            <a:t> </a:t>
          </a:r>
          <a:r>
            <a:rPr lang="en-US" sz="4000" kern="1200"/>
            <a:t>time.</a:t>
          </a:r>
        </a:p>
      </dsp:txBody>
      <dsp:txXfrm>
        <a:off x="4530698" y="1453695"/>
        <a:ext cx="3974260" cy="288739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701FC-CD67-41A5-AA1A-60E424888425}">
      <dsp:nvSpPr>
        <dsp:cNvPr id="0" name=""/>
        <dsp:cNvSpPr/>
      </dsp:nvSpPr>
      <dsp:spPr>
        <a:xfrm>
          <a:off x="2657" y="191960"/>
          <a:ext cx="2591367" cy="9079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singlethreaded</a:t>
          </a:r>
          <a:r>
            <a:rPr lang="tr-TR" sz="2500" kern="1200"/>
            <a:t> </a:t>
          </a:r>
          <a:r>
            <a:rPr lang="en-US" sz="2500" kern="1200"/>
            <a:t>program</a:t>
          </a:r>
        </a:p>
      </dsp:txBody>
      <dsp:txXfrm>
        <a:off x="2657" y="191960"/>
        <a:ext cx="2591367" cy="907949"/>
      </dsp:txXfrm>
    </dsp:sp>
    <dsp:sp modelId="{DC6411DA-E7A1-4C7A-B9D4-D0568A07343B}">
      <dsp:nvSpPr>
        <dsp:cNvPr id="0" name=""/>
        <dsp:cNvSpPr/>
      </dsp:nvSpPr>
      <dsp:spPr>
        <a:xfrm>
          <a:off x="2657" y="1099910"/>
          <a:ext cx="2591367" cy="329614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has only one finger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500" kern="1200"/>
            <a:t>to point to the next line</a:t>
          </a:r>
          <a:endParaRPr lang="en-US" sz="2500" kern="1200"/>
        </a:p>
      </dsp:txBody>
      <dsp:txXfrm>
        <a:off x="2657" y="1099910"/>
        <a:ext cx="2591367" cy="3296144"/>
      </dsp:txXfrm>
    </dsp:sp>
    <dsp:sp modelId="{B0A2194A-D875-4E9D-8F36-705CC10018DF}">
      <dsp:nvSpPr>
        <dsp:cNvPr id="0" name=""/>
        <dsp:cNvSpPr/>
      </dsp:nvSpPr>
      <dsp:spPr>
        <a:xfrm>
          <a:off x="2956816" y="191960"/>
          <a:ext cx="2591367" cy="9079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</a:t>
          </a:r>
          <a:r>
            <a:rPr lang="tr-TR" sz="2500" kern="1200" dirty="0"/>
            <a:t> </a:t>
          </a:r>
          <a:r>
            <a:rPr lang="en-US" sz="2500" kern="1200" dirty="0"/>
            <a:t>multithreaded program</a:t>
          </a:r>
        </a:p>
      </dsp:txBody>
      <dsp:txXfrm>
        <a:off x="2956816" y="191960"/>
        <a:ext cx="2591367" cy="907949"/>
      </dsp:txXfrm>
    </dsp:sp>
    <dsp:sp modelId="{B44ABA70-AC2D-4900-A26A-7A4C1315A29A}">
      <dsp:nvSpPr>
        <dsp:cNvPr id="0" name=""/>
        <dsp:cNvSpPr/>
      </dsp:nvSpPr>
      <dsp:spPr>
        <a:xfrm>
          <a:off x="2956816" y="1099910"/>
          <a:ext cx="2591367" cy="329614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has multiple</a:t>
          </a:r>
          <a:r>
            <a:rPr lang="tr-TR" sz="2500" kern="1200"/>
            <a:t> </a:t>
          </a:r>
          <a:r>
            <a:rPr lang="en-US" sz="2500" kern="1200"/>
            <a:t>fingers</a:t>
          </a:r>
          <a:r>
            <a:rPr lang="tr-TR" sz="2500" kern="1200"/>
            <a:t> 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to </a:t>
          </a:r>
          <a:r>
            <a:rPr lang="tr-TR" sz="2500" kern="1200" dirty="0" err="1"/>
            <a:t>point</a:t>
          </a:r>
          <a:r>
            <a:rPr lang="tr-TR" sz="2500" kern="1200" dirty="0"/>
            <a:t> </a:t>
          </a:r>
          <a:r>
            <a:rPr lang="tr-TR" sz="2500" kern="1200" dirty="0" err="1"/>
            <a:t>and</a:t>
          </a:r>
          <a:r>
            <a:rPr lang="en-US" sz="2500" kern="1200" dirty="0"/>
            <a:t> executing different lines of code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at the same time.</a:t>
          </a:r>
        </a:p>
      </dsp:txBody>
      <dsp:txXfrm>
        <a:off x="2956816" y="1099910"/>
        <a:ext cx="2591367" cy="3296144"/>
      </dsp:txXfrm>
    </dsp:sp>
    <dsp:sp modelId="{CE1431FC-FD07-4799-9987-801EF7FCD73F}">
      <dsp:nvSpPr>
        <dsp:cNvPr id="0" name=""/>
        <dsp:cNvSpPr/>
      </dsp:nvSpPr>
      <dsp:spPr>
        <a:xfrm>
          <a:off x="5910975" y="191960"/>
          <a:ext cx="2591367" cy="90794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Rather than</a:t>
          </a:r>
        </a:p>
      </dsp:txBody>
      <dsp:txXfrm>
        <a:off x="5910975" y="191960"/>
        <a:ext cx="2591367" cy="907949"/>
      </dsp:txXfrm>
    </dsp:sp>
    <dsp:sp modelId="{3E366CF8-0DD4-4DFC-B5E8-A162DA80E7FA}">
      <dsp:nvSpPr>
        <dsp:cNvPr id="0" name=""/>
        <dsp:cNvSpPr/>
      </dsp:nvSpPr>
      <dsp:spPr>
        <a:xfrm>
          <a:off x="5910975" y="1099910"/>
          <a:ext cx="2591367" cy="329614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having all of your code wait until the </a:t>
          </a:r>
          <a:r>
            <a:rPr lang="en-US" sz="2500" i="1" kern="1200" dirty="0" err="1"/>
            <a:t>time.sleep</a:t>
          </a:r>
          <a:r>
            <a:rPr lang="en-US" sz="2500" i="1" kern="1200" dirty="0"/>
            <a:t>() </a:t>
          </a:r>
          <a:r>
            <a:rPr lang="en-US" sz="2500" kern="1200" dirty="0"/>
            <a:t>function</a:t>
          </a:r>
          <a:r>
            <a:rPr lang="tr-TR" sz="2500" kern="1200" dirty="0"/>
            <a:t> </a:t>
          </a:r>
          <a:r>
            <a:rPr lang="en-US" sz="2500" kern="1200" dirty="0"/>
            <a:t>finishes</a:t>
          </a:r>
        </a:p>
      </dsp:txBody>
      <dsp:txXfrm>
        <a:off x="5910975" y="1099910"/>
        <a:ext cx="2591367" cy="329614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9B3CC7-7CDB-4E43-A06B-7FCE3C7843DB}">
      <dsp:nvSpPr>
        <dsp:cNvPr id="0" name=""/>
        <dsp:cNvSpPr/>
      </dsp:nvSpPr>
      <dsp:spPr>
        <a:xfrm>
          <a:off x="2657" y="1125728"/>
          <a:ext cx="2591367" cy="79729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Execute</a:t>
          </a:r>
          <a:r>
            <a:rPr lang="tr-TR" sz="2200" kern="1200" dirty="0"/>
            <a:t> </a:t>
          </a:r>
          <a:r>
            <a:rPr lang="en-US" sz="2200" kern="1200" dirty="0"/>
            <a:t>the delayed or scheduled code</a:t>
          </a:r>
        </a:p>
      </dsp:txBody>
      <dsp:txXfrm>
        <a:off x="2657" y="1125728"/>
        <a:ext cx="2591367" cy="797297"/>
      </dsp:txXfrm>
    </dsp:sp>
    <dsp:sp modelId="{EE4C4D1C-4875-4D90-A6F7-11E519C9D9CF}">
      <dsp:nvSpPr>
        <dsp:cNvPr id="0" name=""/>
        <dsp:cNvSpPr/>
      </dsp:nvSpPr>
      <dsp:spPr>
        <a:xfrm>
          <a:off x="2657" y="1923026"/>
          <a:ext cx="2591367" cy="255053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in a separate</a:t>
          </a:r>
          <a:r>
            <a:rPr lang="tr-TR" sz="2200" kern="1200"/>
            <a:t> </a:t>
          </a:r>
          <a:r>
            <a:rPr lang="en-US" sz="2200" kern="1200"/>
            <a:t>thread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using Python’s threading module.</a:t>
          </a:r>
        </a:p>
      </dsp:txBody>
      <dsp:txXfrm>
        <a:off x="2657" y="1923026"/>
        <a:ext cx="2591367" cy="2550533"/>
      </dsp:txXfrm>
    </dsp:sp>
    <dsp:sp modelId="{E78135A4-869E-4658-8E1F-310121E7AC13}">
      <dsp:nvSpPr>
        <dsp:cNvPr id="0" name=""/>
        <dsp:cNvSpPr/>
      </dsp:nvSpPr>
      <dsp:spPr>
        <a:xfrm>
          <a:off x="2956816" y="1125728"/>
          <a:ext cx="2591367" cy="79729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separate thread</a:t>
          </a:r>
        </a:p>
      </dsp:txBody>
      <dsp:txXfrm>
        <a:off x="2956816" y="1125728"/>
        <a:ext cx="2591367" cy="797297"/>
      </dsp:txXfrm>
    </dsp:sp>
    <dsp:sp modelId="{F5CB9F35-BADE-42D9-85A1-F59554405627}">
      <dsp:nvSpPr>
        <dsp:cNvPr id="0" name=""/>
        <dsp:cNvSpPr/>
      </dsp:nvSpPr>
      <dsp:spPr>
        <a:xfrm>
          <a:off x="2956816" y="1923026"/>
          <a:ext cx="2591367" cy="255053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will pause</a:t>
          </a:r>
          <a:r>
            <a:rPr lang="tr-TR" sz="2200" kern="1200" dirty="0"/>
            <a:t> </a:t>
          </a:r>
          <a:r>
            <a:rPr lang="en-US" sz="2200" kern="1200" dirty="0"/>
            <a:t>for the </a:t>
          </a:r>
          <a:r>
            <a:rPr lang="en-US" sz="2200" i="1" kern="1200" dirty="0" err="1"/>
            <a:t>time.sleep</a:t>
          </a:r>
          <a:r>
            <a:rPr lang="en-US" sz="2200" i="1" kern="1200" dirty="0"/>
            <a:t> </a:t>
          </a:r>
          <a:r>
            <a:rPr lang="en-US" sz="2200" kern="1200" dirty="0"/>
            <a:t>calls.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Meanwhile</a:t>
          </a:r>
          <a:r>
            <a:rPr lang="tr-TR" sz="2200" kern="1200" dirty="0"/>
            <a:t> </a:t>
          </a:r>
          <a:r>
            <a:rPr lang="tr-TR" sz="2200" kern="1200" dirty="0" err="1"/>
            <a:t>the</a:t>
          </a:r>
          <a:r>
            <a:rPr lang="en-US" sz="2200" kern="1200" dirty="0"/>
            <a:t> program can do other work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in the</a:t>
          </a:r>
          <a:r>
            <a:rPr lang="tr-TR" sz="2200" kern="1200"/>
            <a:t> </a:t>
          </a:r>
          <a:r>
            <a:rPr lang="en-US" sz="2200" kern="1200"/>
            <a:t>original thread.</a:t>
          </a:r>
        </a:p>
      </dsp:txBody>
      <dsp:txXfrm>
        <a:off x="2956816" y="1923026"/>
        <a:ext cx="2591367" cy="2550533"/>
      </dsp:txXfrm>
    </dsp:sp>
    <dsp:sp modelId="{4A2850AC-AD7C-4E9F-8B5A-DB842235DDDC}">
      <dsp:nvSpPr>
        <dsp:cNvPr id="0" name=""/>
        <dsp:cNvSpPr/>
      </dsp:nvSpPr>
      <dsp:spPr>
        <a:xfrm>
          <a:off x="5910975" y="1125728"/>
          <a:ext cx="2591367" cy="79729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make a separate thread</a:t>
          </a:r>
        </a:p>
      </dsp:txBody>
      <dsp:txXfrm>
        <a:off x="5910975" y="1125728"/>
        <a:ext cx="2591367" cy="797297"/>
      </dsp:txXfrm>
    </dsp:sp>
    <dsp:sp modelId="{CF112809-BEDF-40A3-9A77-9C7C1FD4DE5A}">
      <dsp:nvSpPr>
        <dsp:cNvPr id="0" name=""/>
        <dsp:cNvSpPr/>
      </dsp:nvSpPr>
      <dsp:spPr>
        <a:xfrm>
          <a:off x="5910975" y="1923026"/>
          <a:ext cx="2591367" cy="255053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first make a Thread object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by</a:t>
          </a:r>
          <a:r>
            <a:rPr lang="tr-TR" sz="2200" kern="1200" dirty="0"/>
            <a:t> </a:t>
          </a:r>
          <a:r>
            <a:rPr lang="en-US" sz="2200" kern="1200" dirty="0"/>
            <a:t>calling</a:t>
          </a:r>
          <a:r>
            <a:rPr lang="tr-TR" sz="2200" kern="1200" dirty="0"/>
            <a:t> </a:t>
          </a:r>
          <a:r>
            <a:rPr lang="en-US" sz="2200" kern="1200" dirty="0"/>
            <a:t>the </a:t>
          </a:r>
          <a:r>
            <a:rPr lang="en-US" sz="2200" i="1" kern="1200" dirty="0" err="1"/>
            <a:t>threading.Thread</a:t>
          </a:r>
          <a:r>
            <a:rPr lang="en-US" sz="2200" i="1" kern="1200" dirty="0"/>
            <a:t>()</a:t>
          </a:r>
          <a:r>
            <a:rPr lang="en-US" sz="2200" kern="1200" dirty="0"/>
            <a:t> function.</a:t>
          </a:r>
        </a:p>
      </dsp:txBody>
      <dsp:txXfrm>
        <a:off x="5910975" y="1923026"/>
        <a:ext cx="2591367" cy="2550533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E1621-4518-4712-B7F7-2F5C76A4C70A}">
      <dsp:nvSpPr>
        <dsp:cNvPr id="0" name=""/>
        <dsp:cNvSpPr/>
      </dsp:nvSpPr>
      <dsp:spPr>
        <a:xfrm>
          <a:off x="2657" y="453530"/>
          <a:ext cx="2591367" cy="76670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If the target function</a:t>
          </a:r>
        </a:p>
      </dsp:txBody>
      <dsp:txXfrm>
        <a:off x="2657" y="453530"/>
        <a:ext cx="2591367" cy="766705"/>
      </dsp:txXfrm>
    </dsp:sp>
    <dsp:sp modelId="{5BEACC94-EF51-4BB6-923A-BF697788058C}">
      <dsp:nvSpPr>
        <dsp:cNvPr id="0" name=""/>
        <dsp:cNvSpPr/>
      </dsp:nvSpPr>
      <dsp:spPr>
        <a:xfrm>
          <a:off x="2657" y="1220236"/>
          <a:ext cx="2591367" cy="27669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to run in the new thread takes arguments,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pass the target function’s arguments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to </a:t>
          </a:r>
          <a:r>
            <a:rPr lang="en-US" sz="2100" i="1" kern="1200" dirty="0" err="1"/>
            <a:t>threading.Thread</a:t>
          </a:r>
          <a:r>
            <a:rPr lang="en-US" sz="2100" i="1" kern="1200" dirty="0"/>
            <a:t>()</a:t>
          </a:r>
        </a:p>
      </dsp:txBody>
      <dsp:txXfrm>
        <a:off x="2657" y="1220236"/>
        <a:ext cx="2591367" cy="2766960"/>
      </dsp:txXfrm>
    </dsp:sp>
    <dsp:sp modelId="{C41734BF-8FFE-44F4-A88E-3C0A6E954D9B}">
      <dsp:nvSpPr>
        <dsp:cNvPr id="0" name=""/>
        <dsp:cNvSpPr/>
      </dsp:nvSpPr>
      <dsp:spPr>
        <a:xfrm>
          <a:off x="2956816" y="453530"/>
          <a:ext cx="2591367" cy="76670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as a list</a:t>
          </a:r>
        </a:p>
      </dsp:txBody>
      <dsp:txXfrm>
        <a:off x="2956816" y="453530"/>
        <a:ext cx="2591367" cy="766705"/>
      </dsp:txXfrm>
    </dsp:sp>
    <dsp:sp modelId="{5D8DF4F3-434E-46C8-8AE9-C5A30B85404A}">
      <dsp:nvSpPr>
        <dsp:cNvPr id="0" name=""/>
        <dsp:cNvSpPr/>
      </dsp:nvSpPr>
      <dsp:spPr>
        <a:xfrm>
          <a:off x="2956816" y="1220236"/>
          <a:ext cx="2591367" cy="27669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to the </a:t>
          </a:r>
          <a:r>
            <a:rPr lang="en-US" sz="2100" b="1" kern="1200" dirty="0" err="1"/>
            <a:t>args</a:t>
          </a:r>
          <a:r>
            <a:rPr lang="en-US" sz="2100" kern="1200" dirty="0"/>
            <a:t> keyword argument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 </a:t>
          </a:r>
          <a:r>
            <a:rPr lang="en-US" sz="2100" i="1" kern="1200" dirty="0" err="1"/>
            <a:t>threading.Thread</a:t>
          </a:r>
          <a:r>
            <a:rPr lang="en-US" sz="2100" i="1" kern="1200" dirty="0"/>
            <a:t>()</a:t>
          </a:r>
          <a:r>
            <a:rPr lang="en-US" sz="2100" kern="1200" dirty="0"/>
            <a:t>. </a:t>
          </a:r>
        </a:p>
      </dsp:txBody>
      <dsp:txXfrm>
        <a:off x="2956816" y="1220236"/>
        <a:ext cx="2591367" cy="2766960"/>
      </dsp:txXfrm>
    </dsp:sp>
    <dsp:sp modelId="{58BDC84C-9152-4BE8-9C31-32B5E903E951}">
      <dsp:nvSpPr>
        <dsp:cNvPr id="0" name=""/>
        <dsp:cNvSpPr/>
      </dsp:nvSpPr>
      <dsp:spPr>
        <a:xfrm>
          <a:off x="5910975" y="453530"/>
          <a:ext cx="2591367" cy="76670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keyword</a:t>
          </a:r>
          <a:r>
            <a:rPr lang="tr-TR" sz="2100" kern="1200"/>
            <a:t> </a:t>
          </a:r>
          <a:r>
            <a:rPr lang="en-US" sz="2100" kern="1200"/>
            <a:t>argument</a:t>
          </a:r>
        </a:p>
      </dsp:txBody>
      <dsp:txXfrm>
        <a:off x="5910975" y="453530"/>
        <a:ext cx="2591367" cy="766705"/>
      </dsp:txXfrm>
    </dsp:sp>
    <dsp:sp modelId="{D7E9EC18-5F26-4236-95D5-9E84385A6BD3}">
      <dsp:nvSpPr>
        <dsp:cNvPr id="0" name=""/>
        <dsp:cNvSpPr/>
      </dsp:nvSpPr>
      <dsp:spPr>
        <a:xfrm>
          <a:off x="5910975" y="1220236"/>
          <a:ext cx="2591367" cy="276696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can be specified as a dictionary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to the kwargs keyword argument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 </a:t>
          </a:r>
          <a:r>
            <a:rPr lang="en-US" sz="2100" i="1" kern="1200" dirty="0" err="1"/>
            <a:t>threading.Thread</a:t>
          </a:r>
          <a:r>
            <a:rPr lang="en-US" sz="2100" i="1" kern="1200" dirty="0"/>
            <a:t>()</a:t>
          </a:r>
          <a:r>
            <a:rPr lang="en-US" sz="2100" kern="1200" dirty="0"/>
            <a:t>.</a:t>
          </a:r>
        </a:p>
      </dsp:txBody>
      <dsp:txXfrm>
        <a:off x="5910975" y="1220236"/>
        <a:ext cx="2591367" cy="2766960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61DBB-CF4F-4E83-B814-2F460529874C}">
      <dsp:nvSpPr>
        <dsp:cNvPr id="0" name=""/>
        <dsp:cNvSpPr/>
      </dsp:nvSpPr>
      <dsp:spPr>
        <a:xfrm>
          <a:off x="3197" y="1431499"/>
          <a:ext cx="1922761" cy="6206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</a:t>
          </a:r>
          <a:r>
            <a:rPr lang="tr-TR" sz="1700" kern="1200" dirty="0"/>
            <a:t> </a:t>
          </a:r>
          <a:r>
            <a:rPr lang="en-US" sz="1700" kern="1200" dirty="0"/>
            <a:t>several new threads</a:t>
          </a:r>
        </a:p>
      </dsp:txBody>
      <dsp:txXfrm>
        <a:off x="3197" y="1431499"/>
        <a:ext cx="1922761" cy="620617"/>
      </dsp:txXfrm>
    </dsp:sp>
    <dsp:sp modelId="{2D57E06B-A629-4320-9C7B-E671D3BC136D}">
      <dsp:nvSpPr>
        <dsp:cNvPr id="0" name=""/>
        <dsp:cNvSpPr/>
      </dsp:nvSpPr>
      <dsp:spPr>
        <a:xfrm>
          <a:off x="3197" y="2052117"/>
          <a:ext cx="1922761" cy="19683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have them all running at the</a:t>
          </a:r>
          <a:r>
            <a:rPr lang="tr-TR" sz="1700" kern="1200"/>
            <a:t> </a:t>
          </a:r>
          <a:r>
            <a:rPr lang="en-US" sz="1700" kern="1200"/>
            <a:t>same time. </a:t>
          </a:r>
        </a:p>
      </dsp:txBody>
      <dsp:txXfrm>
        <a:off x="3197" y="2052117"/>
        <a:ext cx="1922761" cy="1968383"/>
      </dsp:txXfrm>
    </dsp:sp>
    <dsp:sp modelId="{5D22C0C9-8C99-4680-B3B5-DCEBB52AD726}">
      <dsp:nvSpPr>
        <dsp:cNvPr id="0" name=""/>
        <dsp:cNvSpPr/>
      </dsp:nvSpPr>
      <dsp:spPr>
        <a:xfrm>
          <a:off x="2195145" y="1431499"/>
          <a:ext cx="1922761" cy="6206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But multiple threads</a:t>
          </a:r>
        </a:p>
      </dsp:txBody>
      <dsp:txXfrm>
        <a:off x="2195145" y="1431499"/>
        <a:ext cx="1922761" cy="620617"/>
      </dsp:txXfrm>
    </dsp:sp>
    <dsp:sp modelId="{D1575CE0-1EF8-4030-A0D9-36F136705523}">
      <dsp:nvSpPr>
        <dsp:cNvPr id="0" name=""/>
        <dsp:cNvSpPr/>
      </dsp:nvSpPr>
      <dsp:spPr>
        <a:xfrm>
          <a:off x="2195145" y="2052117"/>
          <a:ext cx="1922761" cy="19683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can also cause problems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called </a:t>
          </a:r>
          <a:r>
            <a:rPr lang="en-US" sz="1700" b="1" kern="1200"/>
            <a:t>concurrency</a:t>
          </a:r>
          <a:r>
            <a:rPr lang="tr-TR" sz="1700" b="1" kern="1200"/>
            <a:t> </a:t>
          </a:r>
          <a:r>
            <a:rPr lang="en-US" sz="1700" b="1" kern="1200"/>
            <a:t>issues</a:t>
          </a:r>
          <a:r>
            <a:rPr lang="en-US" sz="1700" kern="1200"/>
            <a:t>. </a:t>
          </a:r>
        </a:p>
      </dsp:txBody>
      <dsp:txXfrm>
        <a:off x="2195145" y="2052117"/>
        <a:ext cx="1922761" cy="1968383"/>
      </dsp:txXfrm>
    </dsp:sp>
    <dsp:sp modelId="{EF21E8AF-DBD1-4B9B-9949-C295DC279484}">
      <dsp:nvSpPr>
        <dsp:cNvPr id="0" name=""/>
        <dsp:cNvSpPr/>
      </dsp:nvSpPr>
      <dsp:spPr>
        <a:xfrm>
          <a:off x="4387093" y="1431499"/>
          <a:ext cx="1922761" cy="6206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These issues happen</a:t>
          </a:r>
        </a:p>
      </dsp:txBody>
      <dsp:txXfrm>
        <a:off x="4387093" y="1431499"/>
        <a:ext cx="1922761" cy="620617"/>
      </dsp:txXfrm>
    </dsp:sp>
    <dsp:sp modelId="{835CB749-78A7-4AF7-B746-4C96436BD6FA}">
      <dsp:nvSpPr>
        <dsp:cNvPr id="0" name=""/>
        <dsp:cNvSpPr/>
      </dsp:nvSpPr>
      <dsp:spPr>
        <a:xfrm>
          <a:off x="4387093" y="2052117"/>
          <a:ext cx="1922761" cy="19683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when threads read and write variables at the</a:t>
          </a:r>
          <a:r>
            <a:rPr lang="tr-TR" sz="1700" kern="1200"/>
            <a:t> </a:t>
          </a:r>
          <a:r>
            <a:rPr lang="en-US" sz="1700" kern="1200"/>
            <a:t>same time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causing the threads to trip over each other. </a:t>
          </a:r>
        </a:p>
      </dsp:txBody>
      <dsp:txXfrm>
        <a:off x="4387093" y="2052117"/>
        <a:ext cx="1922761" cy="1968383"/>
      </dsp:txXfrm>
    </dsp:sp>
    <dsp:sp modelId="{DC860E6F-6158-42DA-9F43-92B616EF9F33}">
      <dsp:nvSpPr>
        <dsp:cNvPr id="0" name=""/>
        <dsp:cNvSpPr/>
      </dsp:nvSpPr>
      <dsp:spPr>
        <a:xfrm>
          <a:off x="6579041" y="1431499"/>
          <a:ext cx="1922761" cy="6206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Concurrency issues</a:t>
          </a:r>
          <a:r>
            <a:rPr lang="tr-TR" sz="1700" kern="1200"/>
            <a:t> </a:t>
          </a:r>
          <a:r>
            <a:rPr lang="en-US" sz="1700" kern="1200"/>
            <a:t>can be hard</a:t>
          </a:r>
        </a:p>
      </dsp:txBody>
      <dsp:txXfrm>
        <a:off x="6579041" y="1431499"/>
        <a:ext cx="1922761" cy="620617"/>
      </dsp:txXfrm>
    </dsp:sp>
    <dsp:sp modelId="{9B04E845-2E15-4F6E-9D31-B8FF7B4B8D65}">
      <dsp:nvSpPr>
        <dsp:cNvPr id="0" name=""/>
        <dsp:cNvSpPr/>
      </dsp:nvSpPr>
      <dsp:spPr>
        <a:xfrm>
          <a:off x="6579041" y="2052117"/>
          <a:ext cx="1922761" cy="19683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to reproduce consistently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making them hard to debug.</a:t>
          </a:r>
        </a:p>
      </dsp:txBody>
      <dsp:txXfrm>
        <a:off x="6579041" y="2052117"/>
        <a:ext cx="1922761" cy="1968383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831939-4C08-4373-A229-B9A6E2523784}">
      <dsp:nvSpPr>
        <dsp:cNvPr id="0" name=""/>
        <dsp:cNvSpPr/>
      </dsp:nvSpPr>
      <dsp:spPr>
        <a:xfrm>
          <a:off x="2657" y="1365863"/>
          <a:ext cx="2591367" cy="79729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avoid concurrency</a:t>
          </a:r>
          <a:r>
            <a:rPr lang="tr-TR" sz="2200" kern="1200"/>
            <a:t> </a:t>
          </a:r>
          <a:r>
            <a:rPr lang="en-US" sz="2200" kern="1200"/>
            <a:t>issues</a:t>
          </a:r>
        </a:p>
      </dsp:txBody>
      <dsp:txXfrm>
        <a:off x="2657" y="1365863"/>
        <a:ext cx="2591367" cy="797297"/>
      </dsp:txXfrm>
    </dsp:sp>
    <dsp:sp modelId="{D09983EF-912B-427C-A80E-911FDB8BCA32}">
      <dsp:nvSpPr>
        <dsp:cNvPr id="0" name=""/>
        <dsp:cNvSpPr/>
      </dsp:nvSpPr>
      <dsp:spPr>
        <a:xfrm>
          <a:off x="2657" y="2163160"/>
          <a:ext cx="2591367" cy="190039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never let multiple threads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read or write the same variables.</a:t>
          </a:r>
        </a:p>
      </dsp:txBody>
      <dsp:txXfrm>
        <a:off x="2657" y="2163160"/>
        <a:ext cx="2591367" cy="1900397"/>
      </dsp:txXfrm>
    </dsp:sp>
    <dsp:sp modelId="{FDE3E18F-D134-4BA7-8149-CAA99558713F}">
      <dsp:nvSpPr>
        <dsp:cNvPr id="0" name=""/>
        <dsp:cNvSpPr/>
      </dsp:nvSpPr>
      <dsp:spPr>
        <a:xfrm>
          <a:off x="2956816" y="1365863"/>
          <a:ext cx="2591367" cy="79729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When a new Thread object</a:t>
          </a:r>
          <a:r>
            <a:rPr lang="tr-TR" sz="2200" kern="1200" dirty="0"/>
            <a:t> is </a:t>
          </a:r>
          <a:r>
            <a:rPr lang="tr-TR" sz="2200" kern="1200" dirty="0" err="1"/>
            <a:t>created</a:t>
          </a:r>
          <a:endParaRPr lang="en-US" sz="2200" kern="1200" dirty="0"/>
        </a:p>
      </dsp:txBody>
      <dsp:txXfrm>
        <a:off x="2956816" y="1365863"/>
        <a:ext cx="2591367" cy="797297"/>
      </dsp:txXfrm>
    </dsp:sp>
    <dsp:sp modelId="{A81F54A7-CFBE-4548-A31D-D3A27633B6CE}">
      <dsp:nvSpPr>
        <dsp:cNvPr id="0" name=""/>
        <dsp:cNvSpPr/>
      </dsp:nvSpPr>
      <dsp:spPr>
        <a:xfrm>
          <a:off x="2956816" y="2163160"/>
          <a:ext cx="2591367" cy="190039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make sure its target function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uses only</a:t>
          </a:r>
          <a:r>
            <a:rPr lang="tr-TR" sz="2200" kern="1200"/>
            <a:t> </a:t>
          </a:r>
          <a:r>
            <a:rPr lang="en-US" sz="2200" kern="1200"/>
            <a:t>local variables in that function. </a:t>
          </a:r>
        </a:p>
      </dsp:txBody>
      <dsp:txXfrm>
        <a:off x="2956816" y="2163160"/>
        <a:ext cx="2591367" cy="1900397"/>
      </dsp:txXfrm>
    </dsp:sp>
    <dsp:sp modelId="{05F20787-7441-454B-BB84-EE45081563DA}">
      <dsp:nvSpPr>
        <dsp:cNvPr id="0" name=""/>
        <dsp:cNvSpPr/>
      </dsp:nvSpPr>
      <dsp:spPr>
        <a:xfrm>
          <a:off x="5910975" y="1365863"/>
          <a:ext cx="2591367" cy="79729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will avoid</a:t>
          </a:r>
        </a:p>
      </dsp:txBody>
      <dsp:txXfrm>
        <a:off x="5910975" y="1365863"/>
        <a:ext cx="2591367" cy="797297"/>
      </dsp:txXfrm>
    </dsp:sp>
    <dsp:sp modelId="{65064491-B2FA-469E-8499-3B9044F4E4DA}">
      <dsp:nvSpPr>
        <dsp:cNvPr id="0" name=""/>
        <dsp:cNvSpPr/>
      </dsp:nvSpPr>
      <dsp:spPr>
        <a:xfrm>
          <a:off x="5910975" y="2163160"/>
          <a:ext cx="2591367" cy="190039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hard-to-debug concurrency</a:t>
          </a:r>
          <a:r>
            <a:rPr lang="tr-TR" sz="2200" kern="1200"/>
            <a:t> </a:t>
          </a:r>
          <a:r>
            <a:rPr lang="en-US" sz="2200" kern="1200"/>
            <a:t>issues</a:t>
          </a:r>
        </a:p>
      </dsp:txBody>
      <dsp:txXfrm>
        <a:off x="5910975" y="2163160"/>
        <a:ext cx="2591367" cy="1900397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9EFBA-3B63-43CB-A879-E26567492FB8}">
      <dsp:nvSpPr>
        <dsp:cNvPr id="0" name=""/>
        <dsp:cNvSpPr/>
      </dsp:nvSpPr>
      <dsp:spPr>
        <a:xfrm>
          <a:off x="3197" y="258093"/>
          <a:ext cx="1922761" cy="68589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A</a:t>
          </a:r>
          <a:r>
            <a:rPr lang="en-US" sz="1900" kern="1200"/>
            <a:t> Python program</a:t>
          </a:r>
        </a:p>
      </dsp:txBody>
      <dsp:txXfrm>
        <a:off x="3197" y="258093"/>
        <a:ext cx="1922761" cy="685890"/>
      </dsp:txXfrm>
    </dsp:sp>
    <dsp:sp modelId="{848A9532-E4A1-4874-A4EF-004B05412C1C}">
      <dsp:nvSpPr>
        <dsp:cNvPr id="0" name=""/>
        <dsp:cNvSpPr/>
      </dsp:nvSpPr>
      <dsp:spPr>
        <a:xfrm>
          <a:off x="3197" y="943983"/>
          <a:ext cx="1922761" cy="297283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can start other programs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with the</a:t>
          </a:r>
          <a:r>
            <a:rPr lang="tr-TR" sz="1900" kern="1200"/>
            <a:t> </a:t>
          </a:r>
          <a:r>
            <a:rPr lang="en-US" sz="1900" kern="1200"/>
            <a:t>Popen() function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in the built-in subprocess module.</a:t>
          </a:r>
        </a:p>
      </dsp:txBody>
      <dsp:txXfrm>
        <a:off x="3197" y="943983"/>
        <a:ext cx="1922761" cy="2972834"/>
      </dsp:txXfrm>
    </dsp:sp>
    <dsp:sp modelId="{EBF54A04-08F5-447E-B35C-87484A4D8C78}">
      <dsp:nvSpPr>
        <dsp:cNvPr id="0" name=""/>
        <dsp:cNvSpPr/>
      </dsp:nvSpPr>
      <dsp:spPr>
        <a:xfrm>
          <a:off x="2195145" y="258093"/>
          <a:ext cx="1922761" cy="68589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 dirty="0"/>
            <a:t>P</a:t>
          </a:r>
          <a:r>
            <a:rPr lang="tr-TR" sz="1900" i="1" kern="1200" dirty="0" err="1"/>
            <a:t>open</a:t>
          </a:r>
          <a:r>
            <a:rPr lang="tr-TR" sz="1900" i="1" kern="1200" dirty="0"/>
            <a:t>()</a:t>
          </a:r>
          <a:endParaRPr lang="en-US" sz="1900" i="1" kern="1200" dirty="0"/>
        </a:p>
      </dsp:txBody>
      <dsp:txXfrm>
        <a:off x="2195145" y="258093"/>
        <a:ext cx="1922761" cy="685890"/>
      </dsp:txXfrm>
    </dsp:sp>
    <dsp:sp modelId="{A46C5851-9185-4826-B956-A46878F21E3A}">
      <dsp:nvSpPr>
        <dsp:cNvPr id="0" name=""/>
        <dsp:cNvSpPr/>
      </dsp:nvSpPr>
      <dsp:spPr>
        <a:xfrm>
          <a:off x="2195145" y="943983"/>
          <a:ext cx="1922761" cy="297283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in the name of</a:t>
          </a:r>
          <a:r>
            <a:rPr lang="tr-TR" sz="1900" kern="1200" dirty="0"/>
            <a:t> </a:t>
          </a:r>
          <a:r>
            <a:rPr lang="en-US" sz="1900" kern="1200" dirty="0"/>
            <a:t>the </a:t>
          </a:r>
          <a:r>
            <a:rPr lang="en-US" sz="1900" i="1" kern="1200" dirty="0" err="1"/>
            <a:t>Popen</a:t>
          </a:r>
          <a:r>
            <a:rPr lang="en-US" sz="1900" i="1" kern="1200" dirty="0"/>
            <a:t>() </a:t>
          </a:r>
          <a:r>
            <a:rPr lang="en-US" sz="1900" kern="1200" dirty="0"/>
            <a:t>function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stands for process.</a:t>
          </a:r>
        </a:p>
      </dsp:txBody>
      <dsp:txXfrm>
        <a:off x="2195145" y="943983"/>
        <a:ext cx="1922761" cy="2972834"/>
      </dsp:txXfrm>
    </dsp:sp>
    <dsp:sp modelId="{A4C4B369-4031-4067-9EC2-1784BEF2A911}">
      <dsp:nvSpPr>
        <dsp:cNvPr id="0" name=""/>
        <dsp:cNvSpPr/>
      </dsp:nvSpPr>
      <dsp:spPr>
        <a:xfrm>
          <a:off x="4387093" y="258093"/>
          <a:ext cx="1922761" cy="68589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 dirty="0" err="1"/>
            <a:t>For</a:t>
          </a:r>
          <a:r>
            <a:rPr lang="tr-TR" sz="1900" kern="1200" dirty="0"/>
            <a:t> a </a:t>
          </a:r>
          <a:r>
            <a:rPr lang="en-US" sz="1900" kern="1200" dirty="0"/>
            <a:t>multiple instances</a:t>
          </a:r>
        </a:p>
      </dsp:txBody>
      <dsp:txXfrm>
        <a:off x="4387093" y="258093"/>
        <a:ext cx="1922761" cy="685890"/>
      </dsp:txXfrm>
    </dsp:sp>
    <dsp:sp modelId="{7B23AAA4-AC86-4B71-9838-2E611200E268}">
      <dsp:nvSpPr>
        <dsp:cNvPr id="0" name=""/>
        <dsp:cNvSpPr/>
      </dsp:nvSpPr>
      <dsp:spPr>
        <a:xfrm>
          <a:off x="4387093" y="943983"/>
          <a:ext cx="1922761" cy="297283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of an</a:t>
          </a:r>
          <a:r>
            <a:rPr lang="tr-TR" sz="1900" kern="1200" dirty="0"/>
            <a:t> </a:t>
          </a:r>
          <a:r>
            <a:rPr lang="en-US" sz="1900" kern="1200" dirty="0"/>
            <a:t>application</a:t>
          </a:r>
          <a:r>
            <a:rPr lang="tr-TR" sz="1900" kern="1200" dirty="0"/>
            <a:t> </a:t>
          </a:r>
          <a:r>
            <a:rPr lang="en-US" sz="1900" kern="1200" dirty="0"/>
            <a:t>open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each of those instances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is a separate process of the same</a:t>
          </a:r>
          <a:r>
            <a:rPr lang="tr-TR" sz="1900" kern="1200"/>
            <a:t> </a:t>
          </a:r>
          <a:r>
            <a:rPr lang="en-US" sz="1900" kern="1200"/>
            <a:t>program. </a:t>
          </a:r>
        </a:p>
      </dsp:txBody>
      <dsp:txXfrm>
        <a:off x="4387093" y="943983"/>
        <a:ext cx="1922761" cy="2972834"/>
      </dsp:txXfrm>
    </dsp:sp>
    <dsp:sp modelId="{F1187844-F155-4B7B-9D5D-71626828A3D6}">
      <dsp:nvSpPr>
        <dsp:cNvPr id="0" name=""/>
        <dsp:cNvSpPr/>
      </dsp:nvSpPr>
      <dsp:spPr>
        <a:xfrm>
          <a:off x="6579041" y="258093"/>
          <a:ext cx="1922761" cy="68589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For example</a:t>
          </a:r>
        </a:p>
      </dsp:txBody>
      <dsp:txXfrm>
        <a:off x="6579041" y="258093"/>
        <a:ext cx="1922761" cy="685890"/>
      </dsp:txXfrm>
    </dsp:sp>
    <dsp:sp modelId="{7EAD2317-6CDF-4535-B44E-D8CD40C47D80}">
      <dsp:nvSpPr>
        <dsp:cNvPr id="0" name=""/>
        <dsp:cNvSpPr/>
      </dsp:nvSpPr>
      <dsp:spPr>
        <a:xfrm>
          <a:off x="6579041" y="943983"/>
          <a:ext cx="1922761" cy="297283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if multiple windows of </a:t>
          </a:r>
          <a:r>
            <a:rPr lang="tr-TR" sz="1900" kern="1200"/>
            <a:t>the</a:t>
          </a:r>
          <a:r>
            <a:rPr lang="en-US" sz="1900" kern="1200"/>
            <a:t> web browser</a:t>
          </a:r>
          <a:r>
            <a:rPr lang="tr-TR" sz="1900" kern="1200"/>
            <a:t> </a:t>
          </a:r>
          <a:r>
            <a:rPr lang="en-US" sz="1900" kern="1200"/>
            <a:t>at the same time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each of those windows is a different process of the web</a:t>
          </a:r>
          <a:r>
            <a:rPr lang="tr-TR" sz="1900" kern="1200"/>
            <a:t> </a:t>
          </a:r>
          <a:r>
            <a:rPr lang="en-US" sz="1900" kern="1200"/>
            <a:t>browser program.</a:t>
          </a:r>
        </a:p>
      </dsp:txBody>
      <dsp:txXfrm>
        <a:off x="6579041" y="943983"/>
        <a:ext cx="1922761" cy="297283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7C552-FCD2-41AB-9B9A-798935D21226}">
      <dsp:nvSpPr>
        <dsp:cNvPr id="0" name=""/>
        <dsp:cNvSpPr/>
      </dsp:nvSpPr>
      <dsp:spPr>
        <a:xfrm>
          <a:off x="3197" y="1238525"/>
          <a:ext cx="1922761" cy="54787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Every process</a:t>
          </a:r>
        </a:p>
      </dsp:txBody>
      <dsp:txXfrm>
        <a:off x="3197" y="1238525"/>
        <a:ext cx="1922761" cy="547879"/>
      </dsp:txXfrm>
    </dsp:sp>
    <dsp:sp modelId="{15188BFE-CDC1-4A77-A9A5-B37AB48A0AFE}">
      <dsp:nvSpPr>
        <dsp:cNvPr id="0" name=""/>
        <dsp:cNvSpPr/>
      </dsp:nvSpPr>
      <dsp:spPr>
        <a:xfrm>
          <a:off x="3197" y="1786405"/>
          <a:ext cx="1922761" cy="15646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can have multiple threads. </a:t>
          </a:r>
        </a:p>
      </dsp:txBody>
      <dsp:txXfrm>
        <a:off x="3197" y="1786405"/>
        <a:ext cx="1922761" cy="1564650"/>
      </dsp:txXfrm>
    </dsp:sp>
    <dsp:sp modelId="{EEEAA785-67AE-4432-9874-E400278C54DD}">
      <dsp:nvSpPr>
        <dsp:cNvPr id="0" name=""/>
        <dsp:cNvSpPr/>
      </dsp:nvSpPr>
      <dsp:spPr>
        <a:xfrm>
          <a:off x="2195145" y="1238525"/>
          <a:ext cx="1922761" cy="54787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Unlike threads</a:t>
          </a:r>
        </a:p>
      </dsp:txBody>
      <dsp:txXfrm>
        <a:off x="2195145" y="1238525"/>
        <a:ext cx="1922761" cy="547879"/>
      </dsp:txXfrm>
    </dsp:sp>
    <dsp:sp modelId="{D42B42B8-2E7C-4A59-9190-D1122888FA65}">
      <dsp:nvSpPr>
        <dsp:cNvPr id="0" name=""/>
        <dsp:cNvSpPr/>
      </dsp:nvSpPr>
      <dsp:spPr>
        <a:xfrm>
          <a:off x="2195145" y="1786405"/>
          <a:ext cx="1922761" cy="15646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 </a:t>
          </a:r>
          <a:r>
            <a:rPr lang="en-US" sz="1500" kern="1200" dirty="0"/>
            <a:t>process cannot</a:t>
          </a:r>
          <a:r>
            <a:rPr lang="tr-TR" sz="1500" kern="1200" dirty="0"/>
            <a:t>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directly read and write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another process’s variables</a:t>
          </a:r>
        </a:p>
      </dsp:txBody>
      <dsp:txXfrm>
        <a:off x="2195145" y="1786405"/>
        <a:ext cx="1922761" cy="1564650"/>
      </dsp:txXfrm>
    </dsp:sp>
    <dsp:sp modelId="{B2F05C17-03A7-46D7-A68A-C2C609A1BD09}">
      <dsp:nvSpPr>
        <dsp:cNvPr id="0" name=""/>
        <dsp:cNvSpPr/>
      </dsp:nvSpPr>
      <dsp:spPr>
        <a:xfrm>
          <a:off x="4387093" y="1238525"/>
          <a:ext cx="1922761" cy="54787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</a:t>
          </a:r>
          <a:r>
            <a:rPr lang="tr-TR" sz="1500" kern="1200" dirty="0"/>
            <a:t> </a:t>
          </a:r>
          <a:r>
            <a:rPr lang="en-US" sz="1500" kern="1200" dirty="0"/>
            <a:t>multithreaded program</a:t>
          </a:r>
        </a:p>
      </dsp:txBody>
      <dsp:txXfrm>
        <a:off x="4387093" y="1238525"/>
        <a:ext cx="1922761" cy="547879"/>
      </dsp:txXfrm>
    </dsp:sp>
    <dsp:sp modelId="{D2B975A7-21B8-455A-B44F-A8F1DB4DAA50}">
      <dsp:nvSpPr>
        <dsp:cNvPr id="0" name=""/>
        <dsp:cNvSpPr/>
      </dsp:nvSpPr>
      <dsp:spPr>
        <a:xfrm>
          <a:off x="4387093" y="1786405"/>
          <a:ext cx="1922761" cy="15646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 as having multiple fingers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following </a:t>
          </a:r>
          <a:r>
            <a:rPr lang="en-US" sz="1500" kern="1200" dirty="0"/>
            <a:t>source code</a:t>
          </a:r>
        </a:p>
      </dsp:txBody>
      <dsp:txXfrm>
        <a:off x="4387093" y="1786405"/>
        <a:ext cx="1922761" cy="1564650"/>
      </dsp:txXfrm>
    </dsp:sp>
    <dsp:sp modelId="{BBF56BD6-5510-47F4-A07D-8AA2DFDE74BC}">
      <dsp:nvSpPr>
        <dsp:cNvPr id="0" name=""/>
        <dsp:cNvSpPr/>
      </dsp:nvSpPr>
      <dsp:spPr>
        <a:xfrm>
          <a:off x="6579041" y="1238525"/>
          <a:ext cx="1922761" cy="54787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multiple processes of the same program</a:t>
          </a:r>
        </a:p>
      </dsp:txBody>
      <dsp:txXfrm>
        <a:off x="6579041" y="1238525"/>
        <a:ext cx="1922761" cy="547879"/>
      </dsp:txXfrm>
    </dsp:sp>
    <dsp:sp modelId="{8ADADD63-0181-42F3-95FC-1E209ACEB9DD}">
      <dsp:nvSpPr>
        <dsp:cNvPr id="0" name=""/>
        <dsp:cNvSpPr/>
      </dsp:nvSpPr>
      <dsp:spPr>
        <a:xfrm>
          <a:off x="6579041" y="1786405"/>
          <a:ext cx="1922761" cy="15646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is like having</a:t>
          </a:r>
          <a:r>
            <a:rPr lang="tr-TR" sz="1500" kern="1200" dirty="0"/>
            <a:t> </a:t>
          </a:r>
          <a:r>
            <a:rPr lang="en-US" sz="1500" kern="1200" dirty="0"/>
            <a:t>a friend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with </a:t>
          </a:r>
          <a:r>
            <a:rPr lang="en-US" sz="1500" kern="1200" dirty="0"/>
            <a:t>a separate copy of the program’s source code.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both</a:t>
          </a:r>
          <a:r>
            <a:rPr lang="tr-TR" sz="1500" kern="1200" dirty="0"/>
            <a:t> </a:t>
          </a:r>
          <a:r>
            <a:rPr lang="en-US" sz="1500" kern="1200" dirty="0"/>
            <a:t>independently executing.</a:t>
          </a:r>
        </a:p>
      </dsp:txBody>
      <dsp:txXfrm>
        <a:off x="6579041" y="1786405"/>
        <a:ext cx="1922761" cy="1564650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C32F5-9520-41C1-96F2-770D9B2BA0E7}">
      <dsp:nvSpPr>
        <dsp:cNvPr id="0" name=""/>
        <dsp:cNvSpPr/>
      </dsp:nvSpPr>
      <dsp:spPr>
        <a:xfrm>
          <a:off x="4230" y="113948"/>
          <a:ext cx="1621810" cy="46869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to start an external program</a:t>
          </a:r>
        </a:p>
      </dsp:txBody>
      <dsp:txXfrm>
        <a:off x="4230" y="113948"/>
        <a:ext cx="1621810" cy="468698"/>
      </dsp:txXfrm>
    </dsp:sp>
    <dsp:sp modelId="{A3E9DFAF-1660-4E57-B858-9DF3E63902F8}">
      <dsp:nvSpPr>
        <dsp:cNvPr id="0" name=""/>
        <dsp:cNvSpPr/>
      </dsp:nvSpPr>
      <dsp:spPr>
        <a:xfrm>
          <a:off x="4230" y="582647"/>
          <a:ext cx="1621810" cy="147388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Pass</a:t>
          </a:r>
          <a:r>
            <a:rPr lang="tr-TR" sz="1300" kern="1200" dirty="0"/>
            <a:t> </a:t>
          </a:r>
          <a:r>
            <a:rPr lang="en-US" sz="1300" kern="1200" dirty="0"/>
            <a:t>the program’s filename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to </a:t>
          </a:r>
          <a:r>
            <a:rPr lang="en-US" sz="1300" i="1" kern="1200" dirty="0" err="1"/>
            <a:t>subprocess.Popen</a:t>
          </a:r>
          <a:r>
            <a:rPr lang="en-US" sz="1300" i="1" kern="1200" dirty="0"/>
            <a:t>()</a:t>
          </a:r>
        </a:p>
      </dsp:txBody>
      <dsp:txXfrm>
        <a:off x="4230" y="582647"/>
        <a:ext cx="1621810" cy="1473888"/>
      </dsp:txXfrm>
    </dsp:sp>
    <dsp:sp modelId="{EE65AC4A-EFE3-43AB-92D0-4D13EF5F34E0}">
      <dsp:nvSpPr>
        <dsp:cNvPr id="0" name=""/>
        <dsp:cNvSpPr/>
      </dsp:nvSpPr>
      <dsp:spPr>
        <a:xfrm>
          <a:off x="1853094" y="113948"/>
          <a:ext cx="1621810" cy="46869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The </a:t>
          </a:r>
          <a:r>
            <a:rPr lang="en-US" sz="1300" i="1" kern="1200" dirty="0" err="1"/>
            <a:t>Popen</a:t>
          </a:r>
          <a:r>
            <a:rPr lang="en-US" sz="1300" i="1" kern="1200" dirty="0"/>
            <a:t>()</a:t>
          </a:r>
        </a:p>
      </dsp:txBody>
      <dsp:txXfrm>
        <a:off x="1853094" y="113948"/>
        <a:ext cx="1621810" cy="468698"/>
      </dsp:txXfrm>
    </dsp:sp>
    <dsp:sp modelId="{E9AF6EB3-ED62-45E0-823F-5C0FBBC18590}">
      <dsp:nvSpPr>
        <dsp:cNvPr id="0" name=""/>
        <dsp:cNvSpPr/>
      </dsp:nvSpPr>
      <dsp:spPr>
        <a:xfrm>
          <a:off x="1853094" y="582647"/>
          <a:ext cx="1621810" cy="147388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function will</a:t>
          </a:r>
          <a:r>
            <a:rPr lang="tr-TR" sz="1300" kern="1200" dirty="0"/>
            <a:t> </a:t>
          </a:r>
          <a:r>
            <a:rPr lang="en-US" sz="1300" kern="1200" dirty="0"/>
            <a:t>immediately return</a:t>
          </a:r>
        </a:p>
      </dsp:txBody>
      <dsp:txXfrm>
        <a:off x="1853094" y="582647"/>
        <a:ext cx="1621810" cy="1473888"/>
      </dsp:txXfrm>
    </dsp:sp>
    <dsp:sp modelId="{125FACE7-9873-42D7-9491-0A5DF64D1C7A}">
      <dsp:nvSpPr>
        <dsp:cNvPr id="0" name=""/>
        <dsp:cNvSpPr/>
      </dsp:nvSpPr>
      <dsp:spPr>
        <a:xfrm>
          <a:off x="3701959" y="113948"/>
          <a:ext cx="1621810" cy="46869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Notice</a:t>
          </a:r>
          <a:endParaRPr lang="en-US" sz="1300" kern="1200"/>
        </a:p>
      </dsp:txBody>
      <dsp:txXfrm>
        <a:off x="3701959" y="113948"/>
        <a:ext cx="1621810" cy="468698"/>
      </dsp:txXfrm>
    </dsp:sp>
    <dsp:sp modelId="{C0F2F4BD-C7FE-4DC4-A192-EF8FDA704682}">
      <dsp:nvSpPr>
        <dsp:cNvPr id="0" name=""/>
        <dsp:cNvSpPr/>
      </dsp:nvSpPr>
      <dsp:spPr>
        <a:xfrm>
          <a:off x="3701959" y="582647"/>
          <a:ext cx="1621810" cy="147388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the launched program is not</a:t>
          </a:r>
          <a:r>
            <a:rPr lang="tr-TR" sz="1300" kern="1200"/>
            <a:t> </a:t>
          </a:r>
          <a:r>
            <a:rPr lang="en-US" sz="1300" kern="1200"/>
            <a:t>run in the same thread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as your Python program</a:t>
          </a:r>
        </a:p>
      </dsp:txBody>
      <dsp:txXfrm>
        <a:off x="3701959" y="582647"/>
        <a:ext cx="1621810" cy="1473888"/>
      </dsp:txXfrm>
    </dsp:sp>
    <dsp:sp modelId="{CCCB06D4-8BAA-4807-8BC9-EC9BE004AF5D}">
      <dsp:nvSpPr>
        <dsp:cNvPr id="0" name=""/>
        <dsp:cNvSpPr/>
      </dsp:nvSpPr>
      <dsp:spPr>
        <a:xfrm>
          <a:off x="5550823" y="113948"/>
          <a:ext cx="1621810" cy="46869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On Windows</a:t>
          </a:r>
        </a:p>
      </dsp:txBody>
      <dsp:txXfrm>
        <a:off x="5550823" y="113948"/>
        <a:ext cx="1621810" cy="468698"/>
      </dsp:txXfrm>
    </dsp:sp>
    <dsp:sp modelId="{166980AC-4CB8-472F-B487-5D3E3857A885}">
      <dsp:nvSpPr>
        <dsp:cNvPr id="0" name=""/>
        <dsp:cNvSpPr/>
      </dsp:nvSpPr>
      <dsp:spPr>
        <a:xfrm>
          <a:off x="5550823" y="582647"/>
          <a:ext cx="1621810" cy="147388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right-click the</a:t>
          </a:r>
          <a:r>
            <a:rPr lang="tr-TR" sz="1300" kern="1200" dirty="0"/>
            <a:t> </a:t>
          </a:r>
          <a:r>
            <a:rPr lang="en-US" sz="1300" kern="1200" dirty="0"/>
            <a:t>application’s Start menu item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and select Properties to view the application’s</a:t>
          </a:r>
          <a:r>
            <a:rPr lang="tr-TR" sz="1300" kern="1200"/>
            <a:t> filename</a:t>
          </a:r>
          <a:endParaRPr lang="en-US" sz="1300" kern="1200"/>
        </a:p>
      </dsp:txBody>
      <dsp:txXfrm>
        <a:off x="5550823" y="582647"/>
        <a:ext cx="1621810" cy="1473888"/>
      </dsp:txXfrm>
    </dsp:sp>
    <dsp:sp modelId="{97230C52-EC9E-44C2-9DE7-4BD15A1BC2B4}">
      <dsp:nvSpPr>
        <dsp:cNvPr id="0" name=""/>
        <dsp:cNvSpPr/>
      </dsp:nvSpPr>
      <dsp:spPr>
        <a:xfrm>
          <a:off x="7399687" y="113948"/>
          <a:ext cx="1621810" cy="46869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On OS X</a:t>
          </a:r>
        </a:p>
      </dsp:txBody>
      <dsp:txXfrm>
        <a:off x="7399687" y="113948"/>
        <a:ext cx="1621810" cy="468698"/>
      </dsp:txXfrm>
    </dsp:sp>
    <dsp:sp modelId="{1E76DAC2-D94D-48C0-8393-C74B739C52A4}">
      <dsp:nvSpPr>
        <dsp:cNvPr id="0" name=""/>
        <dsp:cNvSpPr/>
      </dsp:nvSpPr>
      <dsp:spPr>
        <a:xfrm>
          <a:off x="7399687" y="582647"/>
          <a:ext cx="1621810" cy="147388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ctrl-click the application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and select Show Package</a:t>
          </a:r>
          <a:r>
            <a:rPr lang="tr-TR" sz="1300" kern="1200"/>
            <a:t> </a:t>
          </a:r>
          <a:r>
            <a:rPr lang="en-US" sz="1300" kern="1200"/>
            <a:t>Contents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to find the path to the executable file</a:t>
          </a:r>
        </a:p>
      </dsp:txBody>
      <dsp:txXfrm>
        <a:off x="7399687" y="582647"/>
        <a:ext cx="1621810" cy="1473888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74D266-5A83-4605-9E55-56B4D7DE00F4}">
      <dsp:nvSpPr>
        <dsp:cNvPr id="0" name=""/>
        <dsp:cNvSpPr/>
      </dsp:nvSpPr>
      <dsp:spPr>
        <a:xfrm>
          <a:off x="2713" y="179627"/>
          <a:ext cx="2646068" cy="83566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The return value is a </a:t>
          </a:r>
          <a:r>
            <a:rPr lang="en-US" sz="2300" b="1" kern="1200" dirty="0" err="1"/>
            <a:t>Popen</a:t>
          </a:r>
          <a:r>
            <a:rPr lang="en-US" sz="2300" kern="1200" dirty="0"/>
            <a:t> object</a:t>
          </a:r>
        </a:p>
      </dsp:txBody>
      <dsp:txXfrm>
        <a:off x="2713" y="179627"/>
        <a:ext cx="2646068" cy="835662"/>
      </dsp:txXfrm>
    </dsp:sp>
    <dsp:sp modelId="{9A158379-DF13-4E64-BAC4-1E83E59CCD46}">
      <dsp:nvSpPr>
        <dsp:cNvPr id="0" name=""/>
        <dsp:cNvSpPr/>
      </dsp:nvSpPr>
      <dsp:spPr>
        <a:xfrm>
          <a:off x="2713" y="1015289"/>
          <a:ext cx="2646068" cy="273453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has two useful methods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i="1" kern="1200" dirty="0"/>
            <a:t>poll()</a:t>
          </a:r>
          <a:r>
            <a:rPr lang="tr-TR" sz="2300" i="1" kern="1200" dirty="0"/>
            <a:t> </a:t>
          </a:r>
          <a:r>
            <a:rPr lang="tr-TR" sz="2300" kern="1200" dirty="0"/>
            <a:t>&amp; </a:t>
          </a:r>
          <a:r>
            <a:rPr lang="en-US" sz="2300" i="1" kern="1200" dirty="0"/>
            <a:t>wait()</a:t>
          </a:r>
        </a:p>
      </dsp:txBody>
      <dsp:txXfrm>
        <a:off x="2713" y="1015289"/>
        <a:ext cx="2646068" cy="2734534"/>
      </dsp:txXfrm>
    </dsp:sp>
    <dsp:sp modelId="{6CAC8175-9D33-4802-8C94-81371B4E6132}">
      <dsp:nvSpPr>
        <dsp:cNvPr id="0" name=""/>
        <dsp:cNvSpPr/>
      </dsp:nvSpPr>
      <dsp:spPr>
        <a:xfrm>
          <a:off x="3019232" y="179627"/>
          <a:ext cx="2646068" cy="83566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i="1" kern="1200" dirty="0" err="1"/>
            <a:t>Poll</a:t>
          </a:r>
          <a:r>
            <a:rPr lang="tr-TR" sz="2300" i="1" kern="1200" dirty="0"/>
            <a:t>()</a:t>
          </a:r>
          <a:endParaRPr lang="en-US" sz="2300" i="1" kern="1200" dirty="0"/>
        </a:p>
      </dsp:txBody>
      <dsp:txXfrm>
        <a:off x="3019232" y="179627"/>
        <a:ext cx="2646068" cy="835662"/>
      </dsp:txXfrm>
    </dsp:sp>
    <dsp:sp modelId="{570C27B6-8567-41AB-93ED-4A663C7ADE1A}">
      <dsp:nvSpPr>
        <dsp:cNvPr id="0" name=""/>
        <dsp:cNvSpPr/>
      </dsp:nvSpPr>
      <dsp:spPr>
        <a:xfrm>
          <a:off x="3019232" y="1015289"/>
          <a:ext cx="2646068" cy="273453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You can think of the poll() method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as asking your friend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if she’s finished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running the code, you gave her. </a:t>
          </a:r>
        </a:p>
      </dsp:txBody>
      <dsp:txXfrm>
        <a:off x="3019232" y="1015289"/>
        <a:ext cx="2646068" cy="2734534"/>
      </dsp:txXfrm>
    </dsp:sp>
    <dsp:sp modelId="{92F702B8-00F1-4EBB-8C37-0A960FDF3158}">
      <dsp:nvSpPr>
        <dsp:cNvPr id="0" name=""/>
        <dsp:cNvSpPr/>
      </dsp:nvSpPr>
      <dsp:spPr>
        <a:xfrm>
          <a:off x="6035750" y="179627"/>
          <a:ext cx="2646068" cy="83566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 dirty="0"/>
            <a:t>Return</a:t>
          </a:r>
          <a:endParaRPr lang="en-US" sz="2300" kern="1200" dirty="0"/>
        </a:p>
      </dsp:txBody>
      <dsp:txXfrm>
        <a:off x="6035750" y="179627"/>
        <a:ext cx="2646068" cy="835662"/>
      </dsp:txXfrm>
    </dsp:sp>
    <dsp:sp modelId="{7F457A48-7910-41DC-9512-82B5044F6C84}">
      <dsp:nvSpPr>
        <dsp:cNvPr id="0" name=""/>
        <dsp:cNvSpPr/>
      </dsp:nvSpPr>
      <dsp:spPr>
        <a:xfrm>
          <a:off x="6035750" y="1015289"/>
          <a:ext cx="2646068" cy="273453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The </a:t>
          </a:r>
          <a:r>
            <a:rPr lang="en-US" sz="2300" i="1" kern="1200" dirty="0"/>
            <a:t>poll()</a:t>
          </a:r>
          <a:r>
            <a:rPr lang="en-US" sz="2300" kern="1200" dirty="0"/>
            <a:t> method will return None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if</a:t>
          </a:r>
          <a:r>
            <a:rPr lang="tr-TR" sz="2300" kern="1200" dirty="0"/>
            <a:t> </a:t>
          </a:r>
          <a:r>
            <a:rPr lang="en-US" sz="2300" kern="1200" dirty="0"/>
            <a:t>the process is still</a:t>
          </a:r>
          <a:r>
            <a:rPr lang="tr-TR" sz="2300" kern="1200" dirty="0"/>
            <a:t> </a:t>
          </a:r>
          <a:r>
            <a:rPr lang="en-US" sz="2300" kern="1200" dirty="0"/>
            <a:t>running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at the time </a:t>
          </a:r>
          <a:r>
            <a:rPr lang="en-US" sz="2300" i="1" kern="1200" dirty="0"/>
            <a:t>poll() </a:t>
          </a:r>
          <a:r>
            <a:rPr lang="en-US" sz="2300" kern="1200" dirty="0"/>
            <a:t>is called</a:t>
          </a:r>
        </a:p>
      </dsp:txBody>
      <dsp:txXfrm>
        <a:off x="6035750" y="1015289"/>
        <a:ext cx="2646068" cy="2734534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881AF-4FAB-4604-B94C-35402074AAE7}">
      <dsp:nvSpPr>
        <dsp:cNvPr id="0" name=""/>
        <dsp:cNvSpPr/>
      </dsp:nvSpPr>
      <dsp:spPr>
        <a:xfrm>
          <a:off x="3265" y="1206827"/>
          <a:ext cx="1963349" cy="75713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If</a:t>
          </a:r>
        </a:p>
      </dsp:txBody>
      <dsp:txXfrm>
        <a:off x="3265" y="1206827"/>
        <a:ext cx="1963349" cy="757130"/>
      </dsp:txXfrm>
    </dsp:sp>
    <dsp:sp modelId="{6FFA037B-8C8D-4468-A660-D525C59A02F7}">
      <dsp:nvSpPr>
        <dsp:cNvPr id="0" name=""/>
        <dsp:cNvSpPr/>
      </dsp:nvSpPr>
      <dsp:spPr>
        <a:xfrm>
          <a:off x="3265" y="1963957"/>
          <a:ext cx="1963349" cy="242109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the </a:t>
          </a:r>
          <a:r>
            <a:rPr lang="en-US" sz="2100" kern="1200" dirty="0"/>
            <a:t>program has</a:t>
          </a:r>
          <a:r>
            <a:rPr lang="tr-TR" sz="2100" kern="1200" dirty="0"/>
            <a:t> </a:t>
          </a:r>
          <a:r>
            <a:rPr lang="en-US" sz="2100" kern="1200" dirty="0"/>
            <a:t>terminated,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it will return the process’s integer </a:t>
          </a:r>
          <a:r>
            <a:rPr lang="en-US" sz="2100" i="0" kern="1200" dirty="0"/>
            <a:t>exit code</a:t>
          </a:r>
          <a:r>
            <a:rPr lang="en-US" sz="2100" kern="1200" dirty="0"/>
            <a:t>. </a:t>
          </a:r>
        </a:p>
      </dsp:txBody>
      <dsp:txXfrm>
        <a:off x="3265" y="1963957"/>
        <a:ext cx="1963349" cy="2421090"/>
      </dsp:txXfrm>
    </dsp:sp>
    <dsp:sp modelId="{8883EBFD-9579-4CEA-907D-77900BC1035A}">
      <dsp:nvSpPr>
        <dsp:cNvPr id="0" name=""/>
        <dsp:cNvSpPr/>
      </dsp:nvSpPr>
      <dsp:spPr>
        <a:xfrm>
          <a:off x="2241483" y="1206827"/>
          <a:ext cx="1963349" cy="75713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An exit code</a:t>
          </a:r>
          <a:r>
            <a:rPr lang="tr-TR" sz="2100" kern="1200" dirty="0"/>
            <a:t> 0</a:t>
          </a:r>
          <a:endParaRPr lang="en-US" sz="2100" kern="1200" dirty="0"/>
        </a:p>
      </dsp:txBody>
      <dsp:txXfrm>
        <a:off x="2241483" y="1206827"/>
        <a:ext cx="1963349" cy="757130"/>
      </dsp:txXfrm>
    </dsp:sp>
    <dsp:sp modelId="{FE0FE3D9-54E6-45B5-94C1-511C4316B26C}">
      <dsp:nvSpPr>
        <dsp:cNvPr id="0" name=""/>
        <dsp:cNvSpPr/>
      </dsp:nvSpPr>
      <dsp:spPr>
        <a:xfrm>
          <a:off x="2241483" y="1963957"/>
          <a:ext cx="1963349" cy="242109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is </a:t>
          </a:r>
          <a:r>
            <a:rPr lang="en-US" sz="2100" kern="1200" dirty="0"/>
            <a:t>used</a:t>
          </a:r>
          <a:r>
            <a:rPr lang="tr-TR" sz="2100" kern="1200" dirty="0"/>
            <a:t> </a:t>
          </a:r>
          <a:r>
            <a:rPr lang="en-US" sz="2100" kern="1200" dirty="0"/>
            <a:t>to indicate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whether the process terminated without errors </a:t>
          </a:r>
        </a:p>
      </dsp:txBody>
      <dsp:txXfrm>
        <a:off x="2241483" y="1963957"/>
        <a:ext cx="1963349" cy="2421090"/>
      </dsp:txXfrm>
    </dsp:sp>
    <dsp:sp modelId="{14D55DC0-B304-4746-BA4D-E189A286AA7C}">
      <dsp:nvSpPr>
        <dsp:cNvPr id="0" name=""/>
        <dsp:cNvSpPr/>
      </dsp:nvSpPr>
      <dsp:spPr>
        <a:xfrm>
          <a:off x="4479700" y="1206827"/>
          <a:ext cx="1963349" cy="75713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 nonzero exit</a:t>
          </a:r>
          <a:r>
            <a:rPr lang="tr-TR" sz="2100" kern="1200" dirty="0"/>
            <a:t> </a:t>
          </a:r>
          <a:r>
            <a:rPr lang="en-US" sz="2100" kern="1200" dirty="0"/>
            <a:t>code</a:t>
          </a:r>
        </a:p>
      </dsp:txBody>
      <dsp:txXfrm>
        <a:off x="4479700" y="1206827"/>
        <a:ext cx="1963349" cy="757130"/>
      </dsp:txXfrm>
    </dsp:sp>
    <dsp:sp modelId="{032750EC-CFC9-40EE-BCAA-13B344105E91}">
      <dsp:nvSpPr>
        <dsp:cNvPr id="0" name=""/>
        <dsp:cNvSpPr/>
      </dsp:nvSpPr>
      <dsp:spPr>
        <a:xfrm>
          <a:off x="4479700" y="1963957"/>
          <a:ext cx="1963349" cy="242109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kern="1200" dirty="0" err="1"/>
            <a:t>indicates</a:t>
          </a:r>
          <a:r>
            <a:rPr lang="tr-TR" sz="2100" kern="1200" dirty="0"/>
            <a:t> </a:t>
          </a:r>
          <a:r>
            <a:rPr lang="en-US" sz="2100" kern="1200" dirty="0"/>
            <a:t>error caused the process to terminate</a:t>
          </a:r>
        </a:p>
      </dsp:txBody>
      <dsp:txXfrm>
        <a:off x="4479700" y="1963957"/>
        <a:ext cx="1963349" cy="2421090"/>
      </dsp:txXfrm>
    </dsp:sp>
    <dsp:sp modelId="{59C5705A-C460-49C1-9B43-1B2F04B0DF39}">
      <dsp:nvSpPr>
        <dsp:cNvPr id="0" name=""/>
        <dsp:cNvSpPr/>
      </dsp:nvSpPr>
      <dsp:spPr>
        <a:xfrm>
          <a:off x="6717918" y="1206827"/>
          <a:ext cx="1963349" cy="75713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generally, 1</a:t>
          </a:r>
        </a:p>
      </dsp:txBody>
      <dsp:txXfrm>
        <a:off x="6717918" y="1206827"/>
        <a:ext cx="1963349" cy="757130"/>
      </dsp:txXfrm>
    </dsp:sp>
    <dsp:sp modelId="{987BE4BF-2CD8-4C43-BC4A-4C4C59923F82}">
      <dsp:nvSpPr>
        <dsp:cNvPr id="0" name=""/>
        <dsp:cNvSpPr/>
      </dsp:nvSpPr>
      <dsp:spPr>
        <a:xfrm>
          <a:off x="6717918" y="1963957"/>
          <a:ext cx="1963349" cy="242109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 but it may vary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depending </a:t>
          </a:r>
          <a:r>
            <a:rPr lang="en-US" sz="2100" kern="1200" dirty="0"/>
            <a:t>on the program</a:t>
          </a:r>
        </a:p>
      </dsp:txBody>
      <dsp:txXfrm>
        <a:off x="6717918" y="1963957"/>
        <a:ext cx="1963349" cy="2421090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BEC774-EF0E-4E40-85CD-C788FE4EE8B0}">
      <dsp:nvSpPr>
        <dsp:cNvPr id="0" name=""/>
        <dsp:cNvSpPr/>
      </dsp:nvSpPr>
      <dsp:spPr>
        <a:xfrm>
          <a:off x="3088" y="334726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</a:t>
          </a:r>
          <a:r>
            <a:rPr lang="en-US" sz="2000" i="1" kern="1200" dirty="0"/>
            <a:t>wait() </a:t>
          </a:r>
          <a:r>
            <a:rPr lang="en-US" sz="2000" kern="1200" dirty="0"/>
            <a:t>method</a:t>
          </a:r>
        </a:p>
      </dsp:txBody>
      <dsp:txXfrm>
        <a:off x="3088" y="334726"/>
        <a:ext cx="1856894" cy="721913"/>
      </dsp:txXfrm>
    </dsp:sp>
    <dsp:sp modelId="{464D96D0-1F35-40D9-9159-FA99ECD20600}">
      <dsp:nvSpPr>
        <dsp:cNvPr id="0" name=""/>
        <dsp:cNvSpPr/>
      </dsp:nvSpPr>
      <dsp:spPr>
        <a:xfrm>
          <a:off x="3088" y="1056640"/>
          <a:ext cx="1856894" cy="290969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is like waiting for your friend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to finish working on</a:t>
          </a:r>
          <a:r>
            <a:rPr lang="tr-TR" sz="2000" kern="1200"/>
            <a:t> </a:t>
          </a:r>
          <a:r>
            <a:rPr lang="en-US" sz="2000" kern="1200"/>
            <a:t>her code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before you keep working on yours. </a:t>
          </a:r>
        </a:p>
      </dsp:txBody>
      <dsp:txXfrm>
        <a:off x="3088" y="1056640"/>
        <a:ext cx="1856894" cy="2909699"/>
      </dsp:txXfrm>
    </dsp:sp>
    <dsp:sp modelId="{531D224C-446A-4404-B1FE-0D1ABE345DC4}">
      <dsp:nvSpPr>
        <dsp:cNvPr id="0" name=""/>
        <dsp:cNvSpPr/>
      </dsp:nvSpPr>
      <dsp:spPr>
        <a:xfrm>
          <a:off x="2119948" y="334726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</a:t>
          </a:r>
          <a:r>
            <a:rPr lang="en-US" sz="2000" i="1" kern="1200" dirty="0"/>
            <a:t>wait() </a:t>
          </a:r>
          <a:r>
            <a:rPr lang="en-US" sz="2000" kern="1200" dirty="0"/>
            <a:t>method</a:t>
          </a:r>
        </a:p>
      </dsp:txBody>
      <dsp:txXfrm>
        <a:off x="2119948" y="334726"/>
        <a:ext cx="1856894" cy="721913"/>
      </dsp:txXfrm>
    </dsp:sp>
    <dsp:sp modelId="{D9A62C3E-9EF8-4B3D-9214-447083A9128F}">
      <dsp:nvSpPr>
        <dsp:cNvPr id="0" name=""/>
        <dsp:cNvSpPr/>
      </dsp:nvSpPr>
      <dsp:spPr>
        <a:xfrm>
          <a:off x="2119948" y="1056640"/>
          <a:ext cx="1856894" cy="290969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will block</a:t>
          </a:r>
          <a:r>
            <a:rPr lang="tr-TR" sz="2000" kern="1200" dirty="0"/>
            <a:t> </a:t>
          </a:r>
          <a:r>
            <a:rPr lang="en-US" sz="2000" kern="1200" dirty="0"/>
            <a:t>until the launched process has terminated. </a:t>
          </a:r>
        </a:p>
      </dsp:txBody>
      <dsp:txXfrm>
        <a:off x="2119948" y="1056640"/>
        <a:ext cx="1856894" cy="2909699"/>
      </dsp:txXfrm>
    </dsp:sp>
    <dsp:sp modelId="{805584BF-0037-460E-8EC9-32F4459EA960}">
      <dsp:nvSpPr>
        <dsp:cNvPr id="0" name=""/>
        <dsp:cNvSpPr/>
      </dsp:nvSpPr>
      <dsp:spPr>
        <a:xfrm>
          <a:off x="4236808" y="334726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 err="1"/>
            <a:t>Usage</a:t>
          </a:r>
          <a:endParaRPr lang="en-US" sz="2000" kern="1200" dirty="0"/>
        </a:p>
      </dsp:txBody>
      <dsp:txXfrm>
        <a:off x="4236808" y="334726"/>
        <a:ext cx="1856894" cy="721913"/>
      </dsp:txXfrm>
    </dsp:sp>
    <dsp:sp modelId="{83595FA9-4EB3-4456-86A0-AB83D8B5DBF4}">
      <dsp:nvSpPr>
        <dsp:cNvPr id="0" name=""/>
        <dsp:cNvSpPr/>
      </dsp:nvSpPr>
      <dsp:spPr>
        <a:xfrm>
          <a:off x="4236808" y="1056640"/>
          <a:ext cx="1856894" cy="290969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to pause until the user finishes with the other program. </a:t>
          </a:r>
        </a:p>
      </dsp:txBody>
      <dsp:txXfrm>
        <a:off x="4236808" y="1056640"/>
        <a:ext cx="1856894" cy="2909699"/>
      </dsp:txXfrm>
    </dsp:sp>
    <dsp:sp modelId="{0486B4FD-7952-4652-956F-03ED4355B318}">
      <dsp:nvSpPr>
        <dsp:cNvPr id="0" name=""/>
        <dsp:cNvSpPr/>
      </dsp:nvSpPr>
      <dsp:spPr>
        <a:xfrm>
          <a:off x="6353668" y="334726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</a:t>
          </a:r>
          <a:r>
            <a:rPr lang="tr-TR" sz="2000" kern="1200" dirty="0"/>
            <a:t> </a:t>
          </a:r>
          <a:r>
            <a:rPr lang="en-US" sz="2000" kern="1200" dirty="0"/>
            <a:t>return value of </a:t>
          </a:r>
          <a:r>
            <a:rPr lang="en-US" sz="2000" i="1" kern="1200" dirty="0"/>
            <a:t>wait()</a:t>
          </a:r>
          <a:r>
            <a:rPr lang="en-US" sz="2000" kern="1200" dirty="0"/>
            <a:t> </a:t>
          </a:r>
        </a:p>
      </dsp:txBody>
      <dsp:txXfrm>
        <a:off x="6353668" y="334726"/>
        <a:ext cx="1856894" cy="721913"/>
      </dsp:txXfrm>
    </dsp:sp>
    <dsp:sp modelId="{48646F66-0092-499C-BD6E-1E2540764598}">
      <dsp:nvSpPr>
        <dsp:cNvPr id="0" name=""/>
        <dsp:cNvSpPr/>
      </dsp:nvSpPr>
      <dsp:spPr>
        <a:xfrm>
          <a:off x="6353668" y="1056640"/>
          <a:ext cx="1856894" cy="290969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is the process’s integer exit code.</a:t>
          </a:r>
        </a:p>
      </dsp:txBody>
      <dsp:txXfrm>
        <a:off x="6353668" y="1056640"/>
        <a:ext cx="1856894" cy="2909699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4C470B-9692-45CE-AD71-B8D27E938E0F}">
      <dsp:nvSpPr>
        <dsp:cNvPr id="0" name=""/>
        <dsp:cNvSpPr/>
      </dsp:nvSpPr>
      <dsp:spPr>
        <a:xfrm>
          <a:off x="3088" y="174277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Command</a:t>
          </a:r>
          <a:r>
            <a:rPr lang="tr-TR" sz="2000" kern="1200" dirty="0"/>
            <a:t> </a:t>
          </a:r>
          <a:r>
            <a:rPr lang="en-US" sz="2000" kern="1200" dirty="0"/>
            <a:t>line arguments </a:t>
          </a:r>
        </a:p>
      </dsp:txBody>
      <dsp:txXfrm>
        <a:off x="3088" y="174277"/>
        <a:ext cx="1856894" cy="721913"/>
      </dsp:txXfrm>
    </dsp:sp>
    <dsp:sp modelId="{139A6E55-E2C8-4DB9-8B7F-B1519D438408}">
      <dsp:nvSpPr>
        <dsp:cNvPr id="0" name=""/>
        <dsp:cNvSpPr/>
      </dsp:nvSpPr>
      <dsp:spPr>
        <a:xfrm>
          <a:off x="3088" y="896190"/>
          <a:ext cx="1856894" cy="317192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pass a list as the sole argument to </a:t>
          </a:r>
          <a:r>
            <a:rPr lang="en-US" sz="2000" i="1" kern="1200" dirty="0" err="1"/>
            <a:t>Popen</a:t>
          </a:r>
          <a:r>
            <a:rPr lang="en-US" sz="2000" i="1" kern="1200" dirty="0"/>
            <a:t>()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to </a:t>
          </a:r>
          <a:r>
            <a:rPr lang="en-US" sz="2000" kern="1200" dirty="0"/>
            <a:t>processes with </a:t>
          </a:r>
          <a:r>
            <a:rPr lang="en-US" sz="2000" i="1" kern="1200" dirty="0" err="1"/>
            <a:t>Popen</a:t>
          </a:r>
          <a:r>
            <a:rPr lang="en-US" sz="2000" i="1" kern="1200"/>
            <a:t>()</a:t>
          </a:r>
          <a:r>
            <a:rPr lang="en-US" sz="2000" kern="1200"/>
            <a:t>. </a:t>
          </a:r>
          <a:endParaRPr lang="en-US" sz="2000" kern="1200" dirty="0"/>
        </a:p>
      </dsp:txBody>
      <dsp:txXfrm>
        <a:off x="3088" y="896190"/>
        <a:ext cx="1856894" cy="3171922"/>
      </dsp:txXfrm>
    </dsp:sp>
    <dsp:sp modelId="{60A5281C-7E76-4B95-8548-578C27F44C5C}">
      <dsp:nvSpPr>
        <dsp:cNvPr id="0" name=""/>
        <dsp:cNvSpPr/>
      </dsp:nvSpPr>
      <dsp:spPr>
        <a:xfrm>
          <a:off x="2119948" y="174277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 err="1"/>
            <a:t>Executable</a:t>
          </a:r>
          <a:r>
            <a:rPr lang="tr-TR" sz="2000" kern="1200" dirty="0"/>
            <a:t> file name</a:t>
          </a:r>
          <a:endParaRPr lang="en-US" sz="2000" kern="1200" dirty="0"/>
        </a:p>
      </dsp:txBody>
      <dsp:txXfrm>
        <a:off x="2119948" y="174277"/>
        <a:ext cx="1856894" cy="721913"/>
      </dsp:txXfrm>
    </dsp:sp>
    <dsp:sp modelId="{AC08A517-B533-4D41-97FC-015B2DCF548E}">
      <dsp:nvSpPr>
        <dsp:cNvPr id="0" name=""/>
        <dsp:cNvSpPr/>
      </dsp:nvSpPr>
      <dsp:spPr>
        <a:xfrm>
          <a:off x="2119948" y="896190"/>
          <a:ext cx="1856894" cy="317192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The first string</a:t>
          </a:r>
          <a:r>
            <a:rPr lang="tr-TR" sz="2000" kern="1200" dirty="0"/>
            <a:t> </a:t>
          </a:r>
          <a:r>
            <a:rPr lang="en-US" sz="2000" kern="1200" dirty="0"/>
            <a:t>in</a:t>
          </a:r>
          <a:r>
            <a:rPr lang="tr-TR" sz="2000" kern="1200" dirty="0"/>
            <a:t> </a:t>
          </a:r>
          <a:r>
            <a:rPr lang="en-US" sz="2000" kern="1200" dirty="0" err="1"/>
            <a:t>th</a:t>
          </a:r>
          <a:r>
            <a:rPr lang="tr-TR" sz="2000" kern="1200" dirty="0"/>
            <a:t>e</a:t>
          </a:r>
          <a:r>
            <a:rPr lang="en-US" sz="2000" kern="1200" dirty="0"/>
            <a:t> list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will be the executable filename of the program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to launch</a:t>
          </a:r>
        </a:p>
      </dsp:txBody>
      <dsp:txXfrm>
        <a:off x="2119948" y="896190"/>
        <a:ext cx="1856894" cy="3171922"/>
      </dsp:txXfrm>
    </dsp:sp>
    <dsp:sp modelId="{C077EE13-DF03-4851-B6ED-94E4D3C960EC}">
      <dsp:nvSpPr>
        <dsp:cNvPr id="0" name=""/>
        <dsp:cNvSpPr/>
      </dsp:nvSpPr>
      <dsp:spPr>
        <a:xfrm>
          <a:off x="4236808" y="174277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 err="1"/>
            <a:t>Command</a:t>
          </a:r>
          <a:r>
            <a:rPr lang="tr-TR" sz="2000" kern="1200" dirty="0"/>
            <a:t> </a:t>
          </a:r>
          <a:r>
            <a:rPr lang="tr-TR" sz="2000" kern="1200" dirty="0" err="1"/>
            <a:t>line</a:t>
          </a:r>
          <a:r>
            <a:rPr lang="tr-TR" sz="2000" kern="1200" dirty="0"/>
            <a:t> </a:t>
          </a:r>
          <a:r>
            <a:rPr lang="tr-TR" sz="2000" kern="1200" dirty="0" err="1"/>
            <a:t>arguments</a:t>
          </a:r>
          <a:endParaRPr lang="en-US" sz="2000" kern="1200" dirty="0"/>
        </a:p>
      </dsp:txBody>
      <dsp:txXfrm>
        <a:off x="4236808" y="174277"/>
        <a:ext cx="1856894" cy="721913"/>
      </dsp:txXfrm>
    </dsp:sp>
    <dsp:sp modelId="{42398A3B-FA47-456F-98F0-E1175A9315EA}">
      <dsp:nvSpPr>
        <dsp:cNvPr id="0" name=""/>
        <dsp:cNvSpPr/>
      </dsp:nvSpPr>
      <dsp:spPr>
        <a:xfrm>
          <a:off x="4236808" y="896190"/>
          <a:ext cx="1856894" cy="317192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subsequent </a:t>
          </a:r>
          <a:r>
            <a:rPr lang="en-US" sz="2000" kern="1200" dirty="0"/>
            <a:t>strings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will be the command line arguments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to pass to</a:t>
          </a:r>
          <a:r>
            <a:rPr lang="tr-TR" sz="2000" kern="1200"/>
            <a:t> </a:t>
          </a:r>
          <a:r>
            <a:rPr lang="en-US" sz="2000" kern="1200"/>
            <a:t>the program when it starts.</a:t>
          </a:r>
        </a:p>
      </dsp:txBody>
      <dsp:txXfrm>
        <a:off x="4236808" y="896190"/>
        <a:ext cx="1856894" cy="3171922"/>
      </dsp:txXfrm>
    </dsp:sp>
    <dsp:sp modelId="{2BD003D9-3D99-4E93-B036-E41F2A8DCE16}">
      <dsp:nvSpPr>
        <dsp:cNvPr id="0" name=""/>
        <dsp:cNvSpPr/>
      </dsp:nvSpPr>
      <dsp:spPr>
        <a:xfrm>
          <a:off x="6353668" y="174277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 effect, this list will be </a:t>
          </a:r>
        </a:p>
      </dsp:txBody>
      <dsp:txXfrm>
        <a:off x="6353668" y="174277"/>
        <a:ext cx="1856894" cy="721913"/>
      </dsp:txXfrm>
    </dsp:sp>
    <dsp:sp modelId="{A5E669A7-DC97-4547-835F-6A322D944C00}">
      <dsp:nvSpPr>
        <dsp:cNvPr id="0" name=""/>
        <dsp:cNvSpPr/>
      </dsp:nvSpPr>
      <dsp:spPr>
        <a:xfrm>
          <a:off x="6353668" y="896190"/>
          <a:ext cx="1856894" cy="317192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the value of sys.argv</a:t>
          </a:r>
          <a:r>
            <a:rPr lang="tr-TR" sz="2000" kern="1200"/>
            <a:t>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for the launched program.</a:t>
          </a:r>
        </a:p>
      </dsp:txBody>
      <dsp:txXfrm>
        <a:off x="6353668" y="896190"/>
        <a:ext cx="1856894" cy="317192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2B858-694B-4221-995B-EADAEFBC0BA1}">
      <dsp:nvSpPr>
        <dsp:cNvPr id="0" name=""/>
        <dsp:cNvSpPr/>
      </dsp:nvSpPr>
      <dsp:spPr>
        <a:xfrm>
          <a:off x="36" y="3745"/>
          <a:ext cx="3488869" cy="7777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No command line arguments</a:t>
          </a:r>
          <a:endParaRPr lang="en-US" sz="2100" kern="1200"/>
        </a:p>
      </dsp:txBody>
      <dsp:txXfrm>
        <a:off x="36" y="3745"/>
        <a:ext cx="3488869" cy="777776"/>
      </dsp:txXfrm>
    </dsp:sp>
    <dsp:sp modelId="{110E4DFF-7DC5-47B7-852E-DA615931FBB7}">
      <dsp:nvSpPr>
        <dsp:cNvPr id="0" name=""/>
        <dsp:cNvSpPr/>
      </dsp:nvSpPr>
      <dsp:spPr>
        <a:xfrm>
          <a:off x="36" y="781521"/>
          <a:ext cx="3488869" cy="21562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kern="1200"/>
            <a:t>Some </a:t>
          </a:r>
          <a:r>
            <a:rPr lang="en-US" sz="2100" kern="1200"/>
            <a:t>GUI</a:t>
          </a:r>
          <a:r>
            <a:rPr lang="tr-TR" sz="2100" kern="1200"/>
            <a:t> applications </a:t>
          </a:r>
          <a:r>
            <a:rPr lang="en-US" sz="2100" kern="1200"/>
            <a:t>don’t use command</a:t>
          </a:r>
          <a:r>
            <a:rPr lang="tr-TR" sz="2100" kern="1200"/>
            <a:t> </a:t>
          </a:r>
          <a:r>
            <a:rPr lang="en-US" sz="2100" kern="1200"/>
            <a:t>line arguments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as extensively as command line–based </a:t>
          </a:r>
        </a:p>
      </dsp:txBody>
      <dsp:txXfrm>
        <a:off x="36" y="781521"/>
        <a:ext cx="3488869" cy="2156283"/>
      </dsp:txXfrm>
    </dsp:sp>
    <dsp:sp modelId="{50172DF7-1786-41BD-BBAB-E14ED8A622CA}">
      <dsp:nvSpPr>
        <dsp:cNvPr id="0" name=""/>
        <dsp:cNvSpPr/>
      </dsp:nvSpPr>
      <dsp:spPr>
        <a:xfrm>
          <a:off x="3977347" y="3745"/>
          <a:ext cx="3488869" cy="7777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Accepting command line arguments</a:t>
          </a:r>
          <a:endParaRPr lang="en-US" sz="2100" kern="1200"/>
        </a:p>
      </dsp:txBody>
      <dsp:txXfrm>
        <a:off x="3977347" y="3745"/>
        <a:ext cx="3488869" cy="777776"/>
      </dsp:txXfrm>
    </dsp:sp>
    <dsp:sp modelId="{85E04ADF-A6A3-4232-BB44-AE61C8D3467F}">
      <dsp:nvSpPr>
        <dsp:cNvPr id="0" name=""/>
        <dsp:cNvSpPr/>
      </dsp:nvSpPr>
      <dsp:spPr>
        <a:xfrm>
          <a:off x="3977347" y="781521"/>
          <a:ext cx="3488869" cy="215628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most GUI applications will accept a single argument</a:t>
          </a:r>
          <a:r>
            <a:rPr lang="tr-TR" sz="2100" kern="1200"/>
            <a:t> 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for a file that the applications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will immediately open when they</a:t>
          </a:r>
          <a:r>
            <a:rPr lang="tr-TR" sz="2100" kern="1200"/>
            <a:t> </a:t>
          </a:r>
          <a:r>
            <a:rPr lang="en-US" sz="2100" kern="1200"/>
            <a:t>start</a:t>
          </a:r>
        </a:p>
      </dsp:txBody>
      <dsp:txXfrm>
        <a:off x="3977347" y="781521"/>
        <a:ext cx="3488869" cy="2156283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85157B-6A9D-41C1-B0C9-FE57C81886BD}">
      <dsp:nvSpPr>
        <dsp:cNvPr id="0" name=""/>
        <dsp:cNvSpPr/>
      </dsp:nvSpPr>
      <dsp:spPr>
        <a:xfrm>
          <a:off x="3088" y="33095"/>
          <a:ext cx="1856894" cy="6516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OS </a:t>
          </a:r>
          <a:r>
            <a:rPr lang="tr-TR" sz="1800" kern="1200" dirty="0" err="1"/>
            <a:t>monitoring</a:t>
          </a:r>
          <a:endParaRPr lang="en-US" sz="1800" kern="1200" dirty="0"/>
        </a:p>
      </dsp:txBody>
      <dsp:txXfrm>
        <a:off x="3088" y="33095"/>
        <a:ext cx="1856894" cy="651612"/>
      </dsp:txXfrm>
    </dsp:sp>
    <dsp:sp modelId="{C335D0D6-32C5-4DCE-8091-DE13ADDBD6D3}">
      <dsp:nvSpPr>
        <dsp:cNvPr id="0" name=""/>
        <dsp:cNvSpPr/>
      </dsp:nvSpPr>
      <dsp:spPr>
        <a:xfrm>
          <a:off x="3088" y="684708"/>
          <a:ext cx="1856894" cy="31205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Task Scheduler</a:t>
          </a:r>
          <a:r>
            <a:rPr lang="en-US" sz="1800" kern="1200" dirty="0"/>
            <a:t> on Windows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launch</a:t>
          </a:r>
          <a:r>
            <a:rPr lang="tr-TR" sz="1800" b="1" kern="1200" dirty="0"/>
            <a:t>e</a:t>
          </a:r>
          <a:r>
            <a:rPr lang="en-US" sz="1800" b="1" kern="1200" dirty="0"/>
            <a:t>d </a:t>
          </a:r>
          <a:r>
            <a:rPr lang="en-US" sz="1800" kern="1200" dirty="0"/>
            <a:t>on OS X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the </a:t>
          </a:r>
          <a:r>
            <a:rPr lang="en-US" sz="1800" b="1" kern="1200" dirty="0" err="1"/>
            <a:t>cron</a:t>
          </a:r>
          <a:r>
            <a:rPr lang="en-US" sz="1800" kern="1200" dirty="0"/>
            <a:t> scheduler on Linux</a:t>
          </a:r>
        </a:p>
      </dsp:txBody>
      <dsp:txXfrm>
        <a:off x="3088" y="684708"/>
        <a:ext cx="1856894" cy="3120550"/>
      </dsp:txXfrm>
    </dsp:sp>
    <dsp:sp modelId="{76D4233E-93A6-40FB-9F9B-19C942E1FD36}">
      <dsp:nvSpPr>
        <dsp:cNvPr id="0" name=""/>
        <dsp:cNvSpPr/>
      </dsp:nvSpPr>
      <dsp:spPr>
        <a:xfrm>
          <a:off x="2119948" y="33095"/>
          <a:ext cx="1856894" cy="6516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OS </a:t>
          </a:r>
          <a:r>
            <a:rPr lang="en-US" sz="1800" kern="1200" dirty="0"/>
            <a:t>built-in scheduler</a:t>
          </a:r>
        </a:p>
      </dsp:txBody>
      <dsp:txXfrm>
        <a:off x="2119948" y="33095"/>
        <a:ext cx="1856894" cy="651612"/>
      </dsp:txXfrm>
    </dsp:sp>
    <dsp:sp modelId="{6B2F1901-F67E-467E-99A0-EFA2309789F4}">
      <dsp:nvSpPr>
        <dsp:cNvPr id="0" name=""/>
        <dsp:cNvSpPr/>
      </dsp:nvSpPr>
      <dsp:spPr>
        <a:xfrm>
          <a:off x="2119948" y="684708"/>
          <a:ext cx="1856894" cy="31205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saves from writing</a:t>
          </a:r>
          <a:r>
            <a:rPr lang="tr-TR" sz="1800" kern="1200"/>
            <a:t> </a:t>
          </a:r>
          <a:r>
            <a:rPr lang="en-US" sz="1800" kern="1200"/>
            <a:t>own clock-checking code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to schedule your programs.</a:t>
          </a:r>
        </a:p>
      </dsp:txBody>
      <dsp:txXfrm>
        <a:off x="2119948" y="684708"/>
        <a:ext cx="1856894" cy="3120550"/>
      </dsp:txXfrm>
    </dsp:sp>
    <dsp:sp modelId="{D9258918-F957-400A-AE36-9F483B17FF1F}">
      <dsp:nvSpPr>
        <dsp:cNvPr id="0" name=""/>
        <dsp:cNvSpPr/>
      </dsp:nvSpPr>
      <dsp:spPr>
        <a:xfrm>
          <a:off x="4236808" y="33095"/>
          <a:ext cx="1856894" cy="6516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 err="1"/>
            <a:t>Pausing</a:t>
          </a:r>
          <a:endParaRPr lang="en-US" sz="1800" kern="1200" dirty="0"/>
        </a:p>
      </dsp:txBody>
      <dsp:txXfrm>
        <a:off x="4236808" y="33095"/>
        <a:ext cx="1856894" cy="651612"/>
      </dsp:txXfrm>
    </dsp:sp>
    <dsp:sp modelId="{B94F90FA-9880-4B99-98C0-AEC600F2D807}">
      <dsp:nvSpPr>
        <dsp:cNvPr id="0" name=""/>
        <dsp:cNvSpPr/>
      </dsp:nvSpPr>
      <dsp:spPr>
        <a:xfrm>
          <a:off x="4236808" y="684708"/>
          <a:ext cx="1856894" cy="31205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</a:t>
          </a:r>
          <a:r>
            <a:rPr lang="tr-TR" sz="1800" kern="1200" dirty="0"/>
            <a:t> </a:t>
          </a:r>
          <a:r>
            <a:rPr lang="en-US" sz="1800" kern="1200" dirty="0"/>
            <a:t>the </a:t>
          </a:r>
          <a:r>
            <a:rPr lang="en-US" sz="1800" i="1" kern="1200" dirty="0" err="1"/>
            <a:t>time.sleep</a:t>
          </a:r>
          <a:r>
            <a:rPr lang="en-US" sz="1800" i="1" kern="1200" dirty="0"/>
            <a:t>()</a:t>
          </a:r>
          <a:r>
            <a:rPr lang="en-US" sz="1800" kern="1200" dirty="0"/>
            <a:t> function</a:t>
          </a:r>
          <a:r>
            <a:rPr lang="tr-TR" sz="1800" kern="1200" dirty="0"/>
            <a:t> </a:t>
          </a:r>
          <a:r>
            <a:rPr lang="tr-TR" sz="1800" kern="1200" dirty="0" err="1"/>
            <a:t>to</a:t>
          </a:r>
          <a:r>
            <a:rPr lang="tr-TR" sz="1800" kern="1200" dirty="0"/>
            <a:t> </a:t>
          </a:r>
          <a:r>
            <a:rPr lang="tr-TR" sz="1800" kern="1200" dirty="0" err="1"/>
            <a:t>pause</a:t>
          </a:r>
          <a:r>
            <a:rPr lang="en-US" sz="1800" kern="1200" dirty="0"/>
            <a:t> program briefly</a:t>
          </a:r>
        </a:p>
      </dsp:txBody>
      <dsp:txXfrm>
        <a:off x="4236808" y="684708"/>
        <a:ext cx="1856894" cy="3120550"/>
      </dsp:txXfrm>
    </dsp:sp>
    <dsp:sp modelId="{7D261DA0-235C-4939-9178-71CEBD7506D5}">
      <dsp:nvSpPr>
        <dsp:cNvPr id="0" name=""/>
        <dsp:cNvSpPr/>
      </dsp:nvSpPr>
      <dsp:spPr>
        <a:xfrm>
          <a:off x="6353668" y="33095"/>
          <a:ext cx="1856894" cy="6516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 err="1"/>
            <a:t>Alternative</a:t>
          </a:r>
          <a:endParaRPr lang="en-US" sz="1800" kern="1200" dirty="0"/>
        </a:p>
      </dsp:txBody>
      <dsp:txXfrm>
        <a:off x="6353668" y="33095"/>
        <a:ext cx="1856894" cy="651612"/>
      </dsp:txXfrm>
    </dsp:sp>
    <dsp:sp modelId="{55644397-D50F-42B2-88F7-42E90F393E3B}">
      <dsp:nvSpPr>
        <dsp:cNvPr id="0" name=""/>
        <dsp:cNvSpPr/>
      </dsp:nvSpPr>
      <dsp:spPr>
        <a:xfrm>
          <a:off x="6353668" y="684708"/>
          <a:ext cx="1856894" cy="31205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the </a:t>
          </a:r>
          <a:r>
            <a:rPr lang="en-US" sz="1800" kern="1200" dirty="0"/>
            <a:t>operating system’s scheduler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code can loop until</a:t>
          </a:r>
          <a:r>
            <a:rPr lang="tr-TR" sz="1800" kern="1200" dirty="0"/>
            <a:t> </a:t>
          </a:r>
          <a:r>
            <a:rPr lang="en-US" sz="1800" kern="1200" dirty="0"/>
            <a:t>a certain date and time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calling </a:t>
          </a:r>
          <a:r>
            <a:rPr lang="en-US" sz="1800" i="1" kern="1200" dirty="0" err="1"/>
            <a:t>time.sleep</a:t>
          </a:r>
          <a:r>
            <a:rPr lang="en-US" sz="1800" i="1" kern="1200" dirty="0"/>
            <a:t>(1) </a:t>
          </a:r>
          <a:r>
            <a:rPr lang="en-US" sz="1800" kern="1200" dirty="0"/>
            <a:t>each time through the loop</a:t>
          </a:r>
        </a:p>
      </dsp:txBody>
      <dsp:txXfrm>
        <a:off x="6353668" y="684708"/>
        <a:ext cx="1856894" cy="3120550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97060E-C258-43A0-BEA3-E4FCC9F2B6EA}">
      <dsp:nvSpPr>
        <dsp:cNvPr id="0" name=""/>
        <dsp:cNvSpPr/>
      </dsp:nvSpPr>
      <dsp:spPr>
        <a:xfrm>
          <a:off x="34" y="305140"/>
          <a:ext cx="3277926" cy="131117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 </a:t>
          </a:r>
          <a:r>
            <a:rPr lang="en-US" sz="2600" i="1" kern="1200" dirty="0" err="1"/>
            <a:t>webbrowser.open</a:t>
          </a:r>
          <a:r>
            <a:rPr lang="en-US" sz="2600" i="1" kern="1200" dirty="0"/>
            <a:t>() </a:t>
          </a:r>
          <a:r>
            <a:rPr lang="en-US" sz="2600" kern="1200" dirty="0"/>
            <a:t>function</a:t>
          </a:r>
        </a:p>
      </dsp:txBody>
      <dsp:txXfrm>
        <a:off x="34" y="305140"/>
        <a:ext cx="3277926" cy="1311170"/>
      </dsp:txXfrm>
    </dsp:sp>
    <dsp:sp modelId="{85CDEAE9-258F-444A-87FE-3544D7FFD2DD}">
      <dsp:nvSpPr>
        <dsp:cNvPr id="0" name=""/>
        <dsp:cNvSpPr/>
      </dsp:nvSpPr>
      <dsp:spPr>
        <a:xfrm>
          <a:off x="34" y="1616311"/>
          <a:ext cx="3277926" cy="2248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can launch a web browser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from your program</a:t>
          </a:r>
        </a:p>
      </dsp:txBody>
      <dsp:txXfrm>
        <a:off x="34" y="1616311"/>
        <a:ext cx="3277926" cy="2248154"/>
      </dsp:txXfrm>
    </dsp:sp>
    <dsp:sp modelId="{8F123F66-1211-4EF8-8259-7CBC4566207A}">
      <dsp:nvSpPr>
        <dsp:cNvPr id="0" name=""/>
        <dsp:cNvSpPr/>
      </dsp:nvSpPr>
      <dsp:spPr>
        <a:xfrm>
          <a:off x="3736870" y="305140"/>
          <a:ext cx="3277926" cy="131117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to a specific website</a:t>
          </a:r>
        </a:p>
      </dsp:txBody>
      <dsp:txXfrm>
        <a:off x="3736870" y="305140"/>
        <a:ext cx="3277926" cy="1311170"/>
      </dsp:txXfrm>
    </dsp:sp>
    <dsp:sp modelId="{DF95CE0D-4E4C-4948-AF82-1DC176E14369}">
      <dsp:nvSpPr>
        <dsp:cNvPr id="0" name=""/>
        <dsp:cNvSpPr/>
      </dsp:nvSpPr>
      <dsp:spPr>
        <a:xfrm>
          <a:off x="3736870" y="1616311"/>
          <a:ext cx="3277926" cy="2248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rather than opening the browser application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with </a:t>
          </a:r>
          <a:r>
            <a:rPr lang="en-US" sz="2600" i="1" kern="1200" dirty="0" err="1"/>
            <a:t>subprocess.Popen</a:t>
          </a:r>
          <a:r>
            <a:rPr lang="en-US" sz="2600" i="1" kern="1200" dirty="0"/>
            <a:t>().</a:t>
          </a:r>
        </a:p>
      </dsp:txBody>
      <dsp:txXfrm>
        <a:off x="3736870" y="1616311"/>
        <a:ext cx="3277926" cy="2248154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E2D6C-0D39-47F9-8D67-A8CC338ABCAB}">
      <dsp:nvSpPr>
        <dsp:cNvPr id="0" name=""/>
        <dsp:cNvSpPr/>
      </dsp:nvSpPr>
      <dsp:spPr>
        <a:xfrm>
          <a:off x="3197" y="50489"/>
          <a:ext cx="1922761" cy="54787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Launching</a:t>
          </a:r>
          <a:r>
            <a:rPr lang="tr-TR" sz="1500" kern="1200" dirty="0"/>
            <a:t> a </a:t>
          </a:r>
          <a:r>
            <a:rPr lang="tr-TR" sz="1500" kern="1200" dirty="0" err="1"/>
            <a:t>script</a:t>
          </a:r>
          <a:endParaRPr lang="en-US" sz="1500" kern="1200" dirty="0"/>
        </a:p>
      </dsp:txBody>
      <dsp:txXfrm>
        <a:off x="3197" y="50489"/>
        <a:ext cx="1922761" cy="547879"/>
      </dsp:txXfrm>
    </dsp:sp>
    <dsp:sp modelId="{25F7E7CA-10DC-49CA-B3AB-2217DAA04601}">
      <dsp:nvSpPr>
        <dsp:cNvPr id="0" name=""/>
        <dsp:cNvSpPr/>
      </dsp:nvSpPr>
      <dsp:spPr>
        <a:xfrm>
          <a:off x="3197" y="598369"/>
          <a:ext cx="1922761" cy="308040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 dirty="0" err="1"/>
            <a:t>to</a:t>
          </a:r>
          <a:r>
            <a:rPr lang="en-US" sz="1500" kern="1200" dirty="0"/>
            <a:t> launch a Python script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from Python just like any other application.</a:t>
          </a:r>
        </a:p>
      </dsp:txBody>
      <dsp:txXfrm>
        <a:off x="3197" y="598369"/>
        <a:ext cx="1922761" cy="3080404"/>
      </dsp:txXfrm>
    </dsp:sp>
    <dsp:sp modelId="{0382576B-295B-4B95-93E9-44BAEC209264}">
      <dsp:nvSpPr>
        <dsp:cNvPr id="0" name=""/>
        <dsp:cNvSpPr/>
      </dsp:nvSpPr>
      <dsp:spPr>
        <a:xfrm>
          <a:off x="2195145" y="50489"/>
          <a:ext cx="1922761" cy="54787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Method</a:t>
          </a:r>
          <a:endParaRPr lang="en-US" sz="1500" kern="1200" dirty="0"/>
        </a:p>
      </dsp:txBody>
      <dsp:txXfrm>
        <a:off x="2195145" y="50489"/>
        <a:ext cx="1922761" cy="547879"/>
      </dsp:txXfrm>
    </dsp:sp>
    <dsp:sp modelId="{287EFB26-133D-4C5C-AEAE-2366BF6804A3}">
      <dsp:nvSpPr>
        <dsp:cNvPr id="0" name=""/>
        <dsp:cNvSpPr/>
      </dsp:nvSpPr>
      <dsp:spPr>
        <a:xfrm>
          <a:off x="2195145" y="598369"/>
          <a:ext cx="1922761" cy="308040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Pass</a:t>
          </a:r>
          <a:r>
            <a:rPr lang="tr-TR" sz="1500" kern="1200" dirty="0"/>
            <a:t> </a:t>
          </a:r>
          <a:r>
            <a:rPr lang="en-US" sz="1500" kern="1200" dirty="0"/>
            <a:t>the </a:t>
          </a:r>
          <a:r>
            <a:rPr lang="en-US" sz="1500" b="1" kern="1200" dirty="0"/>
            <a:t>python.exe </a:t>
          </a:r>
          <a:r>
            <a:rPr lang="en-US" sz="1500" kern="1200" dirty="0"/>
            <a:t>executable to </a:t>
          </a:r>
          <a:r>
            <a:rPr lang="en-US" sz="1500" i="1" kern="1200" dirty="0" err="1"/>
            <a:t>Popen</a:t>
          </a:r>
          <a:r>
            <a:rPr lang="en-US" sz="1500" i="1" kern="1200" dirty="0"/>
            <a:t>()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and the filename</a:t>
          </a:r>
          <a:r>
            <a:rPr lang="tr-TR" sz="1500" kern="1200" dirty="0"/>
            <a:t> </a:t>
          </a:r>
          <a:r>
            <a:rPr lang="en-US" sz="1500" kern="1200" dirty="0"/>
            <a:t>of the </a:t>
          </a:r>
          <a:r>
            <a:rPr lang="en-US" sz="1500" b="1" kern="1200" dirty="0"/>
            <a:t>.</a:t>
          </a:r>
          <a:r>
            <a:rPr lang="en-US" sz="1500" b="1" kern="1200" dirty="0" err="1"/>
            <a:t>py</a:t>
          </a:r>
          <a:r>
            <a:rPr lang="en-US" sz="1500" b="1" kern="1200" dirty="0"/>
            <a:t> </a:t>
          </a:r>
          <a:r>
            <a:rPr lang="en-US" sz="1500" kern="1200" dirty="0"/>
            <a:t>script you want to run as its argument.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Pass </a:t>
          </a:r>
          <a:r>
            <a:rPr lang="en-US" sz="1500" i="1" kern="1200" dirty="0" err="1"/>
            <a:t>Popen</a:t>
          </a:r>
          <a:r>
            <a:rPr lang="en-US" sz="1500" i="1" kern="1200" dirty="0"/>
            <a:t>() </a:t>
          </a:r>
          <a:r>
            <a:rPr lang="en-US" sz="1500" kern="1200" dirty="0"/>
            <a:t>a list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containing a string of the Python executable’s path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and a string of the script’s filename.</a:t>
          </a:r>
        </a:p>
      </dsp:txBody>
      <dsp:txXfrm>
        <a:off x="2195145" y="598369"/>
        <a:ext cx="1922761" cy="3080404"/>
      </dsp:txXfrm>
    </dsp:sp>
    <dsp:sp modelId="{DF3882C6-9920-4095-8C4B-E39815614D2B}">
      <dsp:nvSpPr>
        <dsp:cNvPr id="0" name=""/>
        <dsp:cNvSpPr/>
      </dsp:nvSpPr>
      <dsp:spPr>
        <a:xfrm>
          <a:off x="4387093" y="50489"/>
          <a:ext cx="1922761" cy="54787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Command</a:t>
          </a:r>
          <a:r>
            <a:rPr lang="tr-TR" sz="1500" kern="1200" dirty="0"/>
            <a:t> </a:t>
          </a:r>
          <a:r>
            <a:rPr lang="tr-TR" sz="1500" kern="1200" dirty="0" err="1"/>
            <a:t>line</a:t>
          </a:r>
          <a:r>
            <a:rPr lang="tr-TR" sz="1500" kern="1200" dirty="0"/>
            <a:t> </a:t>
          </a:r>
          <a:r>
            <a:rPr lang="tr-TR" sz="1500" kern="1200" dirty="0" err="1"/>
            <a:t>arguments</a:t>
          </a:r>
          <a:endParaRPr lang="en-US" sz="1500" kern="1200" dirty="0"/>
        </a:p>
      </dsp:txBody>
      <dsp:txXfrm>
        <a:off x="4387093" y="50489"/>
        <a:ext cx="1922761" cy="547879"/>
      </dsp:txXfrm>
    </dsp:sp>
    <dsp:sp modelId="{0C73CEB2-AF4F-4795-9910-6417028922A5}">
      <dsp:nvSpPr>
        <dsp:cNvPr id="0" name=""/>
        <dsp:cNvSpPr/>
      </dsp:nvSpPr>
      <dsp:spPr>
        <a:xfrm>
          <a:off x="4387093" y="598369"/>
          <a:ext cx="1922761" cy="308040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If the script you’re launching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needs</a:t>
          </a:r>
          <a:r>
            <a:rPr lang="tr-TR" sz="1500" kern="1200" dirty="0"/>
            <a:t> </a:t>
          </a:r>
          <a:r>
            <a:rPr lang="en-US" sz="1500" kern="1200" dirty="0"/>
            <a:t>command line arguments</a:t>
          </a:r>
          <a:r>
            <a:rPr lang="tr-TR" sz="1500" kern="1200" dirty="0"/>
            <a:t>: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add them to the list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after </a:t>
          </a:r>
          <a:r>
            <a:rPr lang="en-US" sz="1500" kern="1200" dirty="0"/>
            <a:t>the script’s filename</a:t>
          </a:r>
        </a:p>
      </dsp:txBody>
      <dsp:txXfrm>
        <a:off x="4387093" y="598369"/>
        <a:ext cx="1922761" cy="3080404"/>
      </dsp:txXfrm>
    </dsp:sp>
    <dsp:sp modelId="{71542D97-32CA-41BF-9931-3713A0CA477B}">
      <dsp:nvSpPr>
        <dsp:cNvPr id="0" name=""/>
        <dsp:cNvSpPr/>
      </dsp:nvSpPr>
      <dsp:spPr>
        <a:xfrm>
          <a:off x="6579041" y="50489"/>
          <a:ext cx="1922761" cy="54787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Difference</a:t>
          </a:r>
          <a:r>
            <a:rPr lang="tr-TR" sz="1500" kern="1200" dirty="0"/>
            <a:t> </a:t>
          </a:r>
          <a:r>
            <a:rPr lang="tr-TR" sz="1500" kern="1200" dirty="0" err="1"/>
            <a:t>from</a:t>
          </a:r>
          <a:r>
            <a:rPr lang="en-US" sz="1500" kern="1200" dirty="0"/>
            <a:t> importing a module</a:t>
          </a:r>
        </a:p>
      </dsp:txBody>
      <dsp:txXfrm>
        <a:off x="6579041" y="50489"/>
        <a:ext cx="1922761" cy="547879"/>
      </dsp:txXfrm>
    </dsp:sp>
    <dsp:sp modelId="{B2815657-16DF-4510-9E9E-120A49009D0D}">
      <dsp:nvSpPr>
        <dsp:cNvPr id="0" name=""/>
        <dsp:cNvSpPr/>
      </dsp:nvSpPr>
      <dsp:spPr>
        <a:xfrm>
          <a:off x="6579041" y="598369"/>
          <a:ext cx="1922761" cy="308040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Python</a:t>
          </a:r>
          <a:r>
            <a:rPr lang="tr-TR" sz="1500" kern="1200" dirty="0"/>
            <a:t> </a:t>
          </a:r>
          <a:r>
            <a:rPr lang="en-US" sz="1500" kern="1200" dirty="0"/>
            <a:t>program launches another Python program,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 dirty="0" err="1"/>
            <a:t>All</a:t>
          </a:r>
          <a:r>
            <a:rPr lang="tr-TR" sz="1500" kern="1200" dirty="0"/>
            <a:t> </a:t>
          </a:r>
          <a:r>
            <a:rPr lang="en-US" sz="1500" kern="1200" dirty="0"/>
            <a:t>run in separate</a:t>
          </a:r>
          <a:r>
            <a:rPr lang="tr-TR" sz="1500" kern="1200" dirty="0"/>
            <a:t> </a:t>
          </a:r>
          <a:r>
            <a:rPr lang="en-US" sz="1500" kern="1200" dirty="0"/>
            <a:t>processes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 dirty="0" err="1"/>
            <a:t>don’t</a:t>
          </a:r>
          <a:r>
            <a:rPr lang="tr-TR" sz="1500" kern="1200" dirty="0"/>
            <a:t> </a:t>
          </a:r>
          <a:r>
            <a:rPr lang="en-US" sz="1500" kern="1200" dirty="0"/>
            <a:t>share each other’s variables.</a:t>
          </a:r>
        </a:p>
      </dsp:txBody>
      <dsp:txXfrm>
        <a:off x="6579041" y="598369"/>
        <a:ext cx="1922761" cy="3080404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0F23A-1DC8-4533-A745-F479EB638EB4}">
      <dsp:nvSpPr>
        <dsp:cNvPr id="0" name=""/>
        <dsp:cNvSpPr/>
      </dsp:nvSpPr>
      <dsp:spPr>
        <a:xfrm>
          <a:off x="2566" y="377762"/>
          <a:ext cx="2502596" cy="76577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 err="1"/>
            <a:t>Opening</a:t>
          </a:r>
          <a:r>
            <a:rPr lang="tr-TR" sz="2100" kern="1200" dirty="0"/>
            <a:t> </a:t>
          </a:r>
          <a:r>
            <a:rPr lang="tr-TR" sz="2100" kern="1200" dirty="0" err="1"/>
            <a:t>with</a:t>
          </a:r>
          <a:r>
            <a:rPr lang="tr-TR" sz="2100" kern="1200" dirty="0"/>
            <a:t> </a:t>
          </a:r>
          <a:r>
            <a:rPr lang="tr-TR" sz="2100" kern="1200" dirty="0" err="1"/>
            <a:t>associated</a:t>
          </a:r>
          <a:r>
            <a:rPr lang="tr-TR" sz="2100" kern="1200" dirty="0"/>
            <a:t> program</a:t>
          </a:r>
          <a:endParaRPr lang="en-US" sz="2100" kern="1200" dirty="0"/>
        </a:p>
      </dsp:txBody>
      <dsp:txXfrm>
        <a:off x="2566" y="377762"/>
        <a:ext cx="2502596" cy="765771"/>
      </dsp:txXfrm>
    </dsp:sp>
    <dsp:sp modelId="{60E8BA24-D016-43B0-9786-278DA55720A3}">
      <dsp:nvSpPr>
        <dsp:cNvPr id="0" name=""/>
        <dsp:cNvSpPr/>
      </dsp:nvSpPr>
      <dsp:spPr>
        <a:xfrm>
          <a:off x="2566" y="1143534"/>
          <a:ext cx="2502596" cy="299754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Double-clicking a .txt file on </a:t>
          </a:r>
          <a:r>
            <a:rPr lang="tr-TR" sz="2100" kern="1200" dirty="0" err="1"/>
            <a:t>the</a:t>
          </a:r>
          <a:r>
            <a:rPr lang="en-US" sz="2100" kern="1200" dirty="0"/>
            <a:t> computer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automatically launch the</a:t>
          </a:r>
          <a:r>
            <a:rPr lang="tr-TR" sz="2100" kern="1200" dirty="0"/>
            <a:t> </a:t>
          </a:r>
          <a:r>
            <a:rPr lang="en-US" sz="2100" kern="1200" dirty="0"/>
            <a:t>application</a:t>
          </a:r>
          <a:r>
            <a:rPr lang="tr-TR" sz="2100" kern="1200" dirty="0"/>
            <a:t> </a:t>
          </a:r>
          <a:r>
            <a:rPr lang="en-US" sz="2100" kern="1200" dirty="0"/>
            <a:t>associated with the .txt file extension</a:t>
          </a:r>
        </a:p>
      </dsp:txBody>
      <dsp:txXfrm>
        <a:off x="2566" y="1143534"/>
        <a:ext cx="2502596" cy="2997540"/>
      </dsp:txXfrm>
    </dsp:sp>
    <dsp:sp modelId="{518382C1-B986-4EB0-9ED1-1DC2465F0C9A}">
      <dsp:nvSpPr>
        <dsp:cNvPr id="0" name=""/>
        <dsp:cNvSpPr/>
      </dsp:nvSpPr>
      <dsp:spPr>
        <a:xfrm>
          <a:off x="2855527" y="377762"/>
          <a:ext cx="2502596" cy="76577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The </a:t>
          </a:r>
          <a:r>
            <a:rPr lang="en-US" sz="2100" kern="1200"/>
            <a:t>computer will have</a:t>
          </a:r>
        </a:p>
      </dsp:txBody>
      <dsp:txXfrm>
        <a:off x="2855527" y="377762"/>
        <a:ext cx="2502596" cy="765771"/>
      </dsp:txXfrm>
    </dsp:sp>
    <dsp:sp modelId="{99104662-4209-4837-9160-FE0B5126159F}">
      <dsp:nvSpPr>
        <dsp:cNvPr id="0" name=""/>
        <dsp:cNvSpPr/>
      </dsp:nvSpPr>
      <dsp:spPr>
        <a:xfrm>
          <a:off x="2855527" y="1143534"/>
          <a:ext cx="2502596" cy="299754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several of these file extension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associations set up already. </a:t>
          </a:r>
        </a:p>
      </dsp:txBody>
      <dsp:txXfrm>
        <a:off x="2855527" y="1143534"/>
        <a:ext cx="2502596" cy="2997540"/>
      </dsp:txXfrm>
    </dsp:sp>
    <dsp:sp modelId="{354393D9-085E-473A-B614-1E95F0D914DE}">
      <dsp:nvSpPr>
        <dsp:cNvPr id="0" name=""/>
        <dsp:cNvSpPr/>
      </dsp:nvSpPr>
      <dsp:spPr>
        <a:xfrm>
          <a:off x="5708487" y="377762"/>
          <a:ext cx="2502596" cy="76577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Python</a:t>
          </a:r>
        </a:p>
      </dsp:txBody>
      <dsp:txXfrm>
        <a:off x="5708487" y="377762"/>
        <a:ext cx="2502596" cy="765771"/>
      </dsp:txXfrm>
    </dsp:sp>
    <dsp:sp modelId="{A5CBD1CB-BB50-4020-A5B8-337911546565}">
      <dsp:nvSpPr>
        <dsp:cNvPr id="0" name=""/>
        <dsp:cNvSpPr/>
      </dsp:nvSpPr>
      <dsp:spPr>
        <a:xfrm>
          <a:off x="5708487" y="1143534"/>
          <a:ext cx="2502596" cy="299754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can also</a:t>
          </a:r>
          <a:r>
            <a:rPr lang="tr-TR" sz="2100" kern="1200"/>
            <a:t> </a:t>
          </a:r>
          <a:r>
            <a:rPr lang="en-US" sz="2100" kern="1200"/>
            <a:t>open files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this way with </a:t>
          </a:r>
          <a:r>
            <a:rPr lang="en-US" sz="2100" i="1" kern="1200" dirty="0" err="1"/>
            <a:t>Popen</a:t>
          </a:r>
          <a:r>
            <a:rPr lang="en-US" sz="2100" i="1" kern="1200" dirty="0"/>
            <a:t>()</a:t>
          </a:r>
        </a:p>
      </dsp:txBody>
      <dsp:txXfrm>
        <a:off x="5708487" y="1143534"/>
        <a:ext cx="2502596" cy="299754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C027E-667C-4ACF-B880-5E5E37474055}">
      <dsp:nvSpPr>
        <dsp:cNvPr id="0" name=""/>
        <dsp:cNvSpPr/>
      </dsp:nvSpPr>
      <dsp:spPr>
        <a:xfrm>
          <a:off x="3088" y="1098577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Each operating system</a:t>
          </a:r>
        </a:p>
      </dsp:txBody>
      <dsp:txXfrm>
        <a:off x="3088" y="1098577"/>
        <a:ext cx="1856894" cy="721913"/>
      </dsp:txXfrm>
    </dsp:sp>
    <dsp:sp modelId="{3875D0DC-62CF-4124-9CBA-0AC21D167299}">
      <dsp:nvSpPr>
        <dsp:cNvPr id="0" name=""/>
        <dsp:cNvSpPr/>
      </dsp:nvSpPr>
      <dsp:spPr>
        <a:xfrm>
          <a:off x="3088" y="1820490"/>
          <a:ext cx="1856894" cy="28548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has a program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performs the equivalent of</a:t>
          </a:r>
          <a:r>
            <a:rPr lang="tr-TR" sz="2000" kern="1200"/>
            <a:t> </a:t>
          </a:r>
          <a:r>
            <a:rPr lang="en-US" sz="2000" kern="1200"/>
            <a:t>double-clicking a document file to open it. </a:t>
          </a:r>
        </a:p>
      </dsp:txBody>
      <dsp:txXfrm>
        <a:off x="3088" y="1820490"/>
        <a:ext cx="1856894" cy="2854800"/>
      </dsp:txXfrm>
    </dsp:sp>
    <dsp:sp modelId="{F2330573-5501-4580-99CF-66E5A728764C}">
      <dsp:nvSpPr>
        <dsp:cNvPr id="0" name=""/>
        <dsp:cNvSpPr/>
      </dsp:nvSpPr>
      <dsp:spPr>
        <a:xfrm>
          <a:off x="2119948" y="1098577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On Windows</a:t>
          </a:r>
        </a:p>
      </dsp:txBody>
      <dsp:txXfrm>
        <a:off x="2119948" y="1098577"/>
        <a:ext cx="1856894" cy="721913"/>
      </dsp:txXfrm>
    </dsp:sp>
    <dsp:sp modelId="{80559ECA-4D45-4D0A-A5E0-6863B3E60AE4}">
      <dsp:nvSpPr>
        <dsp:cNvPr id="0" name=""/>
        <dsp:cNvSpPr/>
      </dsp:nvSpPr>
      <dsp:spPr>
        <a:xfrm>
          <a:off x="2119948" y="1820490"/>
          <a:ext cx="1856894" cy="28548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the </a:t>
          </a:r>
          <a:r>
            <a:rPr lang="en-US" sz="2000" b="1" kern="1200" dirty="0"/>
            <a:t>start</a:t>
          </a:r>
          <a:r>
            <a:rPr lang="tr-TR" sz="2000" kern="1200" dirty="0"/>
            <a:t> </a:t>
          </a:r>
          <a:r>
            <a:rPr lang="en-US" sz="2000" kern="1200" dirty="0"/>
            <a:t>program. </a:t>
          </a:r>
        </a:p>
      </dsp:txBody>
      <dsp:txXfrm>
        <a:off x="2119948" y="1820490"/>
        <a:ext cx="1856894" cy="2854800"/>
      </dsp:txXfrm>
    </dsp:sp>
    <dsp:sp modelId="{F4097D73-32E8-4FBD-A384-80F2706B677C}">
      <dsp:nvSpPr>
        <dsp:cNvPr id="0" name=""/>
        <dsp:cNvSpPr/>
      </dsp:nvSpPr>
      <dsp:spPr>
        <a:xfrm>
          <a:off x="4236808" y="1098577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On OS X</a:t>
          </a:r>
        </a:p>
      </dsp:txBody>
      <dsp:txXfrm>
        <a:off x="4236808" y="1098577"/>
        <a:ext cx="1856894" cy="721913"/>
      </dsp:txXfrm>
    </dsp:sp>
    <dsp:sp modelId="{02BDD56D-6313-422C-ACB1-C31AA20A4C92}">
      <dsp:nvSpPr>
        <dsp:cNvPr id="0" name=""/>
        <dsp:cNvSpPr/>
      </dsp:nvSpPr>
      <dsp:spPr>
        <a:xfrm>
          <a:off x="4236808" y="1820490"/>
          <a:ext cx="1856894" cy="28548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the </a:t>
          </a:r>
          <a:r>
            <a:rPr lang="en-US" sz="2000" b="1" kern="1200" dirty="0"/>
            <a:t>open</a:t>
          </a:r>
          <a:r>
            <a:rPr lang="en-US" sz="2000" kern="1200" dirty="0"/>
            <a:t> program.</a:t>
          </a:r>
        </a:p>
      </dsp:txBody>
      <dsp:txXfrm>
        <a:off x="4236808" y="1820490"/>
        <a:ext cx="1856894" cy="2854800"/>
      </dsp:txXfrm>
    </dsp:sp>
    <dsp:sp modelId="{A4954119-015B-46DB-8BF6-B880BCAA9D3C}">
      <dsp:nvSpPr>
        <dsp:cNvPr id="0" name=""/>
        <dsp:cNvSpPr/>
      </dsp:nvSpPr>
      <dsp:spPr>
        <a:xfrm>
          <a:off x="6353668" y="1098577"/>
          <a:ext cx="1856894" cy="72191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On Ubuntu Linux</a:t>
          </a:r>
        </a:p>
      </dsp:txBody>
      <dsp:txXfrm>
        <a:off x="6353668" y="1098577"/>
        <a:ext cx="1856894" cy="721913"/>
      </dsp:txXfrm>
    </dsp:sp>
    <dsp:sp modelId="{1B185B00-4DB9-4428-B826-9947F3D266D5}">
      <dsp:nvSpPr>
        <dsp:cNvPr id="0" name=""/>
        <dsp:cNvSpPr/>
      </dsp:nvSpPr>
      <dsp:spPr>
        <a:xfrm>
          <a:off x="6353668" y="1820490"/>
          <a:ext cx="1856894" cy="28548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the</a:t>
          </a:r>
          <a:r>
            <a:rPr lang="tr-TR" sz="2000" kern="1200" dirty="0"/>
            <a:t> </a:t>
          </a:r>
          <a:r>
            <a:rPr lang="en-US" sz="2000" b="1" kern="1200" dirty="0"/>
            <a:t>see</a:t>
          </a:r>
          <a:r>
            <a:rPr lang="en-US" sz="2000" kern="1200" dirty="0"/>
            <a:t> program.</a:t>
          </a:r>
        </a:p>
      </dsp:txBody>
      <dsp:txXfrm>
        <a:off x="6353668" y="1820490"/>
        <a:ext cx="1856894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12/20/2024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12/20/2024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95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17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63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90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78964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6858000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blipFill>
            <a:blip r:embed="rId2">
              <a:alphaModFix amt="49000"/>
            </a:blip>
            <a:tile tx="0" ty="0" sx="100000" sy="100000" flip="none" algn="tl"/>
          </a:blip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950178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40141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2788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4256132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56229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68025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7983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774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38156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706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9682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5130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8015176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38783443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40173514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401442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7293860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29202059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22878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10375584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2928975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21616283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75964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45201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600017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5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68" r:id="rId8"/>
    <p:sldLayoutId id="2147483670" r:id="rId9"/>
    <p:sldLayoutId id="2147483653" r:id="rId10"/>
    <p:sldLayoutId id="2147483673" r:id="rId11"/>
    <p:sldLayoutId id="2147483674" r:id="rId12"/>
    <p:sldLayoutId id="2147483676" r:id="rId13"/>
    <p:sldLayoutId id="2147483677" r:id="rId14"/>
    <p:sldLayoutId id="2147483654" r:id="rId15"/>
    <p:sldLayoutId id="2147483660" r:id="rId16"/>
    <p:sldLayoutId id="2147483661" r:id="rId17"/>
    <p:sldLayoutId id="2147483678" r:id="rId18"/>
    <p:sldLayoutId id="2147483686" r:id="rId19"/>
    <p:sldLayoutId id="2147483687" r:id="rId20"/>
    <p:sldLayoutId id="2147483689" r:id="rId21"/>
    <p:sldLayoutId id="2147483690" r:id="rId22"/>
    <p:sldLayoutId id="2147483688" r:id="rId2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81037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7" Type="http://schemas.openxmlformats.org/officeDocument/2006/relationships/image" Target="../media/image7.emf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1.svg"/><Relationship Id="rId3" Type="http://schemas.openxmlformats.org/officeDocument/2006/relationships/image" Target="../media/image2.jpe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svg"/><Relationship Id="rId11" Type="http://schemas.openxmlformats.org/officeDocument/2006/relationships/hyperlink" Target="http://cats.iku.edu.tr/portal/site/0181f2bc-77e3-4a85-ade9-77639d9bcfe7" TargetMode="External"/><Relationship Id="rId5" Type="http://schemas.openxmlformats.org/officeDocument/2006/relationships/image" Target="../media/image14.png"/><Relationship Id="rId15" Type="http://schemas.openxmlformats.org/officeDocument/2006/relationships/image" Target="../media/image22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hyperlink" Target="https://www.linkedin.com/in/yusuf-altunel-2070a31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DF248B9-F1A9-400A-823A-C2397D6819D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t="924" b="924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768422"/>
            <a:ext cx="5546361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en-US" dirty="0"/>
              <a:t>Chapter </a:t>
            </a:r>
            <a:r>
              <a:rPr lang="tr-TR" dirty="0"/>
              <a:t>15</a:t>
            </a:r>
            <a:r>
              <a:rPr lang="en-US" dirty="0"/>
              <a:t>: </a:t>
            </a:r>
            <a:r>
              <a:rPr lang="tr-TR" dirty="0" err="1"/>
              <a:t>Keeping</a:t>
            </a:r>
            <a:r>
              <a:rPr lang="tr-TR" dirty="0"/>
              <a:t> Time, </a:t>
            </a:r>
            <a:r>
              <a:rPr lang="tr-TR" dirty="0" err="1"/>
              <a:t>Scheduling</a:t>
            </a:r>
            <a:r>
              <a:rPr lang="tr-TR" dirty="0"/>
              <a:t> </a:t>
            </a:r>
            <a:r>
              <a:rPr lang="tr-TR" dirty="0" err="1"/>
              <a:t>Tasks</a:t>
            </a:r>
            <a:r>
              <a:rPr lang="tr-TR" dirty="0"/>
              <a:t>, &amp; </a:t>
            </a:r>
            <a:r>
              <a:rPr lang="tr-TR" dirty="0" err="1"/>
              <a:t>Launching</a:t>
            </a:r>
            <a:r>
              <a:rPr lang="tr-TR" dirty="0"/>
              <a:t> Programs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US" sz="1300" dirty="0"/>
              <a:t>SEN0414 Advanced Programming</a:t>
            </a:r>
            <a:endParaRPr lang="tr-TR" sz="1300" dirty="0"/>
          </a:p>
          <a:p>
            <a:r>
              <a:rPr lang="tr-TR" sz="1300" dirty="0"/>
              <a:t>IKU </a:t>
            </a:r>
            <a:r>
              <a:rPr lang="tr-TR" sz="1300" dirty="0" err="1"/>
              <a:t>Department</a:t>
            </a:r>
            <a:r>
              <a:rPr lang="tr-TR" sz="1300" dirty="0"/>
              <a:t> of </a:t>
            </a:r>
            <a:r>
              <a:rPr lang="tr-TR" sz="1300" dirty="0" err="1"/>
              <a:t>Computer</a:t>
            </a:r>
            <a:r>
              <a:rPr lang="tr-TR" sz="1300" dirty="0"/>
              <a:t> </a:t>
            </a:r>
            <a:r>
              <a:rPr lang="tr-TR" sz="1300" dirty="0" err="1"/>
              <a:t>Engineering</a:t>
            </a:r>
            <a:endParaRPr lang="tr-TR" sz="1300" dirty="0"/>
          </a:p>
          <a:p>
            <a:r>
              <a:rPr lang="tr-TR" sz="1300" dirty="0"/>
              <a:t>Yusuf Altunel, </a:t>
            </a:r>
            <a:r>
              <a:rPr lang="tr-TR" sz="1300" dirty="0" err="1"/>
              <a:t>PhD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</a:p>
          <a:p>
            <a:r>
              <a:rPr lang="en-US" sz="1200" dirty="0"/>
              <a:t>Chapter 15: Keeping Time, Scheduling Tasks, &amp; Launching Programs</a:t>
            </a:r>
            <a:endParaRPr lang="tr-TR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418454"/>
            <a:ext cx="3980775" cy="5413546"/>
          </a:xfrm>
        </p:spPr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time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mod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</a:t>
            </a: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datetime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module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Multithreading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Launching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other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programs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from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Python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C34602-DEA4-490D-B4CF-AB7AEA394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" y="942482"/>
            <a:ext cx="4505021" cy="300334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250098-0B98-4D6E-9878-02DD774FFC8D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15: Keeping Time, Scheduling Tasks, &amp; Launching Programs</a:t>
            </a:r>
            <a:br>
              <a:rPr lang="tr-TR" sz="2800" dirty="0"/>
            </a:br>
            <a:br>
              <a:rPr lang="tr-TR" sz="2800" dirty="0"/>
            </a:br>
            <a:r>
              <a:rPr lang="tr-TR" sz="2800" dirty="0" err="1"/>
              <a:t>The</a:t>
            </a:r>
            <a:r>
              <a:rPr lang="tr-TR" sz="2800" dirty="0"/>
              <a:t> time </a:t>
            </a:r>
            <a:r>
              <a:rPr lang="tr-TR" sz="2800" dirty="0" err="1"/>
              <a:t>module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time.time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Function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time.sleep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Function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Rounding Numbers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B38B59A-19D7-4155-82FF-1DB674E042C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6283" r="16283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7093BD-C1BB-496E-9837-921256ACC336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4216186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9F22-834C-4467-AAE0-F6ED3CDB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1350" b="1" dirty="0">
                <a:latin typeface="Futura-Bold"/>
              </a:rPr>
              <a:t>The time Module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666C7A-992F-49C8-9319-7D8DB6C96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8884648"/>
              </p:ext>
            </p:extLst>
          </p:nvPr>
        </p:nvGraphicFramePr>
        <p:xfrm>
          <a:off x="596847" y="1456033"/>
          <a:ext cx="8137885" cy="3945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C70D8D-E6C6-4A3C-BD2D-606FBB284D04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7079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9F22-834C-4467-AAE0-F6ED3CDB9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00" y="432000"/>
            <a:ext cx="7886700" cy="432000"/>
          </a:xfrm>
        </p:spPr>
        <p:txBody>
          <a:bodyPr/>
          <a:lstStyle/>
          <a:p>
            <a:pPr algn="ctr"/>
            <a:r>
              <a:rPr lang="en-US" sz="1350" b="1" i="1" dirty="0">
                <a:latin typeface="Futura-CondensedBoldOblique"/>
              </a:rPr>
              <a:t>The </a:t>
            </a:r>
            <a:r>
              <a:rPr lang="en-US" sz="1350" b="1" i="1" dirty="0" err="1">
                <a:latin typeface="Futura-CondensedBoldOblique"/>
              </a:rPr>
              <a:t>time.time</a:t>
            </a:r>
            <a:r>
              <a:rPr lang="en-US" sz="1350" b="1" i="1" dirty="0">
                <a:latin typeface="Futura-CondensedBoldOblique"/>
              </a:rPr>
              <a:t>() Function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039D05-64AB-46C7-9481-1964D9D34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3069366"/>
              </p:ext>
            </p:extLst>
          </p:nvPr>
        </p:nvGraphicFramePr>
        <p:xfrm>
          <a:off x="628650" y="962680"/>
          <a:ext cx="7886700" cy="3505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7BF1E6EA-ECF5-405F-BE59-DAB2BF673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565" y="4207978"/>
            <a:ext cx="5520870" cy="11695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#Print 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epoc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time: the number of seconds since 12 am on January 1, 1970, </a:t>
            </a:r>
            <a:endParaRPr kumimoji="0" lang="tr-TR" altLang="en-US" sz="1400" b="0" i="1" u="none" strike="noStrike" cap="none" normalizeH="0" baseline="0" dirty="0">
              <a:ln>
                <a:noFill/>
              </a:ln>
              <a:solidFill>
                <a:srgbClr val="8C8C8C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en-US" sz="1400" i="1" dirty="0">
                <a:solidFill>
                  <a:srgbClr val="8C8C8C"/>
                </a:solidFill>
                <a:latin typeface="JetBrains Mono"/>
              </a:rPr>
              <a:t>#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Coordinated Universal Time (UTC).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that moment as a float value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printEpocTime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f"Epoc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time for now is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time.time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130B7-6B74-4199-B305-B1BD895D1243}"/>
              </a:ext>
            </a:extLst>
          </p:cNvPr>
          <p:cNvSpPr txBox="1"/>
          <p:nvPr/>
        </p:nvSpPr>
        <p:spPr>
          <a:xfrm>
            <a:off x="2007589" y="55229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Epoc</a:t>
            </a:r>
            <a:r>
              <a:rPr lang="en-US" dirty="0"/>
              <a:t> time for now is 1671740636.9441948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2707DE-99CF-4EFC-9C33-51251149FEE1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500871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9F22-834C-4467-AAE0-F6ED3CDB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</a:t>
            </a:r>
            <a:r>
              <a:rPr lang="en-US" i="1" dirty="0" err="1"/>
              <a:t>time.time</a:t>
            </a:r>
            <a:r>
              <a:rPr lang="en-US" i="1" dirty="0"/>
              <a:t>() </a:t>
            </a:r>
            <a:r>
              <a:rPr lang="en-US" dirty="0"/>
              <a:t>Function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27CC6B4-088A-4314-B722-5651F2C423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8959554"/>
              </p:ext>
            </p:extLst>
          </p:nvPr>
        </p:nvGraphicFramePr>
        <p:xfrm>
          <a:off x="672363" y="1288507"/>
          <a:ext cx="7799274" cy="4280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8A3B25-F604-478D-B28A-E5E9128CB749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86643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4165-15CB-429E-BA03-21B908BD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i="1" dirty="0" err="1"/>
              <a:t>time.sleep</a:t>
            </a:r>
            <a:r>
              <a:rPr lang="tr-TR" i="1" dirty="0"/>
              <a:t>()</a:t>
            </a:r>
            <a:endParaRPr lang="en-US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E22C49-F445-4738-B486-2A8491BFE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776492"/>
              </p:ext>
            </p:extLst>
          </p:nvPr>
        </p:nvGraphicFramePr>
        <p:xfrm>
          <a:off x="324000" y="1945759"/>
          <a:ext cx="8505000" cy="3338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A9053E-F4F6-4545-BF4C-22D068A8204A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217488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4165-15CB-429E-BA03-21B908BD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time.sleep</a:t>
            </a:r>
            <a:r>
              <a:rPr lang="tr-TR" dirty="0"/>
              <a:t>()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E22C49-F445-4738-B486-2A8491BFE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9917801"/>
              </p:ext>
            </p:extLst>
          </p:nvPr>
        </p:nvGraphicFramePr>
        <p:xfrm>
          <a:off x="324000" y="1755991"/>
          <a:ext cx="8505000" cy="3847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AB1E9D-D6BE-4275-B21A-08BF3F2D0E13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689427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D5C7B-3BDC-4C9E-ACB1-1A828874B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</a:t>
            </a:r>
            <a:r>
              <a:rPr lang="en-US" dirty="0" err="1"/>
              <a:t>time.sleep</a:t>
            </a:r>
            <a:r>
              <a:rPr lang="en-US" dirty="0"/>
              <a:t>() Function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827ED83-E104-4F8F-AC7C-E8D53C6D1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870769"/>
              </p:ext>
            </p:extLst>
          </p:nvPr>
        </p:nvGraphicFramePr>
        <p:xfrm>
          <a:off x="412097" y="1140309"/>
          <a:ext cx="8327865" cy="2496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D56FE9-12F5-460B-B249-8468A339E8E5}"/>
              </a:ext>
            </a:extLst>
          </p:cNvPr>
          <p:cNvSpPr txBox="1"/>
          <p:nvPr/>
        </p:nvSpPr>
        <p:spPr>
          <a:xfrm>
            <a:off x="5200004" y="3956757"/>
            <a:ext cx="24515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latin typeface="TheSansMonoCondensed-Plain"/>
              </a:rPr>
              <a:t>Tick</a:t>
            </a:r>
          </a:p>
          <a:p>
            <a:pPr algn="l"/>
            <a:r>
              <a:rPr lang="en-US" sz="1600" dirty="0">
                <a:latin typeface="TheSansMonoCondensed-Plain"/>
              </a:rPr>
              <a:t>Tock</a:t>
            </a:r>
          </a:p>
          <a:p>
            <a:pPr algn="l"/>
            <a:r>
              <a:rPr lang="en-US" sz="1600" dirty="0">
                <a:latin typeface="TheSansMonoCondensed-Plain"/>
              </a:rPr>
              <a:t>Tick</a:t>
            </a:r>
          </a:p>
          <a:p>
            <a:pPr algn="l"/>
            <a:r>
              <a:rPr lang="en-US" sz="1600" dirty="0">
                <a:latin typeface="TheSansMonoCondensed-Plain"/>
              </a:rPr>
              <a:t>Tock</a:t>
            </a:r>
          </a:p>
          <a:p>
            <a:pPr algn="l"/>
            <a:r>
              <a:rPr lang="en-US" sz="1600" dirty="0">
                <a:latin typeface="TheSansMonoCondensed-Plain"/>
              </a:rPr>
              <a:t>Tick</a:t>
            </a:r>
          </a:p>
          <a:p>
            <a:pPr algn="l"/>
            <a:r>
              <a:rPr lang="en-US" sz="1600" dirty="0">
                <a:latin typeface="TheSansMonoCondensed-Plain"/>
              </a:rPr>
              <a:t>Tock</a:t>
            </a:r>
            <a:endParaRPr lang="en-US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83AFD0-16F9-42BC-9132-AF334326F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098" y="3956757"/>
            <a:ext cx="4426924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print tic and toc for each passed second</a:t>
            </a:r>
            <a:br>
              <a:rPr kumimoji="0" lang="en-US" altLang="en-US" sz="2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ticToc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'Tick'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time.sleep(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'Tock'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time.sleep(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F45712-6A66-4467-805F-46629EF11F72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245133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15: Keeping Time, Scheduling Tasks, &amp; Launching Programs</a:t>
            </a:r>
            <a:br>
              <a:rPr lang="tr-TR" sz="2800" dirty="0"/>
            </a:br>
            <a:br>
              <a:rPr lang="tr-TR" sz="2800" dirty="0"/>
            </a:br>
            <a:r>
              <a:rPr lang="tr-TR" sz="2800" dirty="0" err="1"/>
              <a:t>The</a:t>
            </a:r>
            <a:r>
              <a:rPr lang="tr-TR" sz="2800" dirty="0"/>
              <a:t> </a:t>
            </a:r>
            <a:r>
              <a:rPr lang="tr-TR" sz="2800" dirty="0" err="1"/>
              <a:t>datetime</a:t>
            </a:r>
            <a:r>
              <a:rPr lang="tr-TR" sz="2800" dirty="0"/>
              <a:t> </a:t>
            </a:r>
            <a:r>
              <a:rPr lang="tr-TR" sz="2800" dirty="0" err="1"/>
              <a:t>module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datetime.datetime.now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function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timedelta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Type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Pausing Until a Specific Date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Converting datetime Objects into Strings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Converting Strings into datetime Objects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B38B59A-19D7-4155-82FF-1DB674E042C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l="16283" r="16283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6A9258-4B03-48F9-B983-4E6795BC46DA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461843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6358-8765-4CC0-9697-E2E30212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Rounding</a:t>
            </a:r>
            <a:r>
              <a:rPr lang="tr-TR" dirty="0"/>
              <a:t> </a:t>
            </a:r>
            <a:r>
              <a:rPr lang="tr-TR" dirty="0" err="1"/>
              <a:t>Numbers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DCA444D-E158-4D60-AABB-D9C2778C43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2151896"/>
              </p:ext>
            </p:extLst>
          </p:nvPr>
        </p:nvGraphicFramePr>
        <p:xfrm>
          <a:off x="424206" y="1159497"/>
          <a:ext cx="8404794" cy="4835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4CB1DE-FF53-46F1-A798-80B85FC221A4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56987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6358-8765-4CC0-9697-E2E30212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roundTime</a:t>
            </a:r>
            <a:r>
              <a:rPr kumimoji="0" lang="tr-TR" altLang="en-US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()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BD0104-9F54-4F22-8180-410B690CE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10" y="988672"/>
            <a:ext cx="8129089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#show how round() affects the result displaying time in seconds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roundTime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now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time.time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the time is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now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round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time.time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the time (rounding 2 decimal digits) is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now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round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time.time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the time (rounding 4 decimal digits) is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round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(now)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the time  (without rounding) is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41409-AD71-47BC-B274-DB8CC231B23B}"/>
              </a:ext>
            </a:extLst>
          </p:cNvPr>
          <p:cNvSpPr txBox="1"/>
          <p:nvPr/>
        </p:nvSpPr>
        <p:spPr>
          <a:xfrm>
            <a:off x="699910" y="4792110"/>
            <a:ext cx="60752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the time is 1671742055.5714922</a:t>
            </a:r>
          </a:p>
          <a:p>
            <a:r>
              <a:rPr lang="en-US" dirty="0"/>
              <a:t>Now the time (rounding 2 decimal digits) is 1671742055.57</a:t>
            </a:r>
          </a:p>
          <a:p>
            <a:r>
              <a:rPr lang="en-US" dirty="0"/>
              <a:t>Now the time (rounding 4 decimal digits) is 1671742055.5725</a:t>
            </a:r>
          </a:p>
          <a:p>
            <a:r>
              <a:rPr lang="en-US" dirty="0"/>
              <a:t>Now the time  (without rounding) is 1671742055.5725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7F990-92F3-4587-A012-ECA78D1BC7FD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343664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75B4-052D-4D28-8C67-C96318F0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Project: </a:t>
            </a:r>
            <a:r>
              <a:rPr lang="tr-TR" dirty="0" err="1"/>
              <a:t>Super</a:t>
            </a:r>
            <a:r>
              <a:rPr lang="tr-TR" dirty="0"/>
              <a:t> </a:t>
            </a:r>
            <a:r>
              <a:rPr lang="tr-TR" dirty="0" err="1"/>
              <a:t>Stopwatch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A529185-E6D0-4549-9DF1-78C71CAAD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152670"/>
              </p:ext>
            </p:extLst>
          </p:nvPr>
        </p:nvGraphicFramePr>
        <p:xfrm>
          <a:off x="1005458" y="1053836"/>
          <a:ext cx="7389799" cy="1471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F330513-7318-4B9A-850D-0D9B99B7E3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8301768"/>
              </p:ext>
            </p:extLst>
          </p:nvPr>
        </p:nvGraphicFramePr>
        <p:xfrm>
          <a:off x="339827" y="2766267"/>
          <a:ext cx="7389799" cy="327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D7B5FE-3F4B-4728-8BCE-7FD91F79A3A7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34263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75B4-052D-4D28-8C67-C96318F0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Project: stopwatch.py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6E080D-1F17-440A-82C4-221239857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395820"/>
              </p:ext>
            </p:extLst>
          </p:nvPr>
        </p:nvGraphicFramePr>
        <p:xfrm>
          <a:off x="628649" y="993422"/>
          <a:ext cx="7792861" cy="4971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0A30451-44B9-4C5B-8906-9D68C4A98B3D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384336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0872A-4C9F-443B-A69A-A896C2DD5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77" y="84690"/>
            <a:ext cx="8505000" cy="700356"/>
          </a:xfrm>
        </p:spPr>
        <p:txBody>
          <a:bodyPr/>
          <a:lstStyle/>
          <a:p>
            <a:pPr algn="ctr"/>
            <a:r>
              <a:rPr lang="tr-TR" dirty="0" err="1"/>
              <a:t>stopWatch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8F1D53-AF1F-4D29-9682-413C0F01B5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B5C231F-B584-46B1-A619-32F99DD5C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14" y="878104"/>
            <a:ext cx="6292556" cy="52629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#Project to track how much time spend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stopWatch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"Press ENTER to begin."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"Afterwards, press ENTER to 'click' the stopwatch."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"Press Ctrl - C to quit."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input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press Enter to begin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'Started.'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startTime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time.time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get the first lap's start time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lastTime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startTime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lapNum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 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input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lapTime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round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time.time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-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lastTime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totalTime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round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time.time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-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startTime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'Lap #%s: %s (%s)'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%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lapNum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totalTime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lapTime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lapNum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+=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lastTime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time.time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reset the last lap time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# Handle the Ctrl-C exception to keep its error message from displaying.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except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KeyboardInterrupt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n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Done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BDF483-7DD7-44B2-BC7B-620E1DF14A47}"/>
              </a:ext>
            </a:extLst>
          </p:cNvPr>
          <p:cNvSpPr txBox="1"/>
          <p:nvPr/>
        </p:nvSpPr>
        <p:spPr>
          <a:xfrm>
            <a:off x="5103877" y="2009138"/>
            <a:ext cx="369600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Press ENTER to begin.</a:t>
            </a:r>
          </a:p>
          <a:p>
            <a:r>
              <a:rPr lang="en-US" sz="1400" dirty="0"/>
              <a:t>Afterwards, press ENTER to 'click' the stopwatch.</a:t>
            </a:r>
          </a:p>
          <a:p>
            <a:r>
              <a:rPr lang="en-US" sz="1400" dirty="0"/>
              <a:t>Press Ctrl - C to quit.</a:t>
            </a:r>
          </a:p>
          <a:p>
            <a:endParaRPr lang="en-US" sz="1400" dirty="0"/>
          </a:p>
          <a:p>
            <a:r>
              <a:rPr lang="en-US" sz="1400" dirty="0"/>
              <a:t>Started.</a:t>
            </a:r>
          </a:p>
          <a:p>
            <a:endParaRPr lang="en-US" sz="1400" dirty="0"/>
          </a:p>
          <a:p>
            <a:r>
              <a:rPr lang="en-US" sz="1400" dirty="0"/>
              <a:t>Lap #1: 1.68 (1.68)</a:t>
            </a:r>
          </a:p>
          <a:p>
            <a:r>
              <a:rPr lang="en-US" sz="1400" dirty="0"/>
              <a:t>Lap #2: 3.04 (1.36)</a:t>
            </a:r>
          </a:p>
          <a:p>
            <a:r>
              <a:rPr lang="en-US" sz="1400" dirty="0"/>
              <a:t>Lap #3: 4.22 (1.18)</a:t>
            </a:r>
          </a:p>
          <a:p>
            <a:r>
              <a:rPr lang="en-US" sz="1400" dirty="0"/>
              <a:t>Lap #4: 5.48 (1.27)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E69F8-CDE3-45E4-82C4-77828C9DA19B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380551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D3C7-E06F-4AA9-AF43-DF962BEE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Write </a:t>
            </a:r>
            <a:r>
              <a:rPr lang="tr-TR" dirty="0" err="1"/>
              <a:t>Similar</a:t>
            </a:r>
            <a:r>
              <a:rPr lang="tr-TR" dirty="0"/>
              <a:t> Programs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0F7350-FE8C-46A8-AC25-0FE517A195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7578320"/>
              </p:ext>
            </p:extLst>
          </p:nvPr>
        </p:nvGraphicFramePr>
        <p:xfrm>
          <a:off x="324000" y="1152000"/>
          <a:ext cx="8323289" cy="4940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E97DD-072C-4D37-B476-D32D3A4E86C7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855305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170D-9584-4921-B5B8-886266F33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169333"/>
            <a:ext cx="8505000" cy="694667"/>
          </a:xfrm>
        </p:spPr>
        <p:txBody>
          <a:bodyPr/>
          <a:lstStyle/>
          <a:p>
            <a:pPr algn="ctr"/>
            <a:r>
              <a:rPr lang="en-US" dirty="0"/>
              <a:t>The datetime Module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AE9CB2-CD43-47D4-B0B8-3DDCCD277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705461"/>
              </p:ext>
            </p:extLst>
          </p:nvPr>
        </p:nvGraphicFramePr>
        <p:xfrm>
          <a:off x="2610000" y="1326773"/>
          <a:ext cx="4290530" cy="4204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52E2400-A486-4D34-9240-395F0BE562F2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616756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170D-9584-4921-B5B8-886266F33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169333"/>
            <a:ext cx="8505000" cy="694667"/>
          </a:xfrm>
        </p:spPr>
        <p:txBody>
          <a:bodyPr/>
          <a:lstStyle/>
          <a:p>
            <a:pPr algn="ctr"/>
            <a:r>
              <a:rPr lang="en-US" dirty="0"/>
              <a:t>The datetime Module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AE9CB2-CD43-47D4-B0B8-3DDCCD277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611044"/>
              </p:ext>
            </p:extLst>
          </p:nvPr>
        </p:nvGraphicFramePr>
        <p:xfrm>
          <a:off x="419694" y="1536405"/>
          <a:ext cx="8505000" cy="3785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DFDCECC-6D3F-48B6-AAB4-75E5A7955876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637455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7D28-DF3D-47A5-98D5-FB1166434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180622"/>
            <a:ext cx="8505000" cy="683378"/>
          </a:xfrm>
        </p:spPr>
        <p:txBody>
          <a:bodyPr/>
          <a:lstStyle/>
          <a:p>
            <a:pPr algn="ctr"/>
            <a:r>
              <a:rPr lang="tr-TR" dirty="0"/>
              <a:t>Using </a:t>
            </a:r>
            <a:r>
              <a:rPr lang="tr-TR" dirty="0" err="1"/>
              <a:t>datetime</a:t>
            </a:r>
            <a:r>
              <a:rPr lang="tr-TR" dirty="0"/>
              <a:t>() </a:t>
            </a:r>
            <a:r>
              <a:rPr lang="tr-TR" dirty="0" err="1"/>
              <a:t>values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CD036-70C6-4B6F-B8E2-01CEBABD7BC7}"/>
              </a:ext>
            </a:extLst>
          </p:cNvPr>
          <p:cNvSpPr txBox="1"/>
          <p:nvPr/>
        </p:nvSpPr>
        <p:spPr>
          <a:xfrm>
            <a:off x="324000" y="4923052"/>
            <a:ext cx="73072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Last date time info 2022-12-19 12:45:56.488220</a:t>
            </a:r>
          </a:p>
          <a:p>
            <a:r>
              <a:rPr lang="en-US" dirty="0"/>
              <a:t>Year: 2022, Month: 12, Day: 19</a:t>
            </a:r>
          </a:p>
          <a:p>
            <a:r>
              <a:rPr lang="en-US" dirty="0"/>
              <a:t>Hour: 12, Minute: 45, Second: 56</a:t>
            </a:r>
          </a:p>
          <a:p>
            <a:r>
              <a:rPr lang="en-US" dirty="0"/>
              <a:t>date time info for 2015, 10, 21, 16, 29, 0 is 2015-10-21 16:29:00</a:t>
            </a:r>
          </a:p>
          <a:p>
            <a:r>
              <a:rPr lang="en-US" dirty="0"/>
              <a:t>Year: 2015, Month: 10, Day: 21</a:t>
            </a:r>
          </a:p>
          <a:p>
            <a:r>
              <a:rPr lang="en-US" dirty="0"/>
              <a:t>Hour: 16, Minute: 29, Second: 0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3CC29A2-10BE-454C-A52E-F48E72D856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4000" y="896948"/>
            <a:ext cx="8505000" cy="3762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2000" dirty="0" err="1">
                <a:solidFill>
                  <a:srgbClr val="00627A"/>
                </a:solidFill>
                <a:latin typeface="JetBrains Mono"/>
              </a:rPr>
              <a:t>printDateTimeExamples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dt = 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datetime.datetime.now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()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20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rgbClr val="067D17"/>
                </a:solidFill>
                <a:latin typeface="JetBrains Mono"/>
              </a:rPr>
              <a:t>f"Last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 date time info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20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rgbClr val="067D17"/>
                </a:solidFill>
                <a:latin typeface="JetBrains Mono"/>
              </a:rPr>
              <a:t>f"Year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dt.year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, Month: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dt.month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, Day: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dt.day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20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rgbClr val="067D17"/>
                </a:solidFill>
                <a:latin typeface="JetBrains Mono"/>
              </a:rPr>
              <a:t>f"Hour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dt.hour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, Minute: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dt.minute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, Second: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dt.second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dt = 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datetime.datetime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>
                <a:solidFill>
                  <a:srgbClr val="1750EB"/>
                </a:solidFill>
                <a:latin typeface="JetBrains Mono"/>
              </a:rPr>
              <a:t>2015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2000" dirty="0">
                <a:solidFill>
                  <a:srgbClr val="1750EB"/>
                </a:solidFill>
                <a:latin typeface="JetBrains Mono"/>
              </a:rPr>
              <a:t>10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2000" dirty="0">
                <a:solidFill>
                  <a:srgbClr val="1750EB"/>
                </a:solidFill>
                <a:latin typeface="JetBrains Mono"/>
              </a:rPr>
              <a:t>21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2000" dirty="0">
                <a:solidFill>
                  <a:srgbClr val="1750EB"/>
                </a:solidFill>
                <a:latin typeface="JetBrains Mono"/>
              </a:rPr>
              <a:t>16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2000" dirty="0">
                <a:solidFill>
                  <a:srgbClr val="1750EB"/>
                </a:solidFill>
                <a:latin typeface="JetBrains Mono"/>
              </a:rPr>
              <a:t>29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20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20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rgbClr val="067D17"/>
                </a:solidFill>
                <a:latin typeface="JetBrains Mono"/>
              </a:rPr>
              <a:t>f"date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 time info for 2015, 10, 21, 16, 29, 0 is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20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rgbClr val="067D17"/>
                </a:solidFill>
                <a:latin typeface="JetBrains Mono"/>
              </a:rPr>
              <a:t>f"Year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dt.year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, Month: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dt.month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, Day: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dt.day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20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rgbClr val="067D17"/>
                </a:solidFill>
                <a:latin typeface="JetBrains Mono"/>
              </a:rPr>
              <a:t>f"Hour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dt.hour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, Minute: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dt.minute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, Second: 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dt.second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14AF7-015E-4421-A66F-A645D6D9988A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171706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2725-C11E-4676-BE71-D696F1B2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146756"/>
            <a:ext cx="8505000" cy="717244"/>
          </a:xfrm>
        </p:spPr>
        <p:txBody>
          <a:bodyPr/>
          <a:lstStyle/>
          <a:p>
            <a:pPr algn="ctr"/>
            <a:r>
              <a:rPr lang="en-US" i="1" dirty="0" err="1"/>
              <a:t>datetime.datetime.fromtimestamp</a:t>
            </a:r>
            <a:r>
              <a:rPr lang="en-US" i="1" dirty="0"/>
              <a:t>()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4E950B-699A-4F61-B307-D17D0B3CA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48331"/>
              </p:ext>
            </p:extLst>
          </p:nvPr>
        </p:nvGraphicFramePr>
        <p:xfrm>
          <a:off x="324000" y="1152000"/>
          <a:ext cx="8505000" cy="4068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4CBB93-5D60-4E30-B510-2D3D81256391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745070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898" y="191911"/>
            <a:ext cx="7564203" cy="672089"/>
          </a:xfrm>
        </p:spPr>
        <p:txBody>
          <a:bodyPr/>
          <a:lstStyle/>
          <a:p>
            <a:pPr algn="ctr"/>
            <a:r>
              <a:rPr lang="en-US" dirty="0" err="1"/>
              <a:t>displayUnixEpocTime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BA032F5-249F-4B55-AA21-7C985DFCE4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9897" y="864000"/>
            <a:ext cx="7564203" cy="3762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600" dirty="0" err="1">
                <a:solidFill>
                  <a:srgbClr val="00627A"/>
                </a:solidFill>
                <a:latin typeface="JetBrains Mono"/>
              </a:rPr>
              <a:t>displayUnixEpocTime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etAfterMillionSeconds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datetime.datetime.fromtimestamp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f"the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Unix epoch is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etAfterMillionSeconds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# Calling </a:t>
            </a:r>
            <a:r>
              <a:rPr lang="en-US" altLang="en-US" sz="1600" i="1" dirty="0" err="1">
                <a:solidFill>
                  <a:srgbClr val="8C8C8C"/>
                </a:solidFill>
                <a:latin typeface="JetBrains Mono"/>
              </a:rPr>
              <a:t>datetime.datetime.fromtimestamp</a:t>
            </a: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() and passing it 1000000 returns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    # a datetime object for the moment 1,000,000 seconds after the Unix epoch.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etAfterMillionSeconds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datetime.datetime.fromtimestamp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1000000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f"1,000,000 seconds after the Unix epoch is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etAfterMillionSeconds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dtNow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datetime.datetime.now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f"Current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Date Time using 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datetime.now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is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dtNow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# Passing </a:t>
            </a:r>
            <a:r>
              <a:rPr lang="en-US" altLang="en-US" sz="1600" i="1" dirty="0" err="1">
                <a:solidFill>
                  <a:srgbClr val="8C8C8C"/>
                </a:solidFill>
                <a:latin typeface="JetBrains Mono"/>
              </a:rPr>
              <a:t>time.time</a:t>
            </a: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(), the Unix epoch timestamp for the current moment,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    # returns a datetime object for the current moment.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etNow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datetime.datetime.fromtimestamp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time.time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f"Current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Date Time using 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fromtimestamp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function is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etNow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789897" y="4803791"/>
            <a:ext cx="75642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Unix epoch is 1970-01-01 03:00:00</a:t>
            </a:r>
          </a:p>
          <a:p>
            <a:r>
              <a:rPr lang="en-US" sz="1600" dirty="0"/>
              <a:t>1,000,000 seconds after the Unix epoch is 1970-01-12 16:46:40</a:t>
            </a:r>
          </a:p>
          <a:p>
            <a:r>
              <a:rPr lang="en-US" sz="1600" dirty="0"/>
              <a:t>Current Date Time using </a:t>
            </a:r>
            <a:r>
              <a:rPr lang="en-US" sz="1600" dirty="0" err="1"/>
              <a:t>datetime.now</a:t>
            </a:r>
            <a:r>
              <a:rPr lang="en-US" sz="1600" dirty="0"/>
              <a:t> is 2022-12-19 14:11:15.537844</a:t>
            </a:r>
          </a:p>
          <a:p>
            <a:r>
              <a:rPr lang="en-US" sz="1600" dirty="0"/>
              <a:t>Current Date Time using </a:t>
            </a:r>
            <a:r>
              <a:rPr lang="en-US" sz="1600" dirty="0" err="1"/>
              <a:t>fromtimestamp</a:t>
            </a:r>
            <a:r>
              <a:rPr lang="en-US" sz="1600" dirty="0"/>
              <a:t> function is 2022-12-19 14:11:15.537845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C4122-6AFA-4727-AB65-02DC0D68ADCE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605853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Comparing</a:t>
            </a:r>
            <a:r>
              <a:rPr lang="tr-TR" dirty="0"/>
              <a:t> </a:t>
            </a:r>
            <a:r>
              <a:rPr lang="tr-TR" dirty="0" err="1"/>
              <a:t>datetime</a:t>
            </a:r>
            <a:r>
              <a:rPr lang="tr-TR" dirty="0"/>
              <a:t> </a:t>
            </a:r>
            <a:r>
              <a:rPr lang="tr-TR" dirty="0" err="1"/>
              <a:t>objects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597F4D-813B-4FB2-A76E-79A7AE52F4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675886"/>
              </p:ext>
            </p:extLst>
          </p:nvPr>
        </p:nvGraphicFramePr>
        <p:xfrm>
          <a:off x="324000" y="1152000"/>
          <a:ext cx="8505000" cy="46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D6B8C2-2F77-4F14-A8FC-DC376D815667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56918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5528"/>
            <a:ext cx="7886700" cy="578947"/>
          </a:xfrm>
        </p:spPr>
        <p:txBody>
          <a:bodyPr/>
          <a:lstStyle/>
          <a:p>
            <a:pPr algn="ctr"/>
            <a:r>
              <a:rPr lang="en-US" dirty="0" err="1"/>
              <a:t>compareSomeSpecialDates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626886" y="5303975"/>
            <a:ext cx="57532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Halloween in 2015 is on 31st of October</a:t>
            </a:r>
          </a:p>
          <a:p>
            <a:r>
              <a:rPr lang="en-US" sz="1600" dirty="0"/>
              <a:t>The Halloween in 2015 is before the first day Eve of 2016</a:t>
            </a:r>
          </a:p>
          <a:p>
            <a:r>
              <a:rPr lang="en-US" sz="1600" dirty="0"/>
              <a:t>First day Eve of 2016 is not on 31st of October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2B42BC-ACF7-4A1C-AE45-560EAFABFD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989870"/>
            <a:ext cx="8108950" cy="41626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400" dirty="0" err="1">
                <a:solidFill>
                  <a:srgbClr val="00627A"/>
                </a:solidFill>
                <a:latin typeface="JetBrains Mono"/>
              </a:rPr>
              <a:t>compareSomeSpecialDates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4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halloween2015 = </a:t>
            </a:r>
            <a:r>
              <a:rPr lang="en-US" altLang="en-US" sz="1400" dirty="0" err="1">
                <a:solidFill>
                  <a:srgbClr val="080808"/>
                </a:solidFill>
                <a:latin typeface="JetBrains Mono"/>
              </a:rPr>
              <a:t>datetime.datetime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2015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10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31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newyears2016 = </a:t>
            </a:r>
            <a:r>
              <a:rPr lang="en-US" altLang="en-US" sz="1400" dirty="0" err="1">
                <a:solidFill>
                  <a:srgbClr val="080808"/>
                </a:solidFill>
                <a:latin typeface="JetBrains Mono"/>
              </a:rPr>
              <a:t>datetime.datetime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2016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oct31Of2015 = </a:t>
            </a:r>
            <a:r>
              <a:rPr lang="en-US" altLang="en-US" sz="1400" dirty="0" err="1">
                <a:solidFill>
                  <a:srgbClr val="080808"/>
                </a:solidFill>
                <a:latin typeface="JetBrains Mono"/>
              </a:rPr>
              <a:t>datetime.datetime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2015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10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31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4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(halloween2015 == oct31Of2015):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4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400" dirty="0">
                <a:solidFill>
                  <a:srgbClr val="067D17"/>
                </a:solidFill>
                <a:latin typeface="JetBrains Mono"/>
              </a:rPr>
              <a:t>"The Halloween in 2015 is on 31st of October"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400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: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4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400" dirty="0">
                <a:solidFill>
                  <a:srgbClr val="067D17"/>
                </a:solidFill>
                <a:latin typeface="JetBrains Mono"/>
              </a:rPr>
              <a:t>"Halloween in 2015 is on a different date than 31st of October"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4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(halloween2015 &gt; newyears2016):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4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400" dirty="0">
                <a:solidFill>
                  <a:srgbClr val="067D17"/>
                </a:solidFill>
                <a:latin typeface="JetBrains Mono"/>
              </a:rPr>
              <a:t>"The Halloween in 2015 is after the first day Eve of 2016"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400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: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4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400" dirty="0">
                <a:solidFill>
                  <a:srgbClr val="067D17"/>
                </a:solidFill>
                <a:latin typeface="JetBrains Mono"/>
              </a:rPr>
              <a:t>"The Halloween in 2015 is before the first day Eve of 2016"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4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(newyears2016 != oct31Of2015):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4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400" dirty="0">
                <a:solidFill>
                  <a:srgbClr val="067D17"/>
                </a:solidFill>
                <a:latin typeface="JetBrains Mono"/>
              </a:rPr>
              <a:t>"First day Eve of 2016 is not on 31st of October"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400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:</a:t>
            </a:r>
            <a:br>
              <a:rPr lang="en-US" altLang="en-US" sz="14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4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400" dirty="0">
                <a:solidFill>
                  <a:srgbClr val="067D17"/>
                </a:solidFill>
                <a:latin typeface="JetBrains Mono"/>
              </a:rPr>
              <a:t>"First day Eve of 2016 is on 31st of October"</a:t>
            </a:r>
            <a:r>
              <a:rPr lang="en-US" altLang="en-US" sz="1400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DB1F94-126D-4FBE-9A42-0866C550EE3C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655873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timedelta</a:t>
            </a:r>
            <a:r>
              <a:rPr lang="tr-TR" dirty="0"/>
              <a:t> Data </a:t>
            </a:r>
            <a:r>
              <a:rPr lang="tr-TR" dirty="0" err="1"/>
              <a:t>Type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8CAA3E-F771-4D0D-A62C-6ED919FB16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606053"/>
              </p:ext>
            </p:extLst>
          </p:nvPr>
        </p:nvGraphicFramePr>
        <p:xfrm>
          <a:off x="324000" y="1151999"/>
          <a:ext cx="8505000" cy="5485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658FFD6-39D4-41F0-BDF0-4C9FF287BAFA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350886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timedelta</a:t>
            </a:r>
            <a:r>
              <a:rPr lang="tr-TR" dirty="0"/>
              <a:t> Data </a:t>
            </a:r>
            <a:r>
              <a:rPr lang="tr-TR" dirty="0" err="1"/>
              <a:t>Type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5C5C50-B62B-46EE-B671-50F7C939A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07865"/>
              </p:ext>
            </p:extLst>
          </p:nvPr>
        </p:nvGraphicFramePr>
        <p:xfrm>
          <a:off x="324000" y="1152000"/>
          <a:ext cx="8505000" cy="555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5AAB64D-35B9-48AF-B0A5-5D93A53263B2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226063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compareSomeSpecialDates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722490" y="4774764"/>
            <a:ext cx="57532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Days: 11 Seconds: 36548 Microseconds: 0</a:t>
            </a:r>
          </a:p>
          <a:p>
            <a:r>
              <a:rPr lang="en-US" sz="1600" dirty="0"/>
              <a:t>The total duration passed is 986948.0 seconds</a:t>
            </a:r>
          </a:p>
          <a:p>
            <a:r>
              <a:rPr lang="en-US" sz="1600" dirty="0"/>
              <a:t>Human readable format of the time delta is 11 days, 10:09:08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E644298-29A9-45FF-B039-8944C6FFED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2490" y="948338"/>
            <a:ext cx="7334996" cy="3516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600">
                <a:solidFill>
                  <a:srgbClr val="00627A"/>
                </a:solidFill>
                <a:latin typeface="JetBrains Mono"/>
              </a:rPr>
              <a:t>displayTimeDeltaInfo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60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i="1">
                <a:solidFill>
                  <a:srgbClr val="8C8C8C"/>
                </a:solidFill>
                <a:latin typeface="JetBrains Mono"/>
              </a:rPr>
              <a:t>#to create a timedelta object, we use the datetime.timedelta() function</a:t>
            </a:r>
            <a:br>
              <a:rPr lang="en-US" altLang="en-US" sz="1600" i="1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i="1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delta = datetime.timedelta(</a:t>
            </a:r>
            <a:r>
              <a:rPr lang="en-US" altLang="en-US" sz="1600">
                <a:solidFill>
                  <a:srgbClr val="660099"/>
                </a:solidFill>
                <a:latin typeface="JetBrains Mono"/>
              </a:rPr>
              <a:t>days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600">
                <a:solidFill>
                  <a:srgbClr val="1750EB"/>
                </a:solidFill>
                <a:latin typeface="JetBrains Mono"/>
              </a:rPr>
              <a:t>11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>
                <a:solidFill>
                  <a:srgbClr val="660099"/>
                </a:solidFill>
                <a:latin typeface="JetBrains Mono"/>
              </a:rPr>
              <a:t>hours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600">
                <a:solidFill>
                  <a:srgbClr val="1750EB"/>
                </a:solidFill>
                <a:latin typeface="JetBrains Mono"/>
              </a:rPr>
              <a:t>10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>
                <a:solidFill>
                  <a:srgbClr val="660099"/>
                </a:solidFill>
                <a:latin typeface="JetBrains Mono"/>
              </a:rPr>
              <a:t>minutes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600">
                <a:solidFill>
                  <a:srgbClr val="1750EB"/>
                </a:solidFill>
                <a:latin typeface="JetBrains Mono"/>
              </a:rPr>
              <a:t>9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>
                <a:solidFill>
                  <a:srgbClr val="660099"/>
                </a:solidFill>
                <a:latin typeface="JetBrains Mono"/>
              </a:rPr>
              <a:t>seconds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600">
                <a:solidFill>
                  <a:srgbClr val="1750EB"/>
                </a:solidFill>
                <a:latin typeface="JetBrains Mono"/>
              </a:rPr>
              <a:t>8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>
                <a:solidFill>
                  <a:srgbClr val="067D17"/>
                </a:solidFill>
                <a:latin typeface="JetBrains Mono"/>
              </a:rPr>
              <a:t>f"Days: </a:t>
            </a:r>
            <a:r>
              <a:rPr lang="en-US" altLang="en-US" sz="160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delta.days</a:t>
            </a:r>
            <a:r>
              <a:rPr lang="en-US" altLang="en-US" sz="160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>
                <a:solidFill>
                  <a:srgbClr val="067D17"/>
                </a:solidFill>
                <a:latin typeface="JetBrains Mono"/>
              </a:rPr>
              <a:t> Seconds: </a:t>
            </a:r>
            <a:r>
              <a:rPr lang="en-US" altLang="en-US" sz="160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delta.seconds</a:t>
            </a:r>
            <a:r>
              <a:rPr lang="en-US" altLang="en-US" sz="160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>
                <a:solidFill>
                  <a:srgbClr val="067D17"/>
                </a:solidFill>
                <a:latin typeface="JetBrains Mono"/>
              </a:rPr>
              <a:t> Microseconds: </a:t>
            </a:r>
            <a:r>
              <a:rPr lang="en-US" altLang="en-US" sz="160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delta.microseconds</a:t>
            </a:r>
            <a:r>
              <a:rPr lang="en-US" altLang="en-US" sz="160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>
                <a:solidFill>
                  <a:srgbClr val="080808"/>
                </a:solidFill>
                <a:latin typeface="JetBrains Mono"/>
              </a:rPr>
            </a:br>
            <a:br>
              <a:rPr lang="en-US" altLang="en-US" sz="160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i="1">
                <a:solidFill>
                  <a:srgbClr val="8C8C8C"/>
                </a:solidFill>
                <a:latin typeface="JetBrains Mono"/>
              </a:rPr>
              <a:t># return the duration in number of seconds alone</a:t>
            </a:r>
            <a:br>
              <a:rPr lang="en-US" altLang="en-US" sz="1600" i="1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i="1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duration = delta.total_seconds()</a:t>
            </a:r>
            <a:br>
              <a:rPr lang="en-US" altLang="en-US" sz="160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>
                <a:solidFill>
                  <a:srgbClr val="067D17"/>
                </a:solidFill>
                <a:latin typeface="JetBrains Mono"/>
              </a:rPr>
              <a:t>f"The total duration passed is </a:t>
            </a:r>
            <a:r>
              <a:rPr lang="en-US" altLang="en-US" sz="160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duration</a:t>
            </a:r>
            <a:r>
              <a:rPr lang="en-US" altLang="en-US" sz="160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>
                <a:solidFill>
                  <a:srgbClr val="067D17"/>
                </a:solidFill>
                <a:latin typeface="JetBrains Mono"/>
              </a:rPr>
              <a:t> seconds" 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>
                <a:solidFill>
                  <a:srgbClr val="080808"/>
                </a:solidFill>
                <a:latin typeface="JetBrains Mono"/>
              </a:rPr>
            </a:br>
            <a:br>
              <a:rPr lang="en-US" altLang="en-US" sz="160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i="1">
                <a:solidFill>
                  <a:srgbClr val="8C8C8C"/>
                </a:solidFill>
                <a:latin typeface="JetBrains Mono"/>
              </a:rPr>
              <a:t># Passing a timedelta object to str() will return a nicely formatted,</a:t>
            </a:r>
            <a:br>
              <a:rPr lang="en-US" altLang="en-US" sz="1600" i="1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i="1">
                <a:solidFill>
                  <a:srgbClr val="8C8C8C"/>
                </a:solidFill>
                <a:latin typeface="JetBrains Mono"/>
              </a:rPr>
              <a:t>    # human-readable string representation of the object</a:t>
            </a:r>
            <a:br>
              <a:rPr lang="en-US" altLang="en-US" sz="1600" i="1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i="1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dStr = </a:t>
            </a:r>
            <a:r>
              <a:rPr lang="en-US" altLang="en-US" sz="1600">
                <a:solidFill>
                  <a:srgbClr val="000080"/>
                </a:solidFill>
                <a:latin typeface="JetBrains Mono"/>
              </a:rPr>
              <a:t>str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(delta)</a:t>
            </a:r>
            <a:br>
              <a:rPr lang="en-US" altLang="en-US" sz="160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>
                <a:solidFill>
                  <a:srgbClr val="067D17"/>
                </a:solidFill>
                <a:latin typeface="JetBrains Mono"/>
              </a:rPr>
              <a:t>f"Human readable format of the time delta is </a:t>
            </a:r>
            <a:r>
              <a:rPr lang="en-US" altLang="en-US" sz="160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dStr</a:t>
            </a:r>
            <a:r>
              <a:rPr lang="en-US" altLang="en-US" sz="1600">
                <a:solidFill>
                  <a:srgbClr val="0037A6"/>
                </a:solidFill>
                <a:latin typeface="JetBrains Mono"/>
              </a:rPr>
              <a:t>} </a:t>
            </a:r>
            <a:r>
              <a:rPr lang="en-US" altLang="en-US" sz="160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36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20E33-1C03-4EBA-8B97-5DC0CE1303E8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149937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Finding</a:t>
            </a:r>
            <a:r>
              <a:rPr lang="tr-TR" dirty="0"/>
              <a:t> </a:t>
            </a:r>
            <a:r>
              <a:rPr lang="tr-TR" dirty="0" err="1"/>
              <a:t>Days</a:t>
            </a:r>
            <a:r>
              <a:rPr lang="tr-TR" dirty="0"/>
              <a:t> </a:t>
            </a:r>
            <a:r>
              <a:rPr lang="tr-TR" dirty="0" err="1"/>
              <a:t>Passing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 </a:t>
            </a:r>
            <a:r>
              <a:rPr lang="tr-TR" dirty="0" err="1"/>
              <a:t>Date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4802AB-89C6-4769-B594-F4396FB79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854839"/>
              </p:ext>
            </p:extLst>
          </p:nvPr>
        </p:nvGraphicFramePr>
        <p:xfrm>
          <a:off x="319500" y="1470178"/>
          <a:ext cx="8505000" cy="4122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241CC6D-0F81-4BE6-983D-BF82E5B6EF76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484943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Finding</a:t>
            </a:r>
            <a:r>
              <a:rPr lang="tr-TR" dirty="0"/>
              <a:t> </a:t>
            </a:r>
            <a:r>
              <a:rPr lang="tr-TR" dirty="0" err="1"/>
              <a:t>Days</a:t>
            </a:r>
            <a:r>
              <a:rPr lang="tr-TR" dirty="0"/>
              <a:t> </a:t>
            </a:r>
            <a:r>
              <a:rPr lang="tr-TR" dirty="0" err="1"/>
              <a:t>Passing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 </a:t>
            </a:r>
            <a:r>
              <a:rPr lang="tr-TR" dirty="0" err="1"/>
              <a:t>Date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4802AB-89C6-4769-B594-F4396FB79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842846"/>
              </p:ext>
            </p:extLst>
          </p:nvPr>
        </p:nvGraphicFramePr>
        <p:xfrm>
          <a:off x="319500" y="965601"/>
          <a:ext cx="8505000" cy="57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CBEE712-1BA7-41BD-B360-7016274D65C6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338191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findDaysAfterNow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201286" y="5093971"/>
            <a:ext cx="69154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Current date time	</a:t>
            </a:r>
            <a:r>
              <a:rPr lang="tr-TR" dirty="0"/>
              <a:t>	</a:t>
            </a:r>
            <a:r>
              <a:rPr lang="en-US" dirty="0"/>
              <a:t>:	2022-12-20 09:39:31.818248</a:t>
            </a:r>
          </a:p>
          <a:p>
            <a:r>
              <a:rPr lang="en-US" dirty="0"/>
              <a:t>1000 days from now	:	2025-09-15 09:39:31.818248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90B7E9F-6F8C-4FFC-9C42-0D1C0ECF7F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460" y="1645581"/>
            <a:ext cx="8007080" cy="22236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 dirty="0">
                <a:solidFill>
                  <a:srgbClr val="8C8C8C"/>
                </a:solidFill>
                <a:latin typeface="JetBrains Mono"/>
              </a:rPr>
              <a:t>#Calculates and prints the date time information</a:t>
            </a:r>
            <a:endParaRPr lang="tr-TR" altLang="en-US" sz="2000" i="1" dirty="0">
              <a:solidFill>
                <a:srgbClr val="8C8C8C"/>
              </a:solidFill>
              <a:latin typeface="JetBrains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tr-TR" altLang="en-US" sz="2000" i="1" dirty="0">
                <a:solidFill>
                  <a:srgbClr val="8C8C8C"/>
                </a:solidFill>
                <a:latin typeface="JetBrains Mono"/>
              </a:rPr>
              <a:t>#</a:t>
            </a:r>
            <a:r>
              <a:rPr lang="en-US" altLang="en-US" sz="2000" i="1" dirty="0">
                <a:solidFill>
                  <a:srgbClr val="8C8C8C"/>
                </a:solidFill>
                <a:latin typeface="JetBrains Mono"/>
              </a:rPr>
              <a:t> after passing a number of days from now</a:t>
            </a:r>
            <a:br>
              <a:rPr lang="en-US" altLang="en-US" sz="20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2000" dirty="0" err="1">
                <a:solidFill>
                  <a:srgbClr val="00627A"/>
                </a:solidFill>
                <a:latin typeface="JetBrains Mono"/>
              </a:rPr>
              <a:t>findDaysAfterNow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paramDays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dt = 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datetime.datetime.now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()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20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rgbClr val="067D17"/>
                </a:solidFill>
                <a:latin typeface="JetBrains Mono"/>
              </a:rPr>
              <a:t>f"Current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 date time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\t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: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\t{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thousandDays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datetime.timedelta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>
                <a:solidFill>
                  <a:srgbClr val="660099"/>
                </a:solidFill>
                <a:latin typeface="JetBrains Mono"/>
              </a:rPr>
              <a:t>days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paramDays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20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20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f"</a:t>
            </a:r>
            <a:r>
              <a:rPr lang="tr-TR" altLang="en-US" sz="2000" dirty="0">
                <a:solidFill>
                  <a:srgbClr val="067D17"/>
                </a:solidFill>
                <a:latin typeface="JetBrains Mono"/>
              </a:rPr>
              <a:t>{</a:t>
            </a:r>
            <a:r>
              <a:rPr lang="tr-TR" altLang="en-US" sz="2000" dirty="0" err="1">
                <a:solidFill>
                  <a:srgbClr val="067D17"/>
                </a:solidFill>
                <a:latin typeface="JetBrains Mono"/>
              </a:rPr>
              <a:t>paramDays</a:t>
            </a:r>
            <a:r>
              <a:rPr lang="tr-TR" altLang="en-US" sz="2000" dirty="0">
                <a:solidFill>
                  <a:srgbClr val="067D17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 days from now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\t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: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\t{</a:t>
            </a:r>
            <a:r>
              <a:rPr lang="en-US" altLang="en-US" sz="2000" dirty="0" err="1">
                <a:solidFill>
                  <a:srgbClr val="080808"/>
                </a:solidFill>
                <a:latin typeface="JetBrains Mono"/>
              </a:rPr>
              <a:t>dt+thousandDays</a:t>
            </a:r>
            <a:r>
              <a:rPr lang="en-US" altLang="en-US" sz="20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20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2000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4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F1F50-3E7D-4165-8437-7FCC685D413C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525113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Operators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C43E73-AA03-49D1-AA16-6864CC7EA4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2919111"/>
              </p:ext>
            </p:extLst>
          </p:nvPr>
        </p:nvGraphicFramePr>
        <p:xfrm>
          <a:off x="324000" y="1152000"/>
          <a:ext cx="8505000" cy="4004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2A035BD-51BC-44E3-AE06-F4836EA5A72D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686527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findYearsAfter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57544" y="4357359"/>
            <a:ext cx="86714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30 years from 2015-10-21 16:29:00	:	2045-10-13 16:29:00</a:t>
            </a:r>
          </a:p>
          <a:p>
            <a:r>
              <a:rPr lang="en-US" sz="1600" dirty="0"/>
              <a:t>30 years before 2015-10-21 16:29:00	:	1985-10-28 16:29:00</a:t>
            </a:r>
          </a:p>
          <a:p>
            <a:r>
              <a:rPr lang="en-US" sz="1600" dirty="0"/>
              <a:t>Current date time	:	2022-12-20 10:03:55.799449</a:t>
            </a:r>
          </a:p>
          <a:p>
            <a:r>
              <a:rPr lang="en-US" sz="1600" dirty="0"/>
              <a:t>30 years from 2022-12-20 10:03:55.799449	:	2052-12-12 10:03:55.799449</a:t>
            </a:r>
          </a:p>
          <a:p>
            <a:r>
              <a:rPr lang="en-US" sz="1600" dirty="0"/>
              <a:t>2 * 30 (or 60) years before 2022-12-20 10:03:55.799449	:	1963-01-04 10:03:55.799449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FC6159-593F-4738-A1C4-3C85D24E73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544" y="1221838"/>
            <a:ext cx="8671455" cy="27776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#Calculates and prints the date time information after passing a number of years from given date time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600" dirty="0" err="1">
                <a:solidFill>
                  <a:srgbClr val="00627A"/>
                </a:solidFill>
                <a:latin typeface="JetBrains Mono"/>
              </a:rPr>
              <a:t>findYearsAfter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paramYears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dt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2015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10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21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16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29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yearsAfter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datetime.timedelta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660099"/>
                </a:solidFill>
                <a:latin typeface="JetBrains Mono"/>
              </a:rPr>
              <a:t>days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365 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*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30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f"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paramYears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years from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}\t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: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\t{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dt +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yearsAfter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f"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paramYears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years before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}\t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: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\t{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dt -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yearsAfter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dt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datetime.datetime.now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f"Current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date time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\t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: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\t{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f"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paramYears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years from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}\t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: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\t{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dt +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yearsAfter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f"2 *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paramYears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(or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*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paramYears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) years before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}\t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: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\t{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dt -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2 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*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yearsAfter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56904-AFC8-4A53-BF99-B68330210027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3411772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Pausing Until a Specific Date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23F6F3-C69C-46F1-86DD-7CDCA1D5C0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7257004"/>
              </p:ext>
            </p:extLst>
          </p:nvPr>
        </p:nvGraphicFramePr>
        <p:xfrm>
          <a:off x="324000" y="1152000"/>
          <a:ext cx="8505000" cy="3738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17BBD1-1698-439D-88A7-4F2634961506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977998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findYearsAfter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607395" y="4546638"/>
            <a:ext cx="78400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Notice, going to wait until 2022-12-20 13:41:40.517478 (0:01:30 seconds from now on) ...</a:t>
            </a:r>
          </a:p>
          <a:p>
            <a:r>
              <a:rPr lang="en-US" sz="1600" dirty="0"/>
              <a:t>1 2 3 4 5 6 7 8 9 10 11 12 13 14 15 16 17 18 19 20 21 22 23 24 25 26 27 28 29 30 </a:t>
            </a:r>
          </a:p>
          <a:p>
            <a:r>
              <a:rPr lang="en-US" sz="1600" dirty="0"/>
              <a:t>31 32 33 34 35 36 37 38 39 40 41 42 43 44 45 46 47 48 49 50 51 52 53 54 55 56 57 58 59 60 </a:t>
            </a:r>
          </a:p>
          <a:p>
            <a:r>
              <a:rPr lang="en-US" sz="1600" dirty="0"/>
              <a:t>61 62 63 64 65 66 67 68 69 70 71 72 73 74 75 76 77 78 79 80 81 82 83 84 85 86 87 88 89 90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48EAB0-A880-4553-856D-D9574FBEB1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7395" y="1234144"/>
            <a:ext cx="8212605" cy="3023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#Wait until a specific time passes. The argument is the duration in </a:t>
            </a:r>
            <a:r>
              <a:rPr lang="en-US" altLang="en-US" sz="1600" i="1" dirty="0" err="1">
                <a:solidFill>
                  <a:srgbClr val="8C8C8C"/>
                </a:solidFill>
                <a:latin typeface="JetBrains Mono"/>
              </a:rPr>
              <a:t>timedelta</a:t>
            </a: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 format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600" dirty="0" err="1">
                <a:solidFill>
                  <a:srgbClr val="00627A"/>
                </a:solidFill>
                <a:latin typeface="JetBrains Mono"/>
              </a:rPr>
              <a:t>waitForDeltaTime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paramDelta:</a:t>
            </a:r>
            <a:r>
              <a:rPr lang="en-US" altLang="en-US" sz="1600" dirty="0" err="1">
                <a:solidFill>
                  <a:srgbClr val="000000"/>
                </a:solidFill>
                <a:latin typeface="JetBrains Mono"/>
              </a:rPr>
              <a:t>datetime.timedelta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808080"/>
                </a:solidFill>
                <a:latin typeface="JetBrains Mono"/>
              </a:rPr>
              <a:t>halloween2016 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2016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10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31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wt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datetime.datetime.now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 +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paramDelta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f"Notice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, going to wait until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wt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(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paramDelta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seconds from now on) ..."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0</a:t>
            </a:r>
            <a:br>
              <a:rPr lang="en-US" altLang="en-US" sz="1600" dirty="0">
                <a:solidFill>
                  <a:srgbClr val="1750EB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while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datetime.datetime.now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 &lt;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wt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+=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1</a:t>
            </a:r>
            <a:br>
              <a:rPr lang="en-US" altLang="en-US" sz="1600" dirty="0">
                <a:solidFill>
                  <a:srgbClr val="1750EB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    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660099"/>
                </a:solidFill>
                <a:latin typeface="JetBrains Mono"/>
              </a:rPr>
              <a:t>end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 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%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30 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0 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time.sleep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A6F04-C2DF-47AA-B64E-F677432D7977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4079546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datetime Objects into Strings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0A1254-B389-4D38-8851-F68098D4D3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1313948"/>
              </p:ext>
            </p:extLst>
          </p:nvPr>
        </p:nvGraphicFramePr>
        <p:xfrm>
          <a:off x="324000" y="1151999"/>
          <a:ext cx="8505000" cy="5361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284230-92E1-4EB4-BCE9-783E47127DCC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6058578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55" y="458393"/>
            <a:ext cx="7729890" cy="660548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US" sz="3000" dirty="0">
                <a:solidFill>
                  <a:schemeClr val="tx1"/>
                </a:solidFill>
              </a:rPr>
              <a:t>Table 15-1: </a:t>
            </a:r>
            <a:r>
              <a:rPr lang="en-US" sz="3000" dirty="0" err="1">
                <a:solidFill>
                  <a:schemeClr val="tx1"/>
                </a:solidFill>
              </a:rPr>
              <a:t>strftime</a:t>
            </a:r>
            <a:r>
              <a:rPr lang="en-US" sz="3000" dirty="0">
                <a:solidFill>
                  <a:schemeClr val="tx1"/>
                </a:solidFill>
              </a:rPr>
              <a:t>() Directives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977385EA-5841-486F-A9EF-863F609F4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29529"/>
              </p:ext>
            </p:extLst>
          </p:nvPr>
        </p:nvGraphicFramePr>
        <p:xfrm>
          <a:off x="935827" y="1118941"/>
          <a:ext cx="7580140" cy="5040926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941331">
                  <a:extLst>
                    <a:ext uri="{9D8B030D-6E8A-4147-A177-3AD203B41FA5}">
                      <a16:colId xmlns:a16="http://schemas.microsoft.com/office/drawing/2014/main" val="7745746"/>
                    </a:ext>
                  </a:extLst>
                </a:gridCol>
                <a:gridCol w="6638809">
                  <a:extLst>
                    <a:ext uri="{9D8B030D-6E8A-4147-A177-3AD203B41FA5}">
                      <a16:colId xmlns:a16="http://schemas.microsoft.com/office/drawing/2014/main" val="730710501"/>
                    </a:ext>
                  </a:extLst>
                </a:gridCol>
              </a:tblGrid>
              <a:tr h="5532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strftime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directive Meaning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3309920593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%Y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Year with century, as in '2014'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1605577225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%y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Year without century, '00' to '99' (1970 to 2069)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3964201290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%m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Month as a decimal number, '01' to '12'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1813542800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%B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Full month name, as in 'November'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3287487495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%b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Abbreviated month name, as in 'Nov'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1716222337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%d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Day of the month, '01' to '31'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2585995395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%j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Day of the year, '001' to '366'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693091764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%w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Day of the week, '0' (Sunday) to '6' (Saturday)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4059186167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Full weekday name, as in 'Monday'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3864016139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Abbreviated weekday name, as in 'Mon'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374084244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%H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Hour (24-hour clock), '00' to '23'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906406803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%I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Hour (12-hour clock), '01' to '12'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2867938760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%M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Minute, '00' to '59'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2456870940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Second, '00' to '59'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1902307319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'AM' or 'PM'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1960720831"/>
                  </a:ext>
                </a:extLst>
              </a:tr>
              <a:tr h="2703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%%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Literal '%' character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531" marR="59531" marT="0" marB="0"/>
                </a:tc>
                <a:extLst>
                  <a:ext uri="{0D108BD9-81ED-4DB2-BD59-A6C34878D82A}">
                    <a16:rowId xmlns:a16="http://schemas.microsoft.com/office/drawing/2014/main" val="15441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E207643-D031-4B17-9420-1B886F35BEFC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716266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Pausing Until a Specific Date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D1F78A-C346-4D8A-A54F-EEE35F955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4620175"/>
              </p:ext>
            </p:extLst>
          </p:nvPr>
        </p:nvGraphicFramePr>
        <p:xfrm>
          <a:off x="324000" y="1152000"/>
          <a:ext cx="8505000" cy="4515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E068C6-B204-44BC-B839-AE18E3F5152F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6267218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printDateTimeInFormats</a:t>
            </a:r>
            <a:r>
              <a:rPr lang="en-US" dirty="0"/>
              <a:t>(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324000" y="3429000"/>
            <a:ext cx="7170191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Date-Time in </a:t>
            </a:r>
            <a:r>
              <a:rPr lang="en-US" sz="1600" dirty="0" err="1"/>
              <a:t>yyyy</a:t>
            </a:r>
            <a:r>
              <a:rPr lang="en-US" sz="1600" dirty="0"/>
              <a:t>/mm/dd Format: 2015/10/21 16:29:00</a:t>
            </a:r>
          </a:p>
          <a:p>
            <a:r>
              <a:rPr lang="en-US" sz="1600" dirty="0"/>
              <a:t>Date-Time in </a:t>
            </a:r>
            <a:r>
              <a:rPr lang="en-US" sz="1600" dirty="0" err="1"/>
              <a:t>dd.mm.yyyy</a:t>
            </a:r>
            <a:r>
              <a:rPr lang="en-US" sz="1600" dirty="0"/>
              <a:t> Format: 21.10.2015 16:29:00</a:t>
            </a:r>
          </a:p>
          <a:p>
            <a:r>
              <a:rPr lang="en-US" sz="1600" dirty="0"/>
              <a:t>Time in </a:t>
            </a:r>
            <a:r>
              <a:rPr lang="en-US" sz="1600" dirty="0" err="1"/>
              <a:t>hh:mm</a:t>
            </a:r>
            <a:r>
              <a:rPr lang="en-US" sz="1600" dirty="0"/>
              <a:t> AM/PM Format: 04:29 PM</a:t>
            </a:r>
          </a:p>
          <a:p>
            <a:r>
              <a:rPr lang="en-US" sz="1600" dirty="0"/>
              <a:t>Time in </a:t>
            </a:r>
            <a:r>
              <a:rPr lang="en-US" sz="1600" dirty="0" err="1"/>
              <a:t>hh:mm</a:t>
            </a:r>
            <a:r>
              <a:rPr lang="en-US" sz="1600" dirty="0"/>
              <a:t> 24 Hours Format: 16:29</a:t>
            </a:r>
          </a:p>
          <a:p>
            <a:r>
              <a:rPr lang="en-US" sz="1600" dirty="0"/>
              <a:t>Date in month of Format: October of '15, Wednesday</a:t>
            </a:r>
          </a:p>
          <a:p>
            <a:r>
              <a:rPr lang="en-US" sz="1600" dirty="0"/>
              <a:t>Date-Time in </a:t>
            </a:r>
            <a:r>
              <a:rPr lang="en-US" sz="1600" dirty="0" err="1"/>
              <a:t>yyyy</a:t>
            </a:r>
            <a:r>
              <a:rPr lang="en-US" sz="1600" dirty="0"/>
              <a:t>/mm/dd Format: 2022/12/20 15:20:27</a:t>
            </a:r>
          </a:p>
          <a:p>
            <a:r>
              <a:rPr lang="en-US" sz="1600" dirty="0"/>
              <a:t>Date-Time in </a:t>
            </a:r>
            <a:r>
              <a:rPr lang="en-US" sz="1600" dirty="0" err="1"/>
              <a:t>dd.mm.yyyy</a:t>
            </a:r>
            <a:r>
              <a:rPr lang="en-US" sz="1600" dirty="0"/>
              <a:t> Format: 20.12.2022 15:20:27</a:t>
            </a:r>
          </a:p>
          <a:p>
            <a:r>
              <a:rPr lang="en-US" sz="1600" dirty="0"/>
              <a:t>Time in </a:t>
            </a:r>
            <a:r>
              <a:rPr lang="en-US" sz="1600" dirty="0" err="1"/>
              <a:t>hh:mm</a:t>
            </a:r>
            <a:r>
              <a:rPr lang="en-US" sz="1600" dirty="0"/>
              <a:t> AM/PM Format: 03:20 PM</a:t>
            </a:r>
          </a:p>
          <a:p>
            <a:r>
              <a:rPr lang="en-US" sz="1600" dirty="0"/>
              <a:t>Time in </a:t>
            </a:r>
            <a:r>
              <a:rPr lang="en-US" sz="1600" dirty="0" err="1"/>
              <a:t>hh:mm</a:t>
            </a:r>
            <a:r>
              <a:rPr lang="en-US" sz="1600" dirty="0"/>
              <a:t> 24 Hours Format: 15:20</a:t>
            </a:r>
          </a:p>
          <a:p>
            <a:r>
              <a:rPr lang="en-US" sz="1600" dirty="0"/>
              <a:t>Date in month of Format: December of '22, Tuesday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DC51D8F-24BA-4430-8B23-1671B18708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000" y="1250101"/>
            <a:ext cx="8496000" cy="17927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# Print the date time information in various formats using </a:t>
            </a:r>
            <a:r>
              <a:rPr lang="en-US" altLang="en-US" sz="1600" i="1" dirty="0" err="1">
                <a:solidFill>
                  <a:srgbClr val="8C8C8C"/>
                </a:solidFill>
                <a:latin typeface="JetBrains Mono"/>
              </a:rPr>
              <a:t>strftime</a:t>
            </a: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() method of datetime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600" dirty="0" err="1">
                <a:solidFill>
                  <a:srgbClr val="00627A"/>
                </a:solidFill>
                <a:latin typeface="JetBrains Mono"/>
              </a:rPr>
              <a:t>printDateTimeInFormats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paramDateTime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"Date-Time in 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yyyy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/mm/dd Format:"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paramDateTime.strftime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'%Y/%m/%d %H:%M:%S'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"Date-Time in 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dd.mm.yyyy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Format:"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paramDateTime.strftime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'%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d.%m.%Y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%H:%M:%S'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"Time in 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hh:mm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AM/PM Format:"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paramDateTime.strftime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'%I:%M %p'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"Time in 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hh:mm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24 Hours Format:"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paramDateTime.strftime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'%H:%M'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"Date in month of Format:"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paramDateTime.strftime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"%B of '%y, %A"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))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2BBD6F-34C0-4A1C-B9D2-239D740A39FC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5288144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Strings into datetime Objects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B7F603-65B1-433B-9311-D92D075695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344504"/>
              </p:ext>
            </p:extLst>
          </p:nvPr>
        </p:nvGraphicFramePr>
        <p:xfrm>
          <a:off x="451591" y="1456660"/>
          <a:ext cx="8505000" cy="3753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31107E-0E22-43A7-8A34-23491865BD00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847969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Strings into datetime Objects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B7F603-65B1-433B-9311-D92D075695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856607"/>
              </p:ext>
            </p:extLst>
          </p:nvPr>
        </p:nvGraphicFramePr>
        <p:xfrm>
          <a:off x="409061" y="1199772"/>
          <a:ext cx="8505000" cy="445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50B9C7E-10D3-4C81-9EF3-6B689AEF750D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178595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printDateTimeInFormats</a:t>
            </a:r>
            <a:r>
              <a:rPr lang="en-US" dirty="0"/>
              <a:t>(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449883" y="5075015"/>
            <a:ext cx="71701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yyyy</a:t>
            </a:r>
            <a:r>
              <a:rPr lang="en-US" sz="1600" dirty="0"/>
              <a:t>-mm-dd formatted: 2015-10-21 00:00:00 converted from 'October 21, 2015'</a:t>
            </a:r>
          </a:p>
          <a:p>
            <a:r>
              <a:rPr lang="en-US" sz="1600" dirty="0" err="1"/>
              <a:t>yyyy</a:t>
            </a:r>
            <a:r>
              <a:rPr lang="en-US" sz="1600" dirty="0"/>
              <a:t>-mm-dd  formatted: 2015-10-21 16:29:00 converted from 2015/10/21 16:29:00'</a:t>
            </a:r>
          </a:p>
          <a:p>
            <a:r>
              <a:rPr lang="en-US" sz="1600" dirty="0" err="1"/>
              <a:t>yyyy</a:t>
            </a:r>
            <a:r>
              <a:rPr lang="en-US" sz="1600" dirty="0"/>
              <a:t>-mm-dd formatted: 2015-10-01 00:00:00 converted from October of '15</a:t>
            </a:r>
          </a:p>
          <a:p>
            <a:r>
              <a:rPr lang="en-US" sz="1600" dirty="0" err="1"/>
              <a:t>yyyy</a:t>
            </a:r>
            <a:r>
              <a:rPr lang="en-US" sz="1600" dirty="0"/>
              <a:t>-mm-dd formatted: 2063-11-01 00:00:00 converted from November of '63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C6DEE3-1254-4EB8-957F-622FED22D2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9883" y="1010211"/>
            <a:ext cx="8244234" cy="36702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i="1" dirty="0">
                <a:solidFill>
                  <a:srgbClr val="8C8C8C"/>
                </a:solidFill>
                <a:latin typeface="JetBrains Mono"/>
              </a:rPr>
              <a:t># Convert strings to the date time objects</a:t>
            </a:r>
            <a:br>
              <a:rPr lang="en-US" altLang="en-US" sz="18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800" dirty="0" err="1">
                <a:solidFill>
                  <a:srgbClr val="00627A"/>
                </a:solidFill>
                <a:latin typeface="JetBrains Mono"/>
              </a:rPr>
              <a:t>convertStrToDateTime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dt =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datetime.datetime.strptime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'October 21, 2015'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'%B %d, %Y'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8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 err="1">
                <a:solidFill>
                  <a:srgbClr val="067D17"/>
                </a:solidFill>
                <a:latin typeface="JetBrains Mono"/>
              </a:rPr>
              <a:t>f"yyyy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-mm-dd formatted: </a:t>
            </a:r>
            <a:r>
              <a:rPr lang="en-US" altLang="en-US" sz="18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18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 converted from 'October 21, 2015'"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dt =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datetime.datetime.strptime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'2015/10/21 16:29:00'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'%Y/%m/%d %H:%M:%S'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8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 err="1">
                <a:solidFill>
                  <a:srgbClr val="067D17"/>
                </a:solidFill>
                <a:latin typeface="JetBrains Mono"/>
              </a:rPr>
              <a:t>f"yyyy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-mm-dd formatted: </a:t>
            </a:r>
            <a:r>
              <a:rPr lang="en-US" altLang="en-US" sz="18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18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 converted from 2015/10/21 16:29:00'"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dt =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datetime.datetime.strptime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"October of '15"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"%B of '%y"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8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 err="1">
                <a:solidFill>
                  <a:srgbClr val="067D17"/>
                </a:solidFill>
                <a:latin typeface="JetBrains Mono"/>
              </a:rPr>
              <a:t>f"yyyy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-mm-dd formatted: </a:t>
            </a:r>
            <a:r>
              <a:rPr lang="en-US" altLang="en-US" sz="18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18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 converted from October of '15"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dt =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datetime.datetime.strptime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"November of '63"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"%B of '%y"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8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 err="1">
                <a:solidFill>
                  <a:srgbClr val="067D17"/>
                </a:solidFill>
                <a:latin typeface="JetBrains Mono"/>
              </a:rPr>
              <a:t>f"yyyy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-mm-dd formatted: </a:t>
            </a:r>
            <a:r>
              <a:rPr lang="en-US" altLang="en-US" sz="18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dt</a:t>
            </a:r>
            <a:r>
              <a:rPr lang="en-US" altLang="en-US" sz="18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 converted from November of '63"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C0EBD-3E9E-4905-A3D6-409AD045B08D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41738341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15: Keeping Time, Scheduling Tasks, &amp; Launching Programs</a:t>
            </a:r>
            <a:br>
              <a:rPr lang="tr-TR" sz="2800" dirty="0"/>
            </a:br>
            <a:br>
              <a:rPr lang="tr-TR" sz="2800" dirty="0"/>
            </a:br>
            <a:r>
              <a:rPr lang="tr-TR" sz="2800" dirty="0" err="1"/>
              <a:t>Multithreading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Thread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creation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threading.Thread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Passing Arguments to the Thread’s Target Function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Concurrency Issues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41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B38B59A-19D7-4155-82FF-1DB674E042C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l="16283" r="16283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7153D4-0320-48BA-BF96-88392328991A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9731880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Mutlithreading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93EC3D-1BB2-4450-8EE4-764E8E1C7F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621718"/>
              </p:ext>
            </p:extLst>
          </p:nvPr>
        </p:nvGraphicFramePr>
        <p:xfrm>
          <a:off x="451591" y="1426336"/>
          <a:ext cx="8505000" cy="4341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1C4767-186C-48DF-AE08-D2F2DF7E9E07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2117054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waitForFun</a:t>
            </a:r>
            <a:r>
              <a:rPr lang="en-US" dirty="0"/>
              <a:t>(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324000" y="4945828"/>
            <a:ext cx="71701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Waiting until 2022-12-21 17:55:41.116208</a:t>
            </a:r>
          </a:p>
          <a:p>
            <a:r>
              <a:rPr lang="en-US" dirty="0"/>
              <a:t>............................................................</a:t>
            </a:r>
          </a:p>
          <a:p>
            <a:r>
              <a:rPr lang="en-US" dirty="0"/>
              <a:t>Now starting the fun...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2D7359-3B59-420F-9475-ACC3DDCD62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813" y="1049835"/>
            <a:ext cx="8752373" cy="35163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#Waits for a time passed as parameter, displaying the second ticks as . and prints a message at the end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600" dirty="0" err="1">
                <a:solidFill>
                  <a:srgbClr val="00627A"/>
                </a:solidFill>
                <a:latin typeface="JetBrains Mono"/>
              </a:rPr>
              <a:t>waitForFun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paramDateTime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paramDateTime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&lt;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datetime.datetime.now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# start time is older, so by default set it to now plus 1 minutes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startTime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datetime.datetime.now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 +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datetime.timedelta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660099"/>
                </a:solidFill>
                <a:latin typeface="JetBrains Mono"/>
              </a:rPr>
              <a:t>seconds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60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startTime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paramDateTime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f"Waiting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until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startTime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while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datetime.datetime.now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 &lt;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startTime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"."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660099"/>
                </a:solidFill>
                <a:latin typeface="JetBrains Mono"/>
              </a:rPr>
              <a:t>end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time.sleep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\</a:t>
            </a:r>
            <a:r>
              <a:rPr lang="en-US" altLang="en-US" sz="1600" dirty="0" err="1">
                <a:solidFill>
                  <a:srgbClr val="0037A6"/>
                </a:solidFill>
                <a:latin typeface="JetBrains Mono"/>
              </a:rPr>
              <a:t>n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Now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starting the fun...'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EB5C5-8309-4F2C-BF3B-BBB39E6D7384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9201924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Multithreaded</a:t>
            </a:r>
            <a:r>
              <a:rPr lang="tr-TR" dirty="0"/>
              <a:t> Program </a:t>
            </a:r>
            <a:r>
              <a:rPr lang="tr-TR" dirty="0" err="1"/>
              <a:t>Flow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2CD8AF-0F1F-4090-BF48-AC5754E20F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229290"/>
              </p:ext>
            </p:extLst>
          </p:nvPr>
        </p:nvGraphicFramePr>
        <p:xfrm>
          <a:off x="324000" y="1134992"/>
          <a:ext cx="8505000" cy="4588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D214DB9-CAE2-4057-91BA-2DF27A0A0EB1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115028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Multithreaded</a:t>
            </a:r>
            <a:r>
              <a:rPr lang="tr-TR" dirty="0"/>
              <a:t> Program </a:t>
            </a:r>
            <a:r>
              <a:rPr lang="tr-TR" dirty="0" err="1"/>
              <a:t>Flow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2CD8AF-0F1F-4090-BF48-AC5754E20F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3805629"/>
              </p:ext>
            </p:extLst>
          </p:nvPr>
        </p:nvGraphicFramePr>
        <p:xfrm>
          <a:off x="324000" y="1004711"/>
          <a:ext cx="8505000" cy="559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08F2D2-99BB-4804-8A6C-A426057C9E17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4365365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7" y="209846"/>
            <a:ext cx="7886700" cy="729161"/>
          </a:xfrm>
        </p:spPr>
        <p:txBody>
          <a:bodyPr/>
          <a:lstStyle/>
          <a:p>
            <a:pPr algn="ctr"/>
            <a:r>
              <a:rPr lang="tr-TR" dirty="0" err="1"/>
              <a:t>Example</a:t>
            </a:r>
            <a:r>
              <a:rPr lang="tr-TR" dirty="0"/>
              <a:t>: 2 </a:t>
            </a:r>
            <a:r>
              <a:rPr lang="tr-TR" dirty="0" err="1"/>
              <a:t>Concurrent</a:t>
            </a:r>
            <a:r>
              <a:rPr lang="tr-TR" dirty="0"/>
              <a:t> </a:t>
            </a:r>
            <a:r>
              <a:rPr lang="tr-TR" dirty="0" err="1"/>
              <a:t>Threads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427957" y="5042118"/>
            <a:ext cx="436571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Start of program.</a:t>
            </a:r>
          </a:p>
          <a:p>
            <a:r>
              <a:rPr lang="en-US" sz="1400" dirty="0"/>
              <a:t>Start of program.</a:t>
            </a:r>
          </a:p>
          <a:p>
            <a:r>
              <a:rPr lang="en-US" sz="1400" dirty="0"/>
              <a:t>Einstein is going to sleep for 5 seconds</a:t>
            </a:r>
          </a:p>
          <a:p>
            <a:r>
              <a:rPr lang="en-US" sz="1400" dirty="0"/>
              <a:t>Mozart is going to sleep for 3 seconds</a:t>
            </a:r>
          </a:p>
          <a:p>
            <a:endParaRPr lang="en-US" sz="1400" dirty="0"/>
          </a:p>
          <a:p>
            <a:r>
              <a:rPr lang="en-US" sz="1400" dirty="0"/>
              <a:t>End of program for sequential flow</a:t>
            </a:r>
          </a:p>
          <a:p>
            <a:r>
              <a:rPr lang="en-US" sz="1400" dirty="0"/>
              <a:t>Einstein wakes up!</a:t>
            </a:r>
          </a:p>
          <a:p>
            <a:r>
              <a:rPr lang="en-US" sz="1400" dirty="0"/>
              <a:t>Mozart wakes up!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A940C88-DF03-48AA-B1FA-E87C409774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7957" y="725552"/>
            <a:ext cx="8559020" cy="43165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i="1" dirty="0">
                <a:solidFill>
                  <a:srgbClr val="8C8C8C"/>
                </a:solidFill>
                <a:latin typeface="JetBrains Mono"/>
              </a:rPr>
              <a:t># to sleep for a pre-set time in minutes</a:t>
            </a:r>
            <a:br>
              <a:rPr lang="en-US" altLang="en-US" sz="12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200" dirty="0" err="1">
                <a:solidFill>
                  <a:srgbClr val="00627A"/>
                </a:solidFill>
                <a:latin typeface="JetBrains Mono"/>
              </a:rPr>
              <a:t>takeNap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2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currentPerson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200" dirty="0" err="1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.famousPerson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</a:t>
            </a:r>
            <a:r>
              <a:rPr lang="en-US" altLang="en-US" sz="1200" i="1" dirty="0">
                <a:solidFill>
                  <a:srgbClr val="8C8C8C"/>
                </a:solidFill>
                <a:latin typeface="JetBrains Mono"/>
              </a:rPr>
              <a:t>#copy the self variable. maybe it will be modified by another thread</a:t>
            </a:r>
            <a:br>
              <a:rPr lang="en-US" altLang="en-US" sz="12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US" altLang="en-US" sz="12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f"</a:t>
            </a:r>
            <a:r>
              <a:rPr lang="en-US" altLang="en-US" sz="12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currentPerson</a:t>
            </a:r>
            <a:r>
              <a:rPr lang="en-US" altLang="en-US" sz="12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 is going to sleep for </a:t>
            </a:r>
            <a:r>
              <a:rPr lang="en-US" altLang="en-US" sz="12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200" dirty="0" err="1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.duration</a:t>
            </a:r>
            <a:r>
              <a:rPr lang="en-US" altLang="en-US" sz="12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 seconds"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time.sleep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200" dirty="0" err="1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.duration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)</a:t>
            </a: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2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f"</a:t>
            </a:r>
            <a:r>
              <a:rPr lang="en-US" altLang="en-US" sz="12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currentPerson</a:t>
            </a:r>
            <a:r>
              <a:rPr lang="en-US" altLang="en-US" sz="12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 wakes up!"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200" i="1" dirty="0">
                <a:solidFill>
                  <a:srgbClr val="8C8C8C"/>
                </a:solidFill>
                <a:latin typeface="JetBrains Mono"/>
              </a:rPr>
              <a:t>#Multi-thread flow calling the </a:t>
            </a:r>
            <a:r>
              <a:rPr lang="en-US" altLang="en-US" sz="1200" i="1" dirty="0" err="1">
                <a:solidFill>
                  <a:srgbClr val="8C8C8C"/>
                </a:solidFill>
                <a:latin typeface="JetBrains Mono"/>
              </a:rPr>
              <a:t>takeNap</a:t>
            </a:r>
            <a:r>
              <a:rPr lang="en-US" altLang="en-US" sz="1200" i="1" dirty="0">
                <a:solidFill>
                  <a:srgbClr val="8C8C8C"/>
                </a:solidFill>
                <a:latin typeface="JetBrains Mono"/>
              </a:rPr>
              <a:t> function</a:t>
            </a:r>
            <a:br>
              <a:rPr lang="en-US" altLang="en-US" sz="12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200" i="1" dirty="0">
                <a:solidFill>
                  <a:srgbClr val="8C8C8C"/>
                </a:solidFill>
                <a:latin typeface="JetBrains Mono"/>
              </a:rPr>
              <a:t># threads are created for famous persons setting the self variables before thread execution</a:t>
            </a:r>
            <a:br>
              <a:rPr lang="en-US" altLang="en-US" sz="12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200" dirty="0" err="1">
                <a:solidFill>
                  <a:srgbClr val="00627A"/>
                </a:solidFill>
                <a:latin typeface="JetBrains Mono"/>
              </a:rPr>
              <a:t>sleepWakeup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2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2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"Start of program."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200" dirty="0" err="1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.duration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200" dirty="0">
                <a:solidFill>
                  <a:srgbClr val="1750EB"/>
                </a:solidFill>
                <a:latin typeface="JetBrains Mono"/>
              </a:rPr>
              <a:t>5</a:t>
            </a:r>
            <a:br>
              <a:rPr lang="en-US" altLang="en-US" sz="1200" dirty="0">
                <a:solidFill>
                  <a:srgbClr val="1750EB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1750EB"/>
                </a:solidFill>
                <a:latin typeface="JetBrains Mono"/>
              </a:rPr>
              <a:t>    </a:t>
            </a:r>
            <a:r>
              <a:rPr lang="en-US" altLang="en-US" sz="1200" dirty="0" err="1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.famousPerson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"Einstein"</a:t>
            </a:r>
            <a:br>
              <a:rPr lang="en-US" altLang="en-US" sz="1200" dirty="0">
                <a:solidFill>
                  <a:srgbClr val="067D17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    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threadObj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threading.Thread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200" dirty="0">
                <a:solidFill>
                  <a:srgbClr val="660099"/>
                </a:solidFill>
                <a:latin typeface="JetBrains Mono"/>
              </a:rPr>
              <a:t>target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200" dirty="0" err="1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.takeNap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threadObj.start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()</a:t>
            </a: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200" dirty="0" err="1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.duration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200" dirty="0">
                <a:solidFill>
                  <a:srgbClr val="1750EB"/>
                </a:solidFill>
                <a:latin typeface="JetBrains Mono"/>
              </a:rPr>
              <a:t>3</a:t>
            </a:r>
            <a:br>
              <a:rPr lang="en-US" altLang="en-US" sz="1200" dirty="0">
                <a:solidFill>
                  <a:srgbClr val="1750EB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1750EB"/>
                </a:solidFill>
                <a:latin typeface="JetBrains Mono"/>
              </a:rPr>
              <a:t>    </a:t>
            </a:r>
            <a:r>
              <a:rPr lang="en-US" altLang="en-US" sz="1200" dirty="0" err="1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.famousPerson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"Mozart"</a:t>
            </a:r>
            <a:br>
              <a:rPr lang="en-US" altLang="en-US" sz="1200" dirty="0">
                <a:solidFill>
                  <a:srgbClr val="067D17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    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threadObj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threading.Thread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200" dirty="0">
                <a:solidFill>
                  <a:srgbClr val="660099"/>
                </a:solidFill>
                <a:latin typeface="JetBrains Mono"/>
              </a:rPr>
              <a:t>target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200" dirty="0" err="1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.takeNap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200" dirty="0" err="1">
                <a:solidFill>
                  <a:srgbClr val="080808"/>
                </a:solidFill>
                <a:latin typeface="JetBrains Mono"/>
              </a:rPr>
              <a:t>threadObj.start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()</a:t>
            </a:r>
            <a:br>
              <a:rPr lang="en-US" altLang="en-US" sz="12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2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US" altLang="en-US" sz="12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200" dirty="0">
                <a:solidFill>
                  <a:srgbClr val="0037A6"/>
                </a:solidFill>
                <a:latin typeface="JetBrains Mono"/>
              </a:rPr>
              <a:t>\</a:t>
            </a:r>
            <a:r>
              <a:rPr lang="en-US" altLang="en-US" sz="1200" dirty="0" err="1">
                <a:solidFill>
                  <a:srgbClr val="0037A6"/>
                </a:solidFill>
                <a:latin typeface="JetBrains Mono"/>
              </a:rPr>
              <a:t>n</a:t>
            </a:r>
            <a:r>
              <a:rPr lang="en-US" altLang="en-US" sz="1200" dirty="0" err="1">
                <a:solidFill>
                  <a:srgbClr val="067D17"/>
                </a:solidFill>
                <a:latin typeface="JetBrains Mono"/>
              </a:rPr>
              <a:t>End</a:t>
            </a:r>
            <a:r>
              <a:rPr lang="en-US" altLang="en-US" sz="1200" dirty="0">
                <a:solidFill>
                  <a:srgbClr val="067D17"/>
                </a:solidFill>
                <a:latin typeface="JetBrains Mono"/>
              </a:rPr>
              <a:t> of program for sequential flow"</a:t>
            </a:r>
            <a:r>
              <a:rPr lang="en-US" altLang="en-US" sz="1200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EF9EA-1742-4374-919D-D67DE93D64FE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5915596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Passing Arguments to the Thread’s Target Function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0ECFE0-F034-4DAD-ACAD-24FCECD785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4054082"/>
              </p:ext>
            </p:extLst>
          </p:nvPr>
        </p:nvGraphicFramePr>
        <p:xfrm>
          <a:off x="324000" y="1151999"/>
          <a:ext cx="8505000" cy="4440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3BB614-106E-411E-8A3D-F76421F5DF1A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8621497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48" y="288868"/>
            <a:ext cx="7886700" cy="729161"/>
          </a:xfrm>
        </p:spPr>
        <p:txBody>
          <a:bodyPr/>
          <a:lstStyle/>
          <a:p>
            <a:pPr algn="ctr"/>
            <a:r>
              <a:rPr lang="tr-TR" dirty="0" err="1"/>
              <a:t>Example</a:t>
            </a:r>
            <a:r>
              <a:rPr lang="tr-TR" dirty="0"/>
              <a:t>: </a:t>
            </a:r>
            <a:r>
              <a:rPr lang="tr-TR" dirty="0" err="1"/>
              <a:t>Passing</a:t>
            </a:r>
            <a:r>
              <a:rPr lang="tr-TR" dirty="0"/>
              <a:t> </a:t>
            </a:r>
            <a:r>
              <a:rPr lang="tr-TR" dirty="0" err="1"/>
              <a:t>Arguments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Thread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432489" y="4598518"/>
            <a:ext cx="41862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Cats &amp; Dogs &amp; Frogs</a:t>
            </a:r>
          </a:p>
          <a:p>
            <a:r>
              <a:rPr lang="en-US" dirty="0"/>
              <a:t>Tomato &amp; Apple &amp; </a:t>
            </a:r>
            <a:r>
              <a:rPr lang="en-US" dirty="0" err="1"/>
              <a:t>Rasberry</a:t>
            </a:r>
            <a:r>
              <a:rPr lang="en-US" dirty="0"/>
              <a:t> &amp; Banana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BE81F12-B4D5-4EC2-B647-F2E69AEB3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4184" y="1281055"/>
            <a:ext cx="8735631" cy="28392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i="1" dirty="0">
                <a:solidFill>
                  <a:srgbClr val="8C8C8C"/>
                </a:solidFill>
                <a:latin typeface="JetBrains Mono"/>
              </a:rPr>
              <a:t># Passing arguments to threads using </a:t>
            </a:r>
            <a:r>
              <a:rPr lang="en-US" altLang="en-US" sz="1800" i="1" dirty="0" err="1">
                <a:solidFill>
                  <a:srgbClr val="8C8C8C"/>
                </a:solidFill>
                <a:latin typeface="JetBrains Mono"/>
              </a:rPr>
              <a:t>args</a:t>
            </a:r>
            <a:r>
              <a:rPr lang="en-US" altLang="en-US" sz="1800" i="1" dirty="0">
                <a:solidFill>
                  <a:srgbClr val="8C8C8C"/>
                </a:solidFill>
                <a:latin typeface="JetBrains Mono"/>
              </a:rPr>
              <a:t> &amp; </a:t>
            </a:r>
            <a:r>
              <a:rPr lang="en-US" altLang="en-US" sz="1800" i="1" dirty="0" err="1">
                <a:solidFill>
                  <a:srgbClr val="8C8C8C"/>
                </a:solidFill>
                <a:latin typeface="JetBrains Mono"/>
              </a:rPr>
              <a:t>kwargs</a:t>
            </a:r>
            <a:r>
              <a:rPr lang="en-US" altLang="en-US" sz="1800" i="1" dirty="0">
                <a:solidFill>
                  <a:srgbClr val="8C8C8C"/>
                </a:solidFill>
                <a:latin typeface="JetBrains Mono"/>
              </a:rPr>
              <a:t> variables</a:t>
            </a:r>
            <a:br>
              <a:rPr lang="en-US" altLang="en-US" sz="18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800" dirty="0" err="1">
                <a:solidFill>
                  <a:srgbClr val="00627A"/>
                </a:solidFill>
                <a:latin typeface="JetBrains Mono"/>
              </a:rPr>
              <a:t>passArg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threadObjAnimals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threading.Thread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>
                <a:solidFill>
                  <a:srgbClr val="660099"/>
                </a:solidFill>
                <a:latin typeface="JetBrains Mono"/>
              </a:rPr>
              <a:t>target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8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800" dirty="0" err="1">
                <a:solidFill>
                  <a:srgbClr val="660099"/>
                </a:solidFill>
                <a:latin typeface="JetBrains Mono"/>
              </a:rPr>
              <a:t>args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=[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'Cats'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'Dogs'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'Frogs'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],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                             </a:t>
            </a:r>
            <a:r>
              <a:rPr lang="en-US" altLang="en-US" sz="1800" dirty="0" err="1">
                <a:solidFill>
                  <a:srgbClr val="660099"/>
                </a:solidFill>
                <a:latin typeface="JetBrains Mono"/>
              </a:rPr>
              <a:t>kwargs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={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800" dirty="0" err="1">
                <a:solidFill>
                  <a:srgbClr val="067D17"/>
                </a:solidFill>
                <a:latin typeface="JetBrains Mono"/>
              </a:rPr>
              <a:t>sep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 &amp; 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})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threadObjAnimals.start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()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threadObjFruits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threading.Thread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>
                <a:solidFill>
                  <a:srgbClr val="660099"/>
                </a:solidFill>
                <a:latin typeface="JetBrains Mono"/>
              </a:rPr>
              <a:t>target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8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800" dirty="0" err="1">
                <a:solidFill>
                  <a:srgbClr val="660099"/>
                </a:solidFill>
                <a:latin typeface="JetBrains Mono"/>
              </a:rPr>
              <a:t>args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=[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'Tomato'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'Apple'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800" dirty="0" err="1">
                <a:solidFill>
                  <a:srgbClr val="067D17"/>
                </a:solidFill>
                <a:latin typeface="JetBrains Mono"/>
              </a:rPr>
              <a:t>Rasberry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'Banana'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],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                                    </a:t>
            </a:r>
            <a:r>
              <a:rPr lang="en-US" altLang="en-US" sz="1800" dirty="0" err="1">
                <a:solidFill>
                  <a:srgbClr val="660099"/>
                </a:solidFill>
                <a:latin typeface="JetBrains Mono"/>
              </a:rPr>
              <a:t>kwargs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={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800" dirty="0" err="1">
                <a:solidFill>
                  <a:srgbClr val="067D17"/>
                </a:solidFill>
                <a:latin typeface="JetBrains Mono"/>
              </a:rPr>
              <a:t>sep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 &amp; 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})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threadObjFruits.start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()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F8646-156C-422B-8DDD-AFFDBC8A8800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8436967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539" y="153402"/>
            <a:ext cx="7886700" cy="729161"/>
          </a:xfrm>
        </p:spPr>
        <p:txBody>
          <a:bodyPr/>
          <a:lstStyle/>
          <a:p>
            <a:pPr algn="ctr"/>
            <a:r>
              <a:rPr lang="tr-TR" dirty="0" err="1"/>
              <a:t>Example</a:t>
            </a:r>
            <a:r>
              <a:rPr lang="tr-TR" dirty="0"/>
              <a:t>: </a:t>
            </a:r>
            <a:r>
              <a:rPr lang="tr-TR" dirty="0" err="1"/>
              <a:t>sleepWakeup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Arguments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12889" y="5042118"/>
            <a:ext cx="44374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Start of program.</a:t>
            </a:r>
          </a:p>
          <a:p>
            <a:r>
              <a:rPr lang="en-US" sz="1600" dirty="0"/>
              <a:t>Einstein is going to sleep for 5 seconds</a:t>
            </a:r>
          </a:p>
          <a:p>
            <a:r>
              <a:rPr lang="en-US" sz="1600" dirty="0"/>
              <a:t>Mozart is going to sleep for 3 seconds</a:t>
            </a:r>
          </a:p>
          <a:p>
            <a:endParaRPr lang="en-US" sz="1600" dirty="0"/>
          </a:p>
          <a:p>
            <a:r>
              <a:rPr lang="en-US" sz="1600" dirty="0"/>
              <a:t>End of program for sequential flow</a:t>
            </a:r>
          </a:p>
          <a:p>
            <a:r>
              <a:rPr lang="en-US" sz="1600" dirty="0"/>
              <a:t>Mozart wakes up!</a:t>
            </a:r>
          </a:p>
          <a:p>
            <a:r>
              <a:rPr lang="en-US" sz="1600" dirty="0"/>
              <a:t>Einstein wakes up!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D65549-924B-48E9-8600-2101C989DF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519" y="827699"/>
            <a:ext cx="8896592" cy="42550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# to sleep for a pre-set time in minutes using arguments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600" dirty="0" err="1">
                <a:solidFill>
                  <a:srgbClr val="00627A"/>
                </a:solidFill>
                <a:latin typeface="JetBrains Mono"/>
              </a:rPr>
              <a:t>takeNapArgs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paramPerson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duration):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#duration = 5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f"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paramPerson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is going to sleep for 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duration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seconds"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time.sleep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(duration)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f"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{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paramPerson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}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wakes up!"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# Multi-thread flow shows how to pass arguments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600" dirty="0" err="1">
                <a:solidFill>
                  <a:srgbClr val="00627A"/>
                </a:solidFill>
                <a:latin typeface="JetBrains Mono"/>
              </a:rPr>
              <a:t>sleepWakeupArgs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"Start of program."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threadObj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threading.Thread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660099"/>
                </a:solidFill>
                <a:latin typeface="JetBrains Mono"/>
              </a:rPr>
              <a:t>target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altLang="en-US" sz="1600" dirty="0" err="1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.takeNapArgs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660099"/>
                </a:solidFill>
                <a:latin typeface="JetBrains Mono"/>
              </a:rPr>
              <a:t>args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=[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"Einstein"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5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])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threadObj.start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threadObj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threading.Thread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660099"/>
                </a:solidFill>
                <a:latin typeface="JetBrains Mono"/>
              </a:rPr>
              <a:t>target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600" dirty="0" err="1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.takeNapArgs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660099"/>
                </a:solidFill>
                <a:latin typeface="JetBrains Mono"/>
              </a:rPr>
              <a:t>args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=[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"Mozart"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])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threadObj.start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altLang="en-US" sz="1600" dirty="0">
                <a:solidFill>
                  <a:srgbClr val="0037A6"/>
                </a:solidFill>
                <a:latin typeface="JetBrains Mono"/>
              </a:rPr>
              <a:t>\</a:t>
            </a:r>
            <a:r>
              <a:rPr lang="en-US" altLang="en-US" sz="1600" dirty="0" err="1">
                <a:solidFill>
                  <a:srgbClr val="0037A6"/>
                </a:solidFill>
                <a:latin typeface="JetBrains Mono"/>
              </a:rPr>
              <a:t>n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End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 of program for sequential flow"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B8F7A-191F-4AAE-BDD7-A7CA15337CE8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438454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Concurrency Issues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12B5A2-CF30-47A7-ACA9-9C0BD01763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2487527"/>
              </p:ext>
            </p:extLst>
          </p:nvPr>
        </p:nvGraphicFramePr>
        <p:xfrm>
          <a:off x="324000" y="1152000"/>
          <a:ext cx="8505000" cy="545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7D283E-04F4-41ED-9FB2-30B6C4FA3509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38340584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Concurrency Issues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919A96-58A0-41DC-A7EF-099F6E108D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3045239"/>
              </p:ext>
            </p:extLst>
          </p:nvPr>
        </p:nvGraphicFramePr>
        <p:xfrm>
          <a:off x="324000" y="1152000"/>
          <a:ext cx="8505000" cy="5429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BD1680-9590-44D7-9651-E2913BB0189C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5567092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55647"/>
            <a:ext cx="7886700" cy="729161"/>
          </a:xfrm>
        </p:spPr>
        <p:txBody>
          <a:bodyPr/>
          <a:lstStyle/>
          <a:p>
            <a:pPr algn="ctr"/>
            <a:r>
              <a:rPr lang="tr-TR" dirty="0" err="1"/>
              <a:t>Example</a:t>
            </a:r>
            <a:r>
              <a:rPr lang="tr-TR" dirty="0"/>
              <a:t>: </a:t>
            </a:r>
            <a:r>
              <a:rPr lang="tr-TR" dirty="0" err="1"/>
              <a:t>Passing</a:t>
            </a:r>
            <a:r>
              <a:rPr lang="tr-TR" dirty="0"/>
              <a:t> </a:t>
            </a:r>
            <a:r>
              <a:rPr lang="tr-TR" dirty="0" err="1"/>
              <a:t>Arguments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Thread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298697" y="4530785"/>
            <a:ext cx="4352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Cats &amp; Dogs &amp; Frogs</a:t>
            </a:r>
          </a:p>
          <a:p>
            <a:r>
              <a:rPr lang="en-US" dirty="0"/>
              <a:t>Tomato &amp; Apple &amp; </a:t>
            </a:r>
            <a:r>
              <a:rPr lang="en-US" dirty="0" err="1"/>
              <a:t>Rasberry</a:t>
            </a:r>
            <a:r>
              <a:rPr lang="en-US" dirty="0"/>
              <a:t> &amp; Banana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BE81F12-B4D5-4EC2-B647-F2E69AEB3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317" y="1564053"/>
            <a:ext cx="8803365" cy="22852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# Passing arguments to threads using </a:t>
            </a:r>
            <a:r>
              <a:rPr lang="en-US" altLang="en-US" sz="1600" i="1" dirty="0" err="1">
                <a:solidFill>
                  <a:srgbClr val="8C8C8C"/>
                </a:solidFill>
                <a:latin typeface="JetBrains Mono"/>
              </a:rPr>
              <a:t>args</a:t>
            </a: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 &amp; </a:t>
            </a:r>
            <a:r>
              <a:rPr lang="en-US" altLang="en-US" sz="1600" i="1" dirty="0" err="1">
                <a:solidFill>
                  <a:srgbClr val="8C8C8C"/>
                </a:solidFill>
                <a:latin typeface="JetBrains Mono"/>
              </a:rPr>
              <a:t>kwargs</a:t>
            </a:r>
            <a:r>
              <a:rPr lang="en-US" altLang="en-US" sz="1600" i="1" dirty="0">
                <a:solidFill>
                  <a:srgbClr val="8C8C8C"/>
                </a:solidFill>
                <a:latin typeface="JetBrains Mono"/>
              </a:rPr>
              <a:t> variables</a:t>
            </a:r>
            <a:br>
              <a:rPr lang="en-US" altLang="en-US" sz="16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600" dirty="0" err="1">
                <a:solidFill>
                  <a:srgbClr val="00627A"/>
                </a:solidFill>
                <a:latin typeface="JetBrains Mono"/>
              </a:rPr>
              <a:t>passArg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threadObjAnimals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threading.Thread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660099"/>
                </a:solidFill>
                <a:latin typeface="JetBrains Mono"/>
              </a:rPr>
              <a:t>target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660099"/>
                </a:solidFill>
                <a:latin typeface="JetBrains Mono"/>
              </a:rPr>
              <a:t>args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=[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'Cats'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'Dogs'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'Frogs'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],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                             </a:t>
            </a:r>
            <a:r>
              <a:rPr lang="en-US" altLang="en-US" sz="1600" dirty="0" err="1">
                <a:solidFill>
                  <a:srgbClr val="660099"/>
                </a:solidFill>
                <a:latin typeface="JetBrains Mono"/>
              </a:rPr>
              <a:t>kwargs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={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sep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 &amp; 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})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threadObjAnimals.start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threadObjFruits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threading.Thread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600" dirty="0">
                <a:solidFill>
                  <a:srgbClr val="660099"/>
                </a:solidFill>
                <a:latin typeface="JetBrains Mono"/>
              </a:rPr>
              <a:t>target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</a:t>
            </a:r>
            <a:r>
              <a:rPr lang="en-US" altLang="en-US" sz="1600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 err="1">
                <a:solidFill>
                  <a:srgbClr val="660099"/>
                </a:solidFill>
                <a:latin typeface="JetBrains Mono"/>
              </a:rPr>
              <a:t>args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=[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'Tomato'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'Apple'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Rasberry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'Banana'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],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                                    </a:t>
            </a:r>
            <a:r>
              <a:rPr lang="en-US" altLang="en-US" sz="1600" dirty="0" err="1">
                <a:solidFill>
                  <a:srgbClr val="660099"/>
                </a:solidFill>
                <a:latin typeface="JetBrains Mono"/>
              </a:rPr>
              <a:t>kwargs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={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600" dirty="0" err="1">
                <a:solidFill>
                  <a:srgbClr val="067D17"/>
                </a:solidFill>
                <a:latin typeface="JetBrains Mono"/>
              </a:rPr>
              <a:t>sep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altLang="en-US" sz="1600" dirty="0">
                <a:solidFill>
                  <a:srgbClr val="067D17"/>
                </a:solidFill>
                <a:latin typeface="JetBrains Mono"/>
              </a:rPr>
              <a:t>' &amp; '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})</a:t>
            </a:r>
            <a:br>
              <a:rPr lang="en-US" altLang="en-US" sz="16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600" dirty="0" err="1">
                <a:solidFill>
                  <a:srgbClr val="080808"/>
                </a:solidFill>
                <a:latin typeface="JetBrains Mono"/>
              </a:rPr>
              <a:t>threadObjFruits.start</a:t>
            </a:r>
            <a:r>
              <a:rPr lang="en-US" altLang="en-US" sz="1600" dirty="0">
                <a:solidFill>
                  <a:srgbClr val="080808"/>
                </a:solidFill>
                <a:latin typeface="JetBrains Mono"/>
              </a:rPr>
              <a:t>()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F36B4-28EB-46B8-A54B-1BC0566532BE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150279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15: Keeping Time, Scheduling Tasks, &amp; Launching Programs</a:t>
            </a:r>
            <a:br>
              <a:rPr lang="tr-TR" sz="2800" dirty="0"/>
            </a:br>
            <a:br>
              <a:rPr lang="tr-TR" sz="2800" dirty="0"/>
            </a:br>
            <a:r>
              <a:rPr lang="en-US" sz="2800" dirty="0"/>
              <a:t>Launching other programs from Python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Launching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subprocess.Popen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Passing Command Line Arguments to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Popen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Task Scheduler,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launchd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and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cron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Opening Websites with Python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Running Other Python Scripts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Opening Files with Default Applications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B38B59A-19D7-4155-82FF-1DB674E042C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l="16283" r="16283"/>
          <a:stretch>
            <a:fillRect/>
          </a:stretch>
        </p:blipFill>
        <p:spPr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39013B-3C67-4996-B2B9-C10EA3800215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4841469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Launching with </a:t>
            </a:r>
            <a:r>
              <a:rPr lang="en-US" dirty="0" err="1"/>
              <a:t>subprocess.Popen</a:t>
            </a:r>
            <a:r>
              <a:rPr lang="en-US" dirty="0"/>
              <a:t>()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A83486-BCFC-4558-9064-4D2995BBB6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0297131"/>
              </p:ext>
            </p:extLst>
          </p:nvPr>
        </p:nvGraphicFramePr>
        <p:xfrm>
          <a:off x="324000" y="1152000"/>
          <a:ext cx="8505000" cy="4174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95C1573-7FD6-40A9-9CBB-1C856D731415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5319414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Launching with </a:t>
            </a:r>
            <a:r>
              <a:rPr lang="en-US" dirty="0" err="1"/>
              <a:t>subprocess.Popen</a:t>
            </a:r>
            <a:r>
              <a:rPr lang="en-US" dirty="0"/>
              <a:t>()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5E4F40-D3D8-489E-B0DB-02B60FF1DB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9915528"/>
              </p:ext>
            </p:extLst>
          </p:nvPr>
        </p:nvGraphicFramePr>
        <p:xfrm>
          <a:off x="324000" y="1152000"/>
          <a:ext cx="8505000" cy="458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3AE860-68BA-4913-9D39-C7B2F5C5C484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0626211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Run External Application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719A13-2FEB-46A3-B5AE-71A6091B7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6717861"/>
              </p:ext>
            </p:extLst>
          </p:nvPr>
        </p:nvGraphicFramePr>
        <p:xfrm>
          <a:off x="22577" y="1072445"/>
          <a:ext cx="9025729" cy="2170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C2AC1C2-32E8-48A4-95B2-E5317603F9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94" y="3242930"/>
            <a:ext cx="3426546" cy="3086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34AC7A-DDDB-4483-8991-8E7790258805}"/>
              </a:ext>
            </a:extLst>
          </p:cNvPr>
          <p:cNvSpPr txBox="1"/>
          <p:nvPr/>
        </p:nvSpPr>
        <p:spPr>
          <a:xfrm>
            <a:off x="3989059" y="4637706"/>
            <a:ext cx="372938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latin typeface="Futura-BookOblique"/>
              </a:rPr>
              <a:t>Six running processes of the same calculator program</a:t>
            </a:r>
            <a:endParaRPr 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9B8E1-CDF1-4AC9-A86F-FF29105AB59C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9045666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runExternalApp</a:t>
            </a:r>
            <a:r>
              <a:rPr lang="en-US" dirty="0"/>
              <a:t>(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1ECA2CD-D37E-44F5-833B-AB1390880A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8239" y="1132182"/>
            <a:ext cx="7967630" cy="20082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i="1" dirty="0">
                <a:solidFill>
                  <a:srgbClr val="8C8C8C"/>
                </a:solidFill>
                <a:latin typeface="JetBrains Mono"/>
              </a:rPr>
              <a:t>#Run external applications as external processes</a:t>
            </a:r>
            <a:br>
              <a:rPr lang="en-US" altLang="en-US" sz="18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800" i="1" dirty="0">
                <a:solidFill>
                  <a:srgbClr val="8C8C8C"/>
                </a:solidFill>
                <a:latin typeface="JetBrains Mono"/>
              </a:rPr>
              <a:t>#uses import subprocess to run external applications &amp; platform to get the OS name</a:t>
            </a:r>
            <a:br>
              <a:rPr lang="en-US" altLang="en-US" sz="18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sz="1800" dirty="0" err="1">
                <a:solidFill>
                  <a:srgbClr val="00627A"/>
                </a:solidFill>
                <a:latin typeface="JetBrains Mono"/>
              </a:rPr>
              <a:t>runExternalApp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platform.system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() ==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"Windows"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altLang="en-US" sz="1800" i="1" dirty="0">
                <a:solidFill>
                  <a:srgbClr val="8C8C8C"/>
                </a:solidFill>
                <a:latin typeface="JetBrains Mono"/>
              </a:rPr>
              <a:t>#for windows</a:t>
            </a:r>
            <a:br>
              <a:rPr lang="en-US" altLang="en-US" sz="18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8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subprocess.Popen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'C:</a:t>
            </a:r>
            <a:r>
              <a:rPr lang="en-US" altLang="en-US" sz="1800" dirty="0">
                <a:solidFill>
                  <a:srgbClr val="0037A6"/>
                </a:solidFill>
                <a:latin typeface="JetBrains Mono"/>
              </a:rPr>
              <a:t>\\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Windows</a:t>
            </a:r>
            <a:r>
              <a:rPr lang="en-US" altLang="en-US" sz="1800" dirty="0">
                <a:solidFill>
                  <a:srgbClr val="0037A6"/>
                </a:solidFill>
                <a:latin typeface="JetBrains Mono"/>
              </a:rPr>
              <a:t>\\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System32</a:t>
            </a:r>
            <a:r>
              <a:rPr lang="en-US" altLang="en-US" sz="1800" dirty="0">
                <a:solidFill>
                  <a:srgbClr val="0037A6"/>
                </a:solidFill>
                <a:latin typeface="JetBrains Mono"/>
              </a:rPr>
              <a:t>\\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calc.exe'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sz="18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platform.system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() == 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"Ubuntu"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: </a:t>
            </a:r>
            <a:r>
              <a:rPr lang="en-US" altLang="en-US" sz="1800" i="1" dirty="0">
                <a:solidFill>
                  <a:srgbClr val="8C8C8C"/>
                </a:solidFill>
                <a:latin typeface="JetBrains Mono"/>
              </a:rPr>
              <a:t>#for Ubuntu Linux</a:t>
            </a:r>
            <a:br>
              <a:rPr lang="en-US" altLang="en-US" sz="1800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sz="18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US" altLang="en-US" sz="1800" dirty="0" err="1">
                <a:solidFill>
                  <a:srgbClr val="080808"/>
                </a:solidFill>
                <a:latin typeface="JetBrains Mono"/>
              </a:rPr>
              <a:t>subprocess.Popen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'/</a:t>
            </a:r>
            <a:r>
              <a:rPr lang="en-US" altLang="en-US" sz="1800" dirty="0" err="1">
                <a:solidFill>
                  <a:srgbClr val="067D17"/>
                </a:solidFill>
                <a:latin typeface="JetBrains Mono"/>
              </a:rPr>
              <a:t>usr</a:t>
            </a:r>
            <a:r>
              <a:rPr lang="en-US" altLang="en-US" sz="1800" dirty="0">
                <a:solidFill>
                  <a:srgbClr val="067D17"/>
                </a:solidFill>
                <a:latin typeface="JetBrains Mono"/>
              </a:rPr>
              <a:t>/bin/gnome-calculator'</a:t>
            </a:r>
            <a:r>
              <a:rPr lang="en-US" altLang="en-US" sz="1800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A36848-9D03-4D79-8138-F40FF7095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602" y="3408606"/>
            <a:ext cx="1696832" cy="28153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EC456C-AC75-4805-985F-628CDBE72EE1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6509653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Run External Application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74BD5B-49FB-4A11-8258-00F6986C9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411763"/>
              </p:ext>
            </p:extLst>
          </p:nvPr>
        </p:nvGraphicFramePr>
        <p:xfrm>
          <a:off x="229733" y="1599479"/>
          <a:ext cx="8684533" cy="3929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2124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Run External Application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74BD5B-49FB-4A11-8258-00F6986C9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042677"/>
              </p:ext>
            </p:extLst>
          </p:nvPr>
        </p:nvGraphicFramePr>
        <p:xfrm>
          <a:off x="144467" y="993422"/>
          <a:ext cx="8684533" cy="5591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C756FB-6952-4C15-8094-6AC7FDF51F2D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7400216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Run External Application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AFB0E7-5F42-4DC4-8FF5-50C474E2C7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174801"/>
              </p:ext>
            </p:extLst>
          </p:nvPr>
        </p:nvGraphicFramePr>
        <p:xfrm>
          <a:off x="438594" y="1185333"/>
          <a:ext cx="8213651" cy="4301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4E022B-96D2-49B1-ACC5-12DC07E3A887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2660292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Passing Command Line Arguments to </a:t>
            </a:r>
            <a:r>
              <a:rPr lang="en-US" dirty="0" err="1"/>
              <a:t>Popen</a:t>
            </a:r>
            <a:r>
              <a:rPr lang="en-US" dirty="0"/>
              <a:t>()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335308-E506-4645-804A-CE75326A33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0643733"/>
              </p:ext>
            </p:extLst>
          </p:nvPr>
        </p:nvGraphicFramePr>
        <p:xfrm>
          <a:off x="465174" y="1360967"/>
          <a:ext cx="8213651" cy="4242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A4906CC-9ADF-4D9F-938C-9EE08EE46F2A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7041313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Passing Command Line Arguments to </a:t>
            </a:r>
            <a:r>
              <a:rPr lang="en-US" dirty="0" err="1"/>
              <a:t>Popen</a:t>
            </a:r>
            <a:r>
              <a:rPr lang="en-US" dirty="0"/>
              <a:t>()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26C7283-FFA3-44DA-81D0-03CCC5A24C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664077"/>
              </p:ext>
            </p:extLst>
          </p:nvPr>
        </p:nvGraphicFramePr>
        <p:xfrm>
          <a:off x="720817" y="1552353"/>
          <a:ext cx="7466254" cy="2941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DDC7239B-182E-4E46-9654-43E2FCA8D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819" y="4737455"/>
            <a:ext cx="6462847" cy="14542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solidFill>
                  <a:srgbClr val="8C8C8C"/>
                </a:solidFill>
                <a:latin typeface="JetBrains Mono"/>
              </a:rPr>
              <a:t>#open a new file in notepad</a:t>
            </a:r>
            <a:br>
              <a:rPr lang="en-US" altLang="en-US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dirty="0" err="1">
                <a:solidFill>
                  <a:srgbClr val="00627A"/>
                </a:solidFill>
                <a:latin typeface="JetBrains Mono"/>
              </a:rPr>
              <a:t>openFileInNotepad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platform.system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() ==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"Windows"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:  </a:t>
            </a:r>
            <a:r>
              <a:rPr lang="en-US" altLang="en-US" i="1" dirty="0">
                <a:solidFill>
                  <a:srgbClr val="8C8C8C"/>
                </a:solidFill>
                <a:latin typeface="JetBrains Mono"/>
              </a:rPr>
              <a:t># for windows</a:t>
            </a:r>
            <a:br>
              <a:rPr lang="en-US" altLang="en-US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subprocess.Popen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([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'C:</a:t>
            </a:r>
            <a:r>
              <a:rPr lang="en-US" altLang="en-US" dirty="0">
                <a:solidFill>
                  <a:srgbClr val="0037A6"/>
                </a:solidFill>
                <a:latin typeface="JetBrains Mono"/>
              </a:rPr>
              <a:t>\\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Windows</a:t>
            </a:r>
            <a:r>
              <a:rPr lang="en-US" altLang="en-US" dirty="0">
                <a:solidFill>
                  <a:srgbClr val="0037A6"/>
                </a:solidFill>
                <a:latin typeface="JetBrains Mono"/>
              </a:rPr>
              <a:t>\\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notepad.exe'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'C:</a:t>
            </a:r>
            <a:r>
              <a:rPr lang="en-US" altLang="en-US" dirty="0">
                <a:solidFill>
                  <a:srgbClr val="0037A6"/>
                </a:solidFill>
                <a:latin typeface="JetBrains Mono"/>
              </a:rPr>
              <a:t>\\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hello.txt'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])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4CB7E-FA8B-43CA-BAEE-BB2CE39D97D6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41587891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Task Scheduler</a:t>
            </a:r>
            <a:r>
              <a:rPr lang="en-US" dirty="0"/>
              <a:t>, </a:t>
            </a:r>
            <a:r>
              <a:rPr lang="en-US" i="1" dirty="0" err="1"/>
              <a:t>launchd</a:t>
            </a:r>
            <a:r>
              <a:rPr lang="en-US" dirty="0"/>
              <a:t>, and </a:t>
            </a:r>
            <a:r>
              <a:rPr lang="en-US" i="1" dirty="0" err="1"/>
              <a:t>cron</a:t>
            </a:r>
            <a:endParaRPr lang="en-US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FC7F5C-1CF6-4835-AD60-E08120F25D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032927"/>
              </p:ext>
            </p:extLst>
          </p:nvPr>
        </p:nvGraphicFramePr>
        <p:xfrm>
          <a:off x="465174" y="1594883"/>
          <a:ext cx="8213651" cy="3838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9EE25B-ED85-4436-81A0-F43ED8FDF604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8720641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Opening Websites with Python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4568FE-57C6-4803-8E43-B91FDB2A09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8339120"/>
              </p:ext>
            </p:extLst>
          </p:nvPr>
        </p:nvGraphicFramePr>
        <p:xfrm>
          <a:off x="1339703" y="1344196"/>
          <a:ext cx="7014831" cy="4169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CEF773-9A8C-4F5A-BFF8-5326F21B5311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6116499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Running Other Python Scripts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963B348-98BD-4F02-8606-D08669BC18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7749086"/>
              </p:ext>
            </p:extLst>
          </p:nvPr>
        </p:nvGraphicFramePr>
        <p:xfrm>
          <a:off x="324000" y="864001"/>
          <a:ext cx="8505000" cy="3729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9BEED41-F45C-42C1-8FDE-0E78C45B7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584" y="4816754"/>
            <a:ext cx="6924831" cy="11772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solidFill>
                  <a:srgbClr val="8C8C8C"/>
                </a:solidFill>
                <a:latin typeface="JetBrains Mono"/>
              </a:rPr>
              <a:t>#execute a python application file from source code</a:t>
            </a:r>
            <a:br>
              <a:rPr lang="en-US" altLang="en-US" i="1" dirty="0">
                <a:solidFill>
                  <a:srgbClr val="8C8C8C"/>
                </a:solidFill>
                <a:latin typeface="JetBrains Mono"/>
              </a:rPr>
            </a:br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def </a:t>
            </a:r>
            <a:r>
              <a:rPr lang="en-US" altLang="en-US" dirty="0" err="1">
                <a:solidFill>
                  <a:srgbClr val="00627A"/>
                </a:solidFill>
                <a:latin typeface="JetBrains Mono"/>
              </a:rPr>
              <a:t>openPyApp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94558D"/>
                </a:solidFill>
                <a:latin typeface="JetBrains Mono"/>
              </a:rPr>
              <a:t>self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):</a:t>
            </a: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   hello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subprocess.Popen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([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'python.exe'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'hello.py'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])</a:t>
            </a: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JetBrains Mono"/>
              </a:rPr>
              <a:t>print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hello.pid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37DEA-1C27-40E6-8BBF-DAFD5E85BE72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18126963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Opening Files with Default Applications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E7A8F9-28E1-41F6-8DFC-E08DBD54B9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7200144"/>
              </p:ext>
            </p:extLst>
          </p:nvPr>
        </p:nvGraphicFramePr>
        <p:xfrm>
          <a:off x="465174" y="1169581"/>
          <a:ext cx="8213651" cy="4518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2D9145-7270-4E55-A99E-1643D51F09EE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22583108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Opening Files with Default Applications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E7A8F9-28E1-41F6-8DFC-E08DBD54B9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509909"/>
              </p:ext>
            </p:extLst>
          </p:nvPr>
        </p:nvGraphicFramePr>
        <p:xfrm>
          <a:off x="324000" y="864000"/>
          <a:ext cx="8213651" cy="5773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5B34DA-ADDD-463D-A459-81DC7EB9A27B}"/>
              </a:ext>
            </a:extLst>
          </p:cNvPr>
          <p:cNvSpPr txBox="1"/>
          <p:nvPr/>
        </p:nvSpPr>
        <p:spPr>
          <a:xfrm>
            <a:off x="4072270" y="6286399"/>
            <a:ext cx="4434326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Chapter 1</a:t>
            </a:r>
            <a:r>
              <a:rPr lang="tr-TR" sz="1400" dirty="0"/>
              <a:t>5</a:t>
            </a:r>
            <a:r>
              <a:rPr lang="en-US" sz="1400" dirty="0"/>
              <a:t>: </a:t>
            </a:r>
            <a:r>
              <a:rPr lang="tr-TR" sz="1400" dirty="0" err="1"/>
              <a:t>Keeping</a:t>
            </a:r>
            <a:r>
              <a:rPr lang="tr-TR" sz="1400" dirty="0"/>
              <a:t> </a:t>
            </a:r>
            <a:r>
              <a:rPr lang="en-US" sz="1400" dirty="0"/>
              <a:t>Time</a:t>
            </a:r>
            <a:r>
              <a:rPr lang="tr-TR" sz="1400" dirty="0"/>
              <a:t>, </a:t>
            </a:r>
            <a:r>
              <a:rPr lang="en-US" sz="1400" dirty="0"/>
              <a:t>Scheduling</a:t>
            </a:r>
            <a:r>
              <a:rPr lang="tr-TR" sz="1400" dirty="0"/>
              <a:t>, </a:t>
            </a:r>
            <a:r>
              <a:rPr lang="en-US" sz="1400" dirty="0"/>
              <a:t>Launching</a:t>
            </a:r>
            <a:r>
              <a:rPr lang="tr-TR" sz="1400" dirty="0"/>
              <a:t> </a:t>
            </a:r>
            <a:r>
              <a:rPr lang="en-US" sz="1400" dirty="0"/>
              <a:t>Programs</a:t>
            </a:r>
          </a:p>
        </p:txBody>
      </p:sp>
    </p:spTree>
    <p:extLst>
      <p:ext uri="{BB962C8B-B14F-4D97-AF65-F5344CB8AC3E}">
        <p14:creationId xmlns:p14="http://schemas.microsoft.com/office/powerpoint/2010/main" val="40340626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779733-1A12-4BE3-9AB3-4A4E98588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2940"/>
            <a:ext cx="9126813" cy="68709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0" y="2525906"/>
            <a:ext cx="2876429" cy="33145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time module</a:t>
            </a:r>
          </a:p>
          <a:p>
            <a:pPr marL="0" indent="0">
              <a:buNone/>
            </a:pPr>
            <a:r>
              <a:rPr lang="en-US" dirty="0"/>
              <a:t>The datetime module</a:t>
            </a:r>
          </a:p>
          <a:p>
            <a:pPr marL="0" indent="0">
              <a:buNone/>
            </a:pPr>
            <a:r>
              <a:rPr lang="en-US" dirty="0"/>
              <a:t>Multithreading</a:t>
            </a:r>
          </a:p>
          <a:p>
            <a:pPr marL="0" indent="0">
              <a:buNone/>
            </a:pPr>
            <a:r>
              <a:rPr lang="en-US" dirty="0"/>
              <a:t>Launching other programs from Python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dirty="0" err="1"/>
              <a:t>Unclarified</a:t>
            </a:r>
            <a:r>
              <a:rPr lang="tr-TR" dirty="0"/>
              <a:t> </a:t>
            </a:r>
            <a:r>
              <a:rPr lang="tr-TR" dirty="0" err="1"/>
              <a:t>issues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tr-TR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t>Interesting Details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marR="0" lvl="0" indent="-200025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tr-TR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What is the most interesting details in this chapter?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07" y="5469284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2300" y="5469284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0735" y="5386825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E7F8CE6-A393-4894-A931-040F22FF268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l="5016" r="5016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1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4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1_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490261-1200-4EC7-95B0-2241EE54AA34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16c05727-aa75-4e4a-9b5f-8a80a1165891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7152</Words>
  <Application>Microsoft Office PowerPoint</Application>
  <PresentationFormat>On-screen Show (4:3)</PresentationFormat>
  <Paragraphs>801</Paragraphs>
  <Slides>69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69</vt:i4>
      </vt:variant>
    </vt:vector>
  </HeadingPairs>
  <TitlesOfParts>
    <vt:vector size="81" baseType="lpstr">
      <vt:lpstr>Arial</vt:lpstr>
      <vt:lpstr>Calibri</vt:lpstr>
      <vt:lpstr>Calibri Light</vt:lpstr>
      <vt:lpstr>Futura-Bold</vt:lpstr>
      <vt:lpstr>Futura-BookOblique</vt:lpstr>
      <vt:lpstr>Futura-CondensedBoldOblique</vt:lpstr>
      <vt:lpstr>JetBrains Mono</vt:lpstr>
      <vt:lpstr>Rockwell</vt:lpstr>
      <vt:lpstr>TheSansMonoCondensed-Plain</vt:lpstr>
      <vt:lpstr>Times New Roman</vt:lpstr>
      <vt:lpstr>Office Theme</vt:lpstr>
      <vt:lpstr>1_Office Theme</vt:lpstr>
      <vt:lpstr>Chapter 15: Keeping Time, Scheduling Tasks, &amp; Launching Programs</vt:lpstr>
      <vt:lpstr>Content</vt:lpstr>
      <vt:lpstr>Chapter 15: Keeping Time, Scheduling Tasks, &amp; Launching Programs  The time module</vt:lpstr>
      <vt:lpstr>The time Module</vt:lpstr>
      <vt:lpstr>The time.time() Function</vt:lpstr>
      <vt:lpstr>The time.time() Function</vt:lpstr>
      <vt:lpstr>time.sleep()</vt:lpstr>
      <vt:lpstr>time.sleep()</vt:lpstr>
      <vt:lpstr>The time.sleep() Function</vt:lpstr>
      <vt:lpstr>Chapter 15: Keeping Time, Scheduling Tasks, &amp; Launching Programs  The datetime module</vt:lpstr>
      <vt:lpstr>Rounding Numbers</vt:lpstr>
      <vt:lpstr>roundTime()</vt:lpstr>
      <vt:lpstr>Project: Super Stopwatch</vt:lpstr>
      <vt:lpstr>Project: stopwatch.py</vt:lpstr>
      <vt:lpstr>stopWatch()</vt:lpstr>
      <vt:lpstr>Write Similar Programs</vt:lpstr>
      <vt:lpstr>The datetime Module</vt:lpstr>
      <vt:lpstr>The datetime Module</vt:lpstr>
      <vt:lpstr>Using datetime() values</vt:lpstr>
      <vt:lpstr>datetime.datetime.fromtimestamp()</vt:lpstr>
      <vt:lpstr>displayUnixEpocTime()</vt:lpstr>
      <vt:lpstr>Comparing datetime objects</vt:lpstr>
      <vt:lpstr>compareSomeSpecialDates()</vt:lpstr>
      <vt:lpstr>The timedelta Data Type</vt:lpstr>
      <vt:lpstr>The timedelta Data Type</vt:lpstr>
      <vt:lpstr>compareSomeSpecialDates()</vt:lpstr>
      <vt:lpstr>Finding Days Passing from a Date</vt:lpstr>
      <vt:lpstr>Finding Days Passing from a Date</vt:lpstr>
      <vt:lpstr>findDaysAfterNow()</vt:lpstr>
      <vt:lpstr>Operators</vt:lpstr>
      <vt:lpstr>findYearsAfter()</vt:lpstr>
      <vt:lpstr>Pausing Until a Specific Date</vt:lpstr>
      <vt:lpstr>findYearsAfter()</vt:lpstr>
      <vt:lpstr>Converting datetime Objects into Strings</vt:lpstr>
      <vt:lpstr>Table 15-1: strftime() Directives</vt:lpstr>
      <vt:lpstr>Pausing Until a Specific Date</vt:lpstr>
      <vt:lpstr>printDateTimeInFormats()</vt:lpstr>
      <vt:lpstr>Converting Strings into datetime Objects</vt:lpstr>
      <vt:lpstr>Converting Strings into datetime Objects</vt:lpstr>
      <vt:lpstr>printDateTimeInFormats()</vt:lpstr>
      <vt:lpstr>Chapter 15: Keeping Time, Scheduling Tasks, &amp; Launching Programs  Multithreading</vt:lpstr>
      <vt:lpstr>Mutlithreading</vt:lpstr>
      <vt:lpstr>waitForFun()</vt:lpstr>
      <vt:lpstr>Multithreaded Program Flow</vt:lpstr>
      <vt:lpstr>Multithreaded Program Flow</vt:lpstr>
      <vt:lpstr>Example: 2 Concurrent Threads</vt:lpstr>
      <vt:lpstr>Passing Arguments to the Thread’s Target Function</vt:lpstr>
      <vt:lpstr>Example: Passing Arguments to Thread</vt:lpstr>
      <vt:lpstr>Example: sleepWakeup using Arguments</vt:lpstr>
      <vt:lpstr>Concurrency Issues</vt:lpstr>
      <vt:lpstr>Concurrency Issues</vt:lpstr>
      <vt:lpstr>Example: Passing Arguments to Thread</vt:lpstr>
      <vt:lpstr>Chapter 15: Keeping Time, Scheduling Tasks, &amp; Launching Programs  Launching other programs from Python</vt:lpstr>
      <vt:lpstr>Launching with subprocess.Popen()</vt:lpstr>
      <vt:lpstr>Launching with subprocess.Popen()</vt:lpstr>
      <vt:lpstr>Run External Application</vt:lpstr>
      <vt:lpstr>runExternalApp()</vt:lpstr>
      <vt:lpstr>Run External Application</vt:lpstr>
      <vt:lpstr>Run External Application</vt:lpstr>
      <vt:lpstr>Run External Application</vt:lpstr>
      <vt:lpstr>Passing Command Line Arguments to Popen()</vt:lpstr>
      <vt:lpstr>Passing Command Line Arguments to Popen()</vt:lpstr>
      <vt:lpstr>Task Scheduler, launchd, and cron</vt:lpstr>
      <vt:lpstr>Opening Websites with Python</vt:lpstr>
      <vt:lpstr>Running Other Python Scripts</vt:lpstr>
      <vt:lpstr>Opening Files with Default Applications</vt:lpstr>
      <vt:lpstr>Opening Files with Default Applications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2021-05-30T22:36:36Z</dcterms:created>
  <dcterms:modified xsi:type="dcterms:W3CDTF">2024-12-20T12:54:26Z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2021-05-30T22:41:30Z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ad56aed8-3cc2-4a85-bd80-d40c0e69367b</vt:lpwstr>
  </property>
  <property fmtid="{D5CDD505-2E9C-101B-9397-08002B2CF9AE}" pid="8" name="MSIP_Label_c66f6488-6f7b-4340-b880-828136ff7811_ContentBits">
    <vt:lpwstr>0</vt:lpwstr>
  </property>
</Properties>
</file>