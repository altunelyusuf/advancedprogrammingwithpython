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31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34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37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38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39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40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  <p:sldMasterId id="2147483691" r:id="rId5"/>
  </p:sldMasterIdLst>
  <p:notesMasterIdLst>
    <p:notesMasterId r:id="rId51"/>
  </p:notesMasterIdLst>
  <p:handoutMasterIdLst>
    <p:handoutMasterId r:id="rId52"/>
  </p:handoutMasterIdLst>
  <p:sldIdLst>
    <p:sldId id="256" r:id="rId6"/>
    <p:sldId id="261" r:id="rId7"/>
    <p:sldId id="411" r:id="rId8"/>
    <p:sldId id="579" r:id="rId9"/>
    <p:sldId id="580" r:id="rId10"/>
    <p:sldId id="581" r:id="rId11"/>
    <p:sldId id="405" r:id="rId12"/>
    <p:sldId id="531" r:id="rId13"/>
    <p:sldId id="589" r:id="rId14"/>
    <p:sldId id="583" r:id="rId15"/>
    <p:sldId id="593" r:id="rId16"/>
    <p:sldId id="594" r:id="rId17"/>
    <p:sldId id="595" r:id="rId18"/>
    <p:sldId id="596" r:id="rId19"/>
    <p:sldId id="597" r:id="rId20"/>
    <p:sldId id="598" r:id="rId21"/>
    <p:sldId id="599" r:id="rId22"/>
    <p:sldId id="600" r:id="rId23"/>
    <p:sldId id="601" r:id="rId24"/>
    <p:sldId id="606" r:id="rId25"/>
    <p:sldId id="612" r:id="rId26"/>
    <p:sldId id="536" r:id="rId27"/>
    <p:sldId id="607" r:id="rId28"/>
    <p:sldId id="602" r:id="rId29"/>
    <p:sldId id="604" r:id="rId30"/>
    <p:sldId id="603" r:id="rId31"/>
    <p:sldId id="605" r:id="rId32"/>
    <p:sldId id="614" r:id="rId33"/>
    <p:sldId id="609" r:id="rId34"/>
    <p:sldId id="610" r:id="rId35"/>
    <p:sldId id="611" r:id="rId36"/>
    <p:sldId id="615" r:id="rId37"/>
    <p:sldId id="618" r:id="rId38"/>
    <p:sldId id="619" r:id="rId39"/>
    <p:sldId id="616" r:id="rId40"/>
    <p:sldId id="620" r:id="rId41"/>
    <p:sldId id="621" r:id="rId42"/>
    <p:sldId id="622" r:id="rId43"/>
    <p:sldId id="623" r:id="rId44"/>
    <p:sldId id="624" r:id="rId45"/>
    <p:sldId id="617" r:id="rId46"/>
    <p:sldId id="625" r:id="rId47"/>
    <p:sldId id="627" r:id="rId48"/>
    <p:sldId id="299" r:id="rId49"/>
    <p:sldId id="279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07" autoAdjust="0"/>
  </p:normalViewPr>
  <p:slideViewPr>
    <p:cSldViewPr snapToGrid="0">
      <p:cViewPr varScale="1">
        <p:scale>
          <a:sx n="81" d="100"/>
          <a:sy n="81" d="100"/>
        </p:scale>
        <p:origin x="1517" y="53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429" y="38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295DBE8-973C-4DFD-8707-07D848A5EAEA}">
      <dgm:prSet phldrT="[Text]"/>
      <dgm:spPr/>
      <dgm:t>
        <a:bodyPr/>
        <a:lstStyle/>
        <a:p>
          <a:r>
            <a:rPr lang="tr-TR" b="0" dirty="0" err="1">
              <a:latin typeface="TheSansMonoCondensed-Plain"/>
            </a:rPr>
            <a:t>Insert</a:t>
          </a:r>
          <a:r>
            <a:rPr lang="tr-TR" b="0" dirty="0">
              <a:latin typeface="TheSansMonoCondensed-Plain"/>
            </a:rPr>
            <a:t> at </a:t>
          </a:r>
          <a:r>
            <a:rPr lang="tr-TR" b="0" dirty="0" err="1">
              <a:latin typeface="TheSansMonoCondensed-Plain"/>
            </a:rPr>
            <a:t>the</a:t>
          </a:r>
          <a:r>
            <a:rPr lang="tr-TR" b="0" dirty="0">
              <a:latin typeface="TheSansMonoCondensed-Plain"/>
            </a:rPr>
            <a:t> </a:t>
          </a:r>
          <a:r>
            <a:rPr lang="tr-TR" b="0" dirty="0" err="1">
              <a:latin typeface="TheSansMonoCondensed-Plain"/>
            </a:rPr>
            <a:t>end</a:t>
          </a:r>
          <a:r>
            <a:rPr lang="tr-TR" b="0" dirty="0">
              <a:latin typeface="TheSansMonoCondensed-Plain"/>
            </a:rPr>
            <a:t>: </a:t>
          </a:r>
          <a:r>
            <a:rPr lang="en-US" dirty="0" err="1"/>
            <a:t>wb.create_sheet</a:t>
          </a:r>
          <a:r>
            <a:rPr lang="en-US" dirty="0"/>
            <a:t>("</a:t>
          </a:r>
          <a:r>
            <a:rPr lang="en-US" dirty="0" err="1"/>
            <a:t>Mysheet</a:t>
          </a:r>
          <a:r>
            <a:rPr lang="en-US" dirty="0"/>
            <a:t>")</a:t>
          </a:r>
          <a:endParaRPr lang="en-US" b="0" dirty="0"/>
        </a:p>
      </dgm:t>
    </dgm:pt>
    <dgm:pt modelId="{EC98C6DE-09AE-4390-AD8D-D2893223936A}" type="parTrans" cxnId="{422B4940-A34A-48CA-ABA7-15A87B4878DC}">
      <dgm:prSet/>
      <dgm:spPr/>
      <dgm:t>
        <a:bodyPr/>
        <a:lstStyle/>
        <a:p>
          <a:endParaRPr lang="en-US"/>
        </a:p>
      </dgm:t>
    </dgm:pt>
    <dgm:pt modelId="{2A239230-360F-45D4-9F39-43B11C7A522D}" type="sibTrans" cxnId="{422B4940-A34A-48CA-ABA7-15A87B4878DC}">
      <dgm:prSet/>
      <dgm:spPr/>
      <dgm:t>
        <a:bodyPr/>
        <a:lstStyle/>
        <a:p>
          <a:endParaRPr lang="en-US"/>
        </a:p>
      </dgm:t>
    </dgm:pt>
    <dgm:pt modelId="{EDC84D09-09C3-4F4B-B73A-C47A9F9E38FA}">
      <dgm:prSet phldrT="[Text]"/>
      <dgm:spPr/>
      <dgm:t>
        <a:bodyPr/>
        <a:lstStyle/>
        <a:p>
          <a:r>
            <a:rPr lang="tr-TR" dirty="0"/>
            <a:t>First </a:t>
          </a:r>
          <a:r>
            <a:rPr lang="tr-TR" dirty="0" err="1"/>
            <a:t>position</a:t>
          </a:r>
          <a:r>
            <a:rPr lang="tr-TR" dirty="0"/>
            <a:t>: </a:t>
          </a:r>
          <a:r>
            <a:rPr lang="en-US" dirty="0" err="1"/>
            <a:t>wb.create_sheet</a:t>
          </a:r>
          <a:r>
            <a:rPr lang="en-US" dirty="0"/>
            <a:t>("Mysheet",0)</a:t>
          </a:r>
        </a:p>
      </dgm:t>
    </dgm:pt>
    <dgm:pt modelId="{8EEEA4D6-9110-497A-92E6-B659F11CE4D5}" type="parTrans" cxnId="{34471783-2C90-4779-A17E-03CF3E25D007}">
      <dgm:prSet/>
      <dgm:spPr/>
      <dgm:t>
        <a:bodyPr/>
        <a:lstStyle/>
        <a:p>
          <a:endParaRPr lang="en-US"/>
        </a:p>
      </dgm:t>
    </dgm:pt>
    <dgm:pt modelId="{68EE07F9-B7B8-4B60-A910-1150FFE018A5}" type="sibTrans" cxnId="{34471783-2C90-4779-A17E-03CF3E25D007}">
      <dgm:prSet/>
      <dgm:spPr/>
      <dgm:t>
        <a:bodyPr/>
        <a:lstStyle/>
        <a:p>
          <a:endParaRPr lang="en-US"/>
        </a:p>
      </dgm:t>
    </dgm:pt>
    <dgm:pt modelId="{30544D57-00FC-46C0-8B62-9504A9678DF3}">
      <dgm:prSet phldrT="[Text]"/>
      <dgm:spPr/>
      <dgm:t>
        <a:bodyPr/>
        <a:lstStyle/>
        <a:p>
          <a:r>
            <a:rPr lang="tr-TR" dirty="0" err="1"/>
            <a:t>Last</a:t>
          </a:r>
          <a:r>
            <a:rPr lang="tr-TR" dirty="0"/>
            <a:t> </a:t>
          </a:r>
          <a:r>
            <a:rPr lang="tr-TR" dirty="0" err="1"/>
            <a:t>position</a:t>
          </a:r>
          <a:r>
            <a:rPr lang="tr-TR" dirty="0"/>
            <a:t>: </a:t>
          </a:r>
          <a:r>
            <a:rPr lang="en-US" dirty="0" err="1"/>
            <a:t>wb.create_sheet</a:t>
          </a:r>
          <a:r>
            <a:rPr lang="en-US" dirty="0"/>
            <a:t>("Mysheet",-1)</a:t>
          </a:r>
        </a:p>
      </dgm:t>
    </dgm:pt>
    <dgm:pt modelId="{796AC73C-FE75-4D83-AF70-3093F0747F58}" type="parTrans" cxnId="{6716EBBD-FA77-473A-875C-5D3B71DBF985}">
      <dgm:prSet/>
      <dgm:spPr/>
      <dgm:t>
        <a:bodyPr/>
        <a:lstStyle/>
        <a:p>
          <a:endParaRPr lang="en-US"/>
        </a:p>
      </dgm:t>
    </dgm:pt>
    <dgm:pt modelId="{FABDF518-B40F-4ABE-B73C-AFAA552D63B8}" type="sibTrans" cxnId="{6716EBBD-FA77-473A-875C-5D3B71DBF985}">
      <dgm:prSet/>
      <dgm:spPr/>
      <dgm:t>
        <a:bodyPr/>
        <a:lstStyle/>
        <a:p>
          <a:endParaRPr lang="en-US"/>
        </a:p>
      </dgm:t>
    </dgm:pt>
    <dgm:pt modelId="{AA2A22CB-13DB-4852-B9DA-366CBB425D2B}">
      <dgm:prSet phldrT="[Text]"/>
      <dgm:spPr/>
      <dgm:t>
        <a:bodyPr/>
        <a:lstStyle/>
        <a:p>
          <a:r>
            <a:rPr lang="tr-TR" b="0" dirty="0" err="1"/>
            <a:t>Creating</a:t>
          </a:r>
          <a:r>
            <a:rPr lang="tr-TR" b="0" dirty="0"/>
            <a:t> </a:t>
          </a:r>
          <a:r>
            <a:rPr lang="tr-TR" b="0" dirty="0" err="1"/>
            <a:t>worksheets</a:t>
          </a:r>
          <a:endParaRPr lang="en-US" b="0" dirty="0"/>
        </a:p>
      </dgm:t>
    </dgm:pt>
    <dgm:pt modelId="{661ED4CB-B5ED-4D5B-999E-4E4A85C6A617}" type="parTrans" cxnId="{5E40E363-2A6E-4D52-BAAF-57728CAC7D15}">
      <dgm:prSet/>
      <dgm:spPr/>
      <dgm:t>
        <a:bodyPr/>
        <a:lstStyle/>
        <a:p>
          <a:endParaRPr lang="en-US"/>
        </a:p>
      </dgm:t>
    </dgm:pt>
    <dgm:pt modelId="{77587468-0EC1-4FA4-A07B-8DE74800A6FB}" type="sibTrans" cxnId="{5E40E363-2A6E-4D52-BAAF-57728CAC7D15}">
      <dgm:prSet/>
      <dgm:spPr/>
      <dgm:t>
        <a:bodyPr/>
        <a:lstStyle/>
        <a:p>
          <a:endParaRPr lang="en-US"/>
        </a:p>
      </dgm:t>
    </dgm:pt>
    <dgm:pt modelId="{D7D29BCF-FE0C-4EAF-AD02-5E811EA25F4F}">
      <dgm:prSet phldrT="[Text]"/>
      <dgm:spPr/>
      <dgm:t>
        <a:bodyPr/>
        <a:lstStyle/>
        <a:p>
          <a:r>
            <a:rPr lang="tr-TR" dirty="0" err="1"/>
            <a:t>Default</a:t>
          </a:r>
          <a:r>
            <a:rPr lang="tr-TR" dirty="0"/>
            <a:t> </a:t>
          </a:r>
          <a:r>
            <a:rPr lang="tr-TR" dirty="0" err="1"/>
            <a:t>sheet</a:t>
          </a:r>
          <a:r>
            <a:rPr lang="tr-TR" dirty="0"/>
            <a:t> </a:t>
          </a:r>
          <a:r>
            <a:rPr lang="tr-TR" dirty="0" err="1"/>
            <a:t>names</a:t>
          </a:r>
          <a:endParaRPr lang="en-US" dirty="0"/>
        </a:p>
      </dgm:t>
    </dgm:pt>
    <dgm:pt modelId="{E527BBBF-A8A5-4C31-979D-F860F0B0099F}" type="parTrans" cxnId="{753B994C-132E-4FEC-8D76-73CBDF4A6A52}">
      <dgm:prSet/>
      <dgm:spPr/>
      <dgm:t>
        <a:bodyPr/>
        <a:lstStyle/>
        <a:p>
          <a:endParaRPr lang="en-US"/>
        </a:p>
      </dgm:t>
    </dgm:pt>
    <dgm:pt modelId="{F8CA560A-BB25-472D-A5E2-5FB7058C80BF}" type="sibTrans" cxnId="{753B994C-132E-4FEC-8D76-73CBDF4A6A52}">
      <dgm:prSet/>
      <dgm:spPr/>
      <dgm:t>
        <a:bodyPr/>
        <a:lstStyle/>
        <a:p>
          <a:endParaRPr lang="en-US"/>
        </a:p>
      </dgm:t>
    </dgm:pt>
    <dgm:pt modelId="{97190389-1433-4B6E-9E8F-E073E99C5DCE}">
      <dgm:prSet phldrT="[Text]"/>
      <dgm:spPr/>
      <dgm:t>
        <a:bodyPr/>
        <a:lstStyle/>
        <a:p>
          <a:r>
            <a:rPr lang="en-US" b="0" i="0" dirty="0"/>
            <a:t>Sheets are given a name automatically when they are created. </a:t>
          </a:r>
          <a:endParaRPr lang="en-US" dirty="0"/>
        </a:p>
      </dgm:t>
    </dgm:pt>
    <dgm:pt modelId="{D96A2F20-EA64-4612-BBDB-B489587D6A08}" type="parTrans" cxnId="{EC44BF16-2396-4BCA-A5AC-1C4D7747F25A}">
      <dgm:prSet/>
      <dgm:spPr/>
      <dgm:t>
        <a:bodyPr/>
        <a:lstStyle/>
        <a:p>
          <a:endParaRPr lang="en-US"/>
        </a:p>
      </dgm:t>
    </dgm:pt>
    <dgm:pt modelId="{791DF0B5-BFFF-4633-BC2D-FDC8358F6C5F}" type="sibTrans" cxnId="{EC44BF16-2396-4BCA-A5AC-1C4D7747F25A}">
      <dgm:prSet/>
      <dgm:spPr/>
      <dgm:t>
        <a:bodyPr/>
        <a:lstStyle/>
        <a:p>
          <a:endParaRPr lang="en-US"/>
        </a:p>
      </dgm:t>
    </dgm:pt>
    <dgm:pt modelId="{D313011B-29C0-4DFB-A74D-71AD465E7E05}">
      <dgm:prSet phldrT="[Text]"/>
      <dgm:spPr/>
      <dgm:t>
        <a:bodyPr/>
        <a:lstStyle/>
        <a:p>
          <a:r>
            <a:rPr lang="en-US" b="0" i="0" dirty="0"/>
            <a:t>They are numbered in sequence</a:t>
          </a:r>
          <a:r>
            <a:rPr lang="tr-TR" b="0" i="0" dirty="0"/>
            <a:t>: </a:t>
          </a:r>
          <a:r>
            <a:rPr lang="en-US" b="0" i="0" dirty="0"/>
            <a:t>Sheet, Sheet1, Sheet2, …</a:t>
          </a:r>
          <a:endParaRPr lang="en-US" dirty="0"/>
        </a:p>
      </dgm:t>
    </dgm:pt>
    <dgm:pt modelId="{E4D522A5-4A91-44EA-8FF4-01473DDFBD21}" type="parTrans" cxnId="{0E454A62-2AB9-4C73-9A6D-DCB10F1F3095}">
      <dgm:prSet/>
      <dgm:spPr/>
      <dgm:t>
        <a:bodyPr/>
        <a:lstStyle/>
        <a:p>
          <a:endParaRPr lang="en-US"/>
        </a:p>
      </dgm:t>
    </dgm:pt>
    <dgm:pt modelId="{6778664C-2E54-44C4-97C5-4711853218C8}" type="sibTrans" cxnId="{0E454A62-2AB9-4C73-9A6D-DCB10F1F3095}">
      <dgm:prSet/>
      <dgm:spPr/>
      <dgm:t>
        <a:bodyPr/>
        <a:lstStyle/>
        <a:p>
          <a:endParaRPr lang="en-US"/>
        </a:p>
      </dgm:t>
    </dgm:pt>
    <dgm:pt modelId="{08CF17F5-8BD5-4377-BAE9-D207F2B2C77C}">
      <dgm:prSet phldrT="[Text]"/>
      <dgm:spPr/>
      <dgm:t>
        <a:bodyPr/>
        <a:lstStyle/>
        <a:p>
          <a:r>
            <a:rPr lang="en-US" b="0" i="0" dirty="0"/>
            <a:t>Change</a:t>
          </a:r>
          <a:r>
            <a:rPr lang="tr-TR" b="0" i="0" dirty="0"/>
            <a:t> </a:t>
          </a:r>
          <a:r>
            <a:rPr lang="tr-TR" b="0" i="0" dirty="0" err="1"/>
            <a:t>sheet</a:t>
          </a:r>
          <a:r>
            <a:rPr lang="tr-TR" b="0" i="0" dirty="0"/>
            <a:t> </a:t>
          </a:r>
          <a:r>
            <a:rPr lang="tr-TR" b="0" i="0" dirty="0" err="1"/>
            <a:t>names</a:t>
          </a:r>
          <a:endParaRPr lang="en-US" dirty="0"/>
        </a:p>
      </dgm:t>
    </dgm:pt>
    <dgm:pt modelId="{36288410-4723-48A5-8BEE-C75614F5A56B}" type="parTrans" cxnId="{9ECD930A-1F6A-4BE7-8510-1AB62F651A0D}">
      <dgm:prSet/>
      <dgm:spPr/>
      <dgm:t>
        <a:bodyPr/>
        <a:lstStyle/>
        <a:p>
          <a:endParaRPr lang="en-US"/>
        </a:p>
      </dgm:t>
    </dgm:pt>
    <dgm:pt modelId="{69EE421D-C803-4D28-8F4F-614AB5C99D65}" type="sibTrans" cxnId="{9ECD930A-1F6A-4BE7-8510-1AB62F651A0D}">
      <dgm:prSet/>
      <dgm:spPr/>
      <dgm:t>
        <a:bodyPr/>
        <a:lstStyle/>
        <a:p>
          <a:endParaRPr lang="en-US"/>
        </a:p>
      </dgm:t>
    </dgm:pt>
    <dgm:pt modelId="{FA925771-E14A-434D-B648-B54A4885FD30}">
      <dgm:prSet phldrT="[Text]"/>
      <dgm:spPr/>
      <dgm:t>
        <a:bodyPr/>
        <a:lstStyle/>
        <a:p>
          <a:r>
            <a:rPr lang="en-US" dirty="0" err="1"/>
            <a:t>Worksheet.title</a:t>
          </a:r>
          <a:r>
            <a:rPr lang="en-US" b="0" i="0" dirty="0"/>
            <a:t> property</a:t>
          </a:r>
          <a:endParaRPr lang="en-US" dirty="0"/>
        </a:p>
      </dgm:t>
    </dgm:pt>
    <dgm:pt modelId="{EDB4FD6E-2913-48A5-B4E9-CF98AC689AC6}" type="parTrans" cxnId="{933A9548-AF92-4621-B41C-85F1AF81F1EA}">
      <dgm:prSet/>
      <dgm:spPr/>
      <dgm:t>
        <a:bodyPr/>
        <a:lstStyle/>
        <a:p>
          <a:endParaRPr lang="en-US"/>
        </a:p>
      </dgm:t>
    </dgm:pt>
    <dgm:pt modelId="{53A71F18-C0D3-44AE-9216-FED89FDB6DF2}" type="sibTrans" cxnId="{933A9548-AF92-4621-B41C-85F1AF81F1EA}">
      <dgm:prSet/>
      <dgm:spPr/>
      <dgm:t>
        <a:bodyPr/>
        <a:lstStyle/>
        <a:p>
          <a:endParaRPr lang="en-US"/>
        </a:p>
      </dgm:t>
    </dgm:pt>
    <dgm:pt modelId="{4C940666-69F8-456A-A30F-11F1ED1178A5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81389A88-AF99-4CAD-915B-619F566A8D55}" type="pres">
      <dgm:prSet presAssocID="{AA2A22CB-13DB-4852-B9DA-366CBB425D2B}" presName="composite" presStyleCnt="0"/>
      <dgm:spPr/>
    </dgm:pt>
    <dgm:pt modelId="{DA4F5003-DAE1-42F5-840A-0AA7AAE41B6C}" type="pres">
      <dgm:prSet presAssocID="{AA2A22CB-13DB-4852-B9DA-366CBB425D2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5467F60-5BDC-4211-9C33-82AD91194005}" type="pres">
      <dgm:prSet presAssocID="{AA2A22CB-13DB-4852-B9DA-366CBB425D2B}" presName="desTx" presStyleLbl="alignAccFollowNode1" presStyleIdx="0" presStyleCnt="3">
        <dgm:presLayoutVars>
          <dgm:bulletEnabled val="1"/>
        </dgm:presLayoutVars>
      </dgm:prSet>
      <dgm:spPr/>
    </dgm:pt>
    <dgm:pt modelId="{AB975D52-2BA9-482E-B6A1-974DE453DE8C}" type="pres">
      <dgm:prSet presAssocID="{77587468-0EC1-4FA4-A07B-8DE74800A6FB}" presName="space" presStyleCnt="0"/>
      <dgm:spPr/>
    </dgm:pt>
    <dgm:pt modelId="{62FC3FC7-94B2-4B97-8B6D-06F90FE019D7}" type="pres">
      <dgm:prSet presAssocID="{D7D29BCF-FE0C-4EAF-AD02-5E811EA25F4F}" presName="composite" presStyleCnt="0"/>
      <dgm:spPr/>
    </dgm:pt>
    <dgm:pt modelId="{67CB7816-3583-40E8-8EDA-4081236E44F4}" type="pres">
      <dgm:prSet presAssocID="{D7D29BCF-FE0C-4EAF-AD02-5E811EA25F4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5DD3CCD-B5C4-4571-986E-F20B5C771D40}" type="pres">
      <dgm:prSet presAssocID="{D7D29BCF-FE0C-4EAF-AD02-5E811EA25F4F}" presName="desTx" presStyleLbl="alignAccFollowNode1" presStyleIdx="1" presStyleCnt="3">
        <dgm:presLayoutVars>
          <dgm:bulletEnabled val="1"/>
        </dgm:presLayoutVars>
      </dgm:prSet>
      <dgm:spPr/>
    </dgm:pt>
    <dgm:pt modelId="{D9BFF975-0F3D-43A6-859B-8201D5EE2C8F}" type="pres">
      <dgm:prSet presAssocID="{F8CA560A-BB25-472D-A5E2-5FB7058C80BF}" presName="space" presStyleCnt="0"/>
      <dgm:spPr/>
    </dgm:pt>
    <dgm:pt modelId="{66A21DFC-4B18-48A1-A153-E2CA96D887E4}" type="pres">
      <dgm:prSet presAssocID="{08CF17F5-8BD5-4377-BAE9-D207F2B2C77C}" presName="composite" presStyleCnt="0"/>
      <dgm:spPr/>
    </dgm:pt>
    <dgm:pt modelId="{8DA5EB8D-4B16-4FA8-977B-533BFC7F7F82}" type="pres">
      <dgm:prSet presAssocID="{08CF17F5-8BD5-4377-BAE9-D207F2B2C77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B8F1F56-A09C-4AF5-B263-7B8F4E6808CA}" type="pres">
      <dgm:prSet presAssocID="{08CF17F5-8BD5-4377-BAE9-D207F2B2C77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7424704-FC74-40B9-9C51-C263E01BE9C1}" type="presOf" srcId="{97190389-1433-4B6E-9E8F-E073E99C5DCE}" destId="{15DD3CCD-B5C4-4571-986E-F20B5C771D40}" srcOrd="0" destOrd="0" presId="urn:microsoft.com/office/officeart/2005/8/layout/hList1"/>
    <dgm:cxn modelId="{9ECD930A-1F6A-4BE7-8510-1AB62F651A0D}" srcId="{C78304F4-D179-4721-A6B5-32064CF4DFDC}" destId="{08CF17F5-8BD5-4377-BAE9-D207F2B2C77C}" srcOrd="2" destOrd="0" parTransId="{36288410-4723-48A5-8BEE-C75614F5A56B}" sibTransId="{69EE421D-C803-4D28-8F4F-614AB5C99D65}"/>
    <dgm:cxn modelId="{EC44BF16-2396-4BCA-A5AC-1C4D7747F25A}" srcId="{D7D29BCF-FE0C-4EAF-AD02-5E811EA25F4F}" destId="{97190389-1433-4B6E-9E8F-E073E99C5DCE}" srcOrd="0" destOrd="0" parTransId="{D96A2F20-EA64-4612-BBDB-B489587D6A08}" sibTransId="{791DF0B5-BFFF-4633-BC2D-FDC8358F6C5F}"/>
    <dgm:cxn modelId="{FEA6B03A-860D-42B3-88DF-17561B988AA3}" type="presOf" srcId="{AA2A22CB-13DB-4852-B9DA-366CBB425D2B}" destId="{DA4F5003-DAE1-42F5-840A-0AA7AAE41B6C}" srcOrd="0" destOrd="0" presId="urn:microsoft.com/office/officeart/2005/8/layout/hList1"/>
    <dgm:cxn modelId="{422B4940-A34A-48CA-ABA7-15A87B4878DC}" srcId="{AA2A22CB-13DB-4852-B9DA-366CBB425D2B}" destId="{5295DBE8-973C-4DFD-8707-07D848A5EAEA}" srcOrd="0" destOrd="0" parTransId="{EC98C6DE-09AE-4390-AD8D-D2893223936A}" sibTransId="{2A239230-360F-45D4-9F39-43B11C7A522D}"/>
    <dgm:cxn modelId="{0E454A62-2AB9-4C73-9A6D-DCB10F1F3095}" srcId="{D7D29BCF-FE0C-4EAF-AD02-5E811EA25F4F}" destId="{D313011B-29C0-4DFB-A74D-71AD465E7E05}" srcOrd="1" destOrd="0" parTransId="{E4D522A5-4A91-44EA-8FF4-01473DDFBD21}" sibTransId="{6778664C-2E54-44C4-97C5-4711853218C8}"/>
    <dgm:cxn modelId="{5E40E363-2A6E-4D52-BAAF-57728CAC7D15}" srcId="{C78304F4-D179-4721-A6B5-32064CF4DFDC}" destId="{AA2A22CB-13DB-4852-B9DA-366CBB425D2B}" srcOrd="0" destOrd="0" parTransId="{661ED4CB-B5ED-4D5B-999E-4E4A85C6A617}" sibTransId="{77587468-0EC1-4FA4-A07B-8DE74800A6FB}"/>
    <dgm:cxn modelId="{1C1FDC64-BBFE-418D-8A18-79AC7F45EFCB}" type="presOf" srcId="{FA925771-E14A-434D-B648-B54A4885FD30}" destId="{FB8F1F56-A09C-4AF5-B263-7B8F4E6808CA}" srcOrd="0" destOrd="0" presId="urn:microsoft.com/office/officeart/2005/8/layout/hList1"/>
    <dgm:cxn modelId="{933A9548-AF92-4621-B41C-85F1AF81F1EA}" srcId="{08CF17F5-8BD5-4377-BAE9-D207F2B2C77C}" destId="{FA925771-E14A-434D-B648-B54A4885FD30}" srcOrd="0" destOrd="0" parTransId="{EDB4FD6E-2913-48A5-B4E9-CF98AC689AC6}" sibTransId="{53A71F18-C0D3-44AE-9216-FED89FDB6DF2}"/>
    <dgm:cxn modelId="{753B994C-132E-4FEC-8D76-73CBDF4A6A52}" srcId="{C78304F4-D179-4721-A6B5-32064CF4DFDC}" destId="{D7D29BCF-FE0C-4EAF-AD02-5E811EA25F4F}" srcOrd="1" destOrd="0" parTransId="{E527BBBF-A8A5-4C31-979D-F860F0B0099F}" sibTransId="{F8CA560A-BB25-472D-A5E2-5FB7058C80BF}"/>
    <dgm:cxn modelId="{06AE2871-929A-408C-AB52-284D7DD092BF}" type="presOf" srcId="{EDC84D09-09C3-4F4B-B73A-C47A9F9E38FA}" destId="{15467F60-5BDC-4211-9C33-82AD91194005}" srcOrd="0" destOrd="1" presId="urn:microsoft.com/office/officeart/2005/8/layout/hList1"/>
    <dgm:cxn modelId="{50E65C7E-DC61-4676-85FB-3AE5AACA2E50}" type="presOf" srcId="{D313011B-29C0-4DFB-A74D-71AD465E7E05}" destId="{15DD3CCD-B5C4-4571-986E-F20B5C771D40}" srcOrd="0" destOrd="1" presId="urn:microsoft.com/office/officeart/2005/8/layout/hList1"/>
    <dgm:cxn modelId="{34471783-2C90-4779-A17E-03CF3E25D007}" srcId="{AA2A22CB-13DB-4852-B9DA-366CBB425D2B}" destId="{EDC84D09-09C3-4F4B-B73A-C47A9F9E38FA}" srcOrd="1" destOrd="0" parTransId="{8EEEA4D6-9110-497A-92E6-B659F11CE4D5}" sibTransId="{68EE07F9-B7B8-4B60-A910-1150FFE018A5}"/>
    <dgm:cxn modelId="{60D64A8B-CB06-4AA2-835A-6C5EF27BAF09}" type="presOf" srcId="{5295DBE8-973C-4DFD-8707-07D848A5EAEA}" destId="{15467F60-5BDC-4211-9C33-82AD91194005}" srcOrd="0" destOrd="0" presId="urn:microsoft.com/office/officeart/2005/8/layout/hList1"/>
    <dgm:cxn modelId="{083B4EA2-C052-4EC5-81F0-FCF01F256EAA}" type="presOf" srcId="{08CF17F5-8BD5-4377-BAE9-D207F2B2C77C}" destId="{8DA5EB8D-4B16-4FA8-977B-533BFC7F7F82}" srcOrd="0" destOrd="0" presId="urn:microsoft.com/office/officeart/2005/8/layout/hList1"/>
    <dgm:cxn modelId="{0967FBAC-CCF7-47C8-8837-00CEED97D0E7}" type="presOf" srcId="{D7D29BCF-FE0C-4EAF-AD02-5E811EA25F4F}" destId="{67CB7816-3583-40E8-8EDA-4081236E44F4}" srcOrd="0" destOrd="0" presId="urn:microsoft.com/office/officeart/2005/8/layout/hList1"/>
    <dgm:cxn modelId="{6716EBBD-FA77-473A-875C-5D3B71DBF985}" srcId="{AA2A22CB-13DB-4852-B9DA-366CBB425D2B}" destId="{30544D57-00FC-46C0-8B62-9504A9678DF3}" srcOrd="2" destOrd="0" parTransId="{796AC73C-FE75-4D83-AF70-3093F0747F58}" sibTransId="{FABDF518-B40F-4ABE-B73C-AFAA552D63B8}"/>
    <dgm:cxn modelId="{96C673C2-E82F-4FA0-B253-82998D360841}" type="presOf" srcId="{C78304F4-D179-4721-A6B5-32064CF4DFDC}" destId="{4C940666-69F8-456A-A30F-11F1ED1178A5}" srcOrd="0" destOrd="0" presId="urn:microsoft.com/office/officeart/2005/8/layout/hList1"/>
    <dgm:cxn modelId="{E88019D5-BF8F-4D89-A7FD-A1997274C56C}" type="presOf" srcId="{30544D57-00FC-46C0-8B62-9504A9678DF3}" destId="{15467F60-5BDC-4211-9C33-82AD91194005}" srcOrd="0" destOrd="2" presId="urn:microsoft.com/office/officeart/2005/8/layout/hList1"/>
    <dgm:cxn modelId="{841905C3-FEA8-4953-9D50-5AC1ED9FD3F0}" type="presParOf" srcId="{4C940666-69F8-456A-A30F-11F1ED1178A5}" destId="{81389A88-AF99-4CAD-915B-619F566A8D55}" srcOrd="0" destOrd="0" presId="urn:microsoft.com/office/officeart/2005/8/layout/hList1"/>
    <dgm:cxn modelId="{8578D5F5-F38C-4C45-B52C-9A3096929EDB}" type="presParOf" srcId="{81389A88-AF99-4CAD-915B-619F566A8D55}" destId="{DA4F5003-DAE1-42F5-840A-0AA7AAE41B6C}" srcOrd="0" destOrd="0" presId="urn:microsoft.com/office/officeart/2005/8/layout/hList1"/>
    <dgm:cxn modelId="{DEC134B5-D150-44F5-8B93-2CE879356772}" type="presParOf" srcId="{81389A88-AF99-4CAD-915B-619F566A8D55}" destId="{15467F60-5BDC-4211-9C33-82AD91194005}" srcOrd="1" destOrd="0" presId="urn:microsoft.com/office/officeart/2005/8/layout/hList1"/>
    <dgm:cxn modelId="{B2E4FE4A-1AA0-4D9C-A604-05DEB3672EF8}" type="presParOf" srcId="{4C940666-69F8-456A-A30F-11F1ED1178A5}" destId="{AB975D52-2BA9-482E-B6A1-974DE453DE8C}" srcOrd="1" destOrd="0" presId="urn:microsoft.com/office/officeart/2005/8/layout/hList1"/>
    <dgm:cxn modelId="{8DE4FEEA-BD9B-495D-892F-6660BC458993}" type="presParOf" srcId="{4C940666-69F8-456A-A30F-11F1ED1178A5}" destId="{62FC3FC7-94B2-4B97-8B6D-06F90FE019D7}" srcOrd="2" destOrd="0" presId="urn:microsoft.com/office/officeart/2005/8/layout/hList1"/>
    <dgm:cxn modelId="{5B5D0702-7E27-487C-AE77-33E056677D76}" type="presParOf" srcId="{62FC3FC7-94B2-4B97-8B6D-06F90FE019D7}" destId="{67CB7816-3583-40E8-8EDA-4081236E44F4}" srcOrd="0" destOrd="0" presId="urn:microsoft.com/office/officeart/2005/8/layout/hList1"/>
    <dgm:cxn modelId="{9902839B-D5FE-4217-80E9-69443F404387}" type="presParOf" srcId="{62FC3FC7-94B2-4B97-8B6D-06F90FE019D7}" destId="{15DD3CCD-B5C4-4571-986E-F20B5C771D40}" srcOrd="1" destOrd="0" presId="urn:microsoft.com/office/officeart/2005/8/layout/hList1"/>
    <dgm:cxn modelId="{96FCD117-2E44-4E00-A501-433105C6D0A3}" type="presParOf" srcId="{4C940666-69F8-456A-A30F-11F1ED1178A5}" destId="{D9BFF975-0F3D-43A6-859B-8201D5EE2C8F}" srcOrd="3" destOrd="0" presId="urn:microsoft.com/office/officeart/2005/8/layout/hList1"/>
    <dgm:cxn modelId="{8ADC8DE8-C443-4B32-95E2-3B9A0E0BB36F}" type="presParOf" srcId="{4C940666-69F8-456A-A30F-11F1ED1178A5}" destId="{66A21DFC-4B18-48A1-A153-E2CA96D887E4}" srcOrd="4" destOrd="0" presId="urn:microsoft.com/office/officeart/2005/8/layout/hList1"/>
    <dgm:cxn modelId="{2A5BBDE7-9BEF-447D-AE68-DB73BA77B814}" type="presParOf" srcId="{66A21DFC-4B18-48A1-A153-E2CA96D887E4}" destId="{8DA5EB8D-4B16-4FA8-977B-533BFC7F7F82}" srcOrd="0" destOrd="0" presId="urn:microsoft.com/office/officeart/2005/8/layout/hList1"/>
    <dgm:cxn modelId="{51812A04-816E-491A-A4A3-02A7218D0157}" type="presParOf" srcId="{66A21DFC-4B18-48A1-A153-E2CA96D887E4}" destId="{FB8F1F56-A09C-4AF5-B263-7B8F4E6808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tr-TR" dirty="0" err="1"/>
            <a:t>Get</a:t>
          </a:r>
          <a:r>
            <a:rPr lang="tr-TR" dirty="0"/>
            <a:t> </a:t>
          </a:r>
          <a:r>
            <a:rPr lang="tr-TR" dirty="0" err="1"/>
            <a:t>names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2A6501FE-549B-4E46-9C84-05A267B1E54A}">
      <dgm:prSet phldrT="[Text]"/>
      <dgm:spPr/>
      <dgm:t>
        <a:bodyPr/>
        <a:lstStyle/>
        <a:p>
          <a:r>
            <a:rPr lang="en-US" b="0" i="0" dirty="0"/>
            <a:t>worksheets names</a:t>
          </a:r>
          <a:r>
            <a:rPr lang="tr-TR" b="0" i="0" dirty="0"/>
            <a:t>: </a:t>
          </a:r>
          <a:r>
            <a:rPr lang="en-US" dirty="0" err="1"/>
            <a:t>wb.sheetnames</a:t>
          </a:r>
          <a:endParaRPr lang="en-US" dirty="0"/>
        </a:p>
      </dgm:t>
    </dgm:pt>
    <dgm:pt modelId="{51CECBD7-0351-4AA2-A898-C1B296B64D31}" type="parTrans" cxnId="{E903689C-9E08-4F06-9AD8-96C14D83ED5B}">
      <dgm:prSet/>
      <dgm:spPr/>
      <dgm:t>
        <a:bodyPr/>
        <a:lstStyle/>
        <a:p>
          <a:endParaRPr lang="en-US"/>
        </a:p>
      </dgm:t>
    </dgm:pt>
    <dgm:pt modelId="{03DFF96B-03B3-4ABB-91AA-8EA77CED87E2}" type="sibTrans" cxnId="{E903689C-9E08-4F06-9AD8-96C14D83ED5B}">
      <dgm:prSet/>
      <dgm:spPr/>
      <dgm:t>
        <a:bodyPr/>
        <a:lstStyle/>
        <a:p>
          <a:endParaRPr lang="en-US"/>
        </a:p>
      </dgm:t>
    </dgm:pt>
    <dgm:pt modelId="{C12CD931-4EAC-419A-9816-1EED1475DC59}">
      <dgm:prSet phldrT="[Text]"/>
      <dgm:spPr/>
      <dgm:t>
        <a:bodyPr/>
        <a:lstStyle/>
        <a:p>
          <a:r>
            <a:rPr lang="tr-TR" dirty="0" err="1"/>
            <a:t>Loop</a:t>
          </a:r>
          <a:r>
            <a:rPr lang="tr-TR" dirty="0"/>
            <a:t> </a:t>
          </a:r>
          <a:r>
            <a:rPr lang="tr-TR" dirty="0" err="1"/>
            <a:t>through</a:t>
          </a:r>
          <a:r>
            <a:rPr lang="tr-TR" dirty="0"/>
            <a:t> </a:t>
          </a:r>
          <a:r>
            <a:rPr lang="tr-TR" dirty="0" err="1"/>
            <a:t>worksheets</a:t>
          </a:r>
          <a:endParaRPr lang="en-US" dirty="0"/>
        </a:p>
      </dgm:t>
    </dgm:pt>
    <dgm:pt modelId="{54644C19-CC3F-4A19-B53D-F39BB7081288}" type="parTrans" cxnId="{65E92C1B-0E37-4AF1-9290-427154E4E2EE}">
      <dgm:prSet/>
      <dgm:spPr/>
      <dgm:t>
        <a:bodyPr/>
        <a:lstStyle/>
        <a:p>
          <a:endParaRPr lang="en-US"/>
        </a:p>
      </dgm:t>
    </dgm:pt>
    <dgm:pt modelId="{6FD35157-8FD0-4C5F-890D-4CAFBC98E98E}" type="sibTrans" cxnId="{65E92C1B-0E37-4AF1-9290-427154E4E2EE}">
      <dgm:prSet/>
      <dgm:spPr/>
      <dgm:t>
        <a:bodyPr/>
        <a:lstStyle/>
        <a:p>
          <a:endParaRPr lang="en-US"/>
        </a:p>
      </dgm:t>
    </dgm:pt>
    <dgm:pt modelId="{053D9622-22B0-4E9C-98F1-D27EFE26AB3E}">
      <dgm:prSet phldrT="[Text]"/>
      <dgm:spPr/>
      <dgm:t>
        <a:bodyPr/>
        <a:lstStyle/>
        <a:p>
          <a:r>
            <a:rPr lang="en-US" dirty="0"/>
            <a:t>for sheet in </a:t>
          </a:r>
          <a:r>
            <a:rPr lang="en-US" dirty="0" err="1"/>
            <a:t>wb</a:t>
          </a:r>
          <a:r>
            <a:rPr lang="en-US" dirty="0"/>
            <a:t>:</a:t>
          </a:r>
        </a:p>
      </dgm:t>
    </dgm:pt>
    <dgm:pt modelId="{89A55AD0-256D-45C0-A932-7C22B1FA9322}" type="parTrans" cxnId="{62EBBBBC-B42D-4775-A749-B1F53DAECB25}">
      <dgm:prSet/>
      <dgm:spPr/>
      <dgm:t>
        <a:bodyPr/>
        <a:lstStyle/>
        <a:p>
          <a:endParaRPr lang="en-US"/>
        </a:p>
      </dgm:t>
    </dgm:pt>
    <dgm:pt modelId="{FDB78F4D-6FF6-4789-B6D9-FFBE5176E6ED}" type="sibTrans" cxnId="{62EBBBBC-B42D-4775-A749-B1F53DAECB25}">
      <dgm:prSet/>
      <dgm:spPr/>
      <dgm:t>
        <a:bodyPr/>
        <a:lstStyle/>
        <a:p>
          <a:endParaRPr lang="en-US"/>
        </a:p>
      </dgm:t>
    </dgm:pt>
    <dgm:pt modelId="{8C66791A-B484-4DCA-87C9-CE59D123FB02}">
      <dgm:prSet/>
      <dgm:spPr/>
      <dgm:t>
        <a:bodyPr/>
        <a:lstStyle/>
        <a:p>
          <a:r>
            <a:rPr lang="en-US" dirty="0"/>
            <a:t>...     print(sheet.title)</a:t>
          </a:r>
        </a:p>
      </dgm:t>
    </dgm:pt>
    <dgm:pt modelId="{65FEEB76-28D6-4DCA-9733-4E527D4304DE}" type="parTrans" cxnId="{23E7A34F-7D70-4972-9DE0-09EC3E121630}">
      <dgm:prSet/>
      <dgm:spPr/>
      <dgm:t>
        <a:bodyPr/>
        <a:lstStyle/>
        <a:p>
          <a:endParaRPr lang="en-US"/>
        </a:p>
      </dgm:t>
    </dgm:pt>
    <dgm:pt modelId="{263597AD-EE9F-4FB0-8919-6D3708B7078E}" type="sibTrans" cxnId="{23E7A34F-7D70-4972-9DE0-09EC3E121630}">
      <dgm:prSet/>
      <dgm:spPr/>
      <dgm:t>
        <a:bodyPr/>
        <a:lstStyle/>
        <a:p>
          <a:endParaRPr lang="en-US"/>
        </a:p>
      </dgm:t>
    </dgm:pt>
    <dgm:pt modelId="{14BB71F4-FEBE-41C4-8D79-754AB16857EE}">
      <dgm:prSet/>
      <dgm:spPr/>
      <dgm:t>
        <a:bodyPr/>
        <a:lstStyle/>
        <a:p>
          <a:r>
            <a:rPr lang="tr-TR" dirty="0" err="1"/>
            <a:t>Create</a:t>
          </a:r>
          <a:r>
            <a:rPr lang="tr-TR" dirty="0"/>
            <a:t> </a:t>
          </a:r>
          <a:r>
            <a:rPr lang="tr-TR" dirty="0" err="1"/>
            <a:t>copies</a:t>
          </a:r>
          <a:r>
            <a:rPr lang="tr-TR" dirty="0"/>
            <a:t> of </a:t>
          </a:r>
          <a:r>
            <a:rPr lang="tr-TR" dirty="0" err="1"/>
            <a:t>worksheet</a:t>
          </a:r>
          <a:endParaRPr lang="en-US" dirty="0"/>
        </a:p>
      </dgm:t>
    </dgm:pt>
    <dgm:pt modelId="{3CEDC037-6ABC-4426-8827-6B4888D90A7C}" type="parTrans" cxnId="{2B15B8ED-792E-4B96-BD45-F6BE2924A34B}">
      <dgm:prSet/>
      <dgm:spPr/>
      <dgm:t>
        <a:bodyPr/>
        <a:lstStyle/>
        <a:p>
          <a:endParaRPr lang="en-US"/>
        </a:p>
      </dgm:t>
    </dgm:pt>
    <dgm:pt modelId="{B23D476D-0F7A-4E15-BACE-F46797ACAE1F}" type="sibTrans" cxnId="{2B15B8ED-792E-4B96-BD45-F6BE2924A34B}">
      <dgm:prSet/>
      <dgm:spPr/>
      <dgm:t>
        <a:bodyPr/>
        <a:lstStyle/>
        <a:p>
          <a:endParaRPr lang="en-US"/>
        </a:p>
      </dgm:t>
    </dgm:pt>
    <dgm:pt modelId="{F72301CC-0F99-49D5-B493-9D5AF7590408}">
      <dgm:prSet/>
      <dgm:spPr/>
      <dgm:t>
        <a:bodyPr/>
        <a:lstStyle/>
        <a:p>
          <a:r>
            <a:rPr lang="en-US" dirty="0"/>
            <a:t>source = </a:t>
          </a:r>
          <a:r>
            <a:rPr lang="en-US" dirty="0" err="1"/>
            <a:t>wb.active</a:t>
          </a:r>
          <a:endParaRPr lang="en-US" dirty="0"/>
        </a:p>
      </dgm:t>
    </dgm:pt>
    <dgm:pt modelId="{3099C4BA-377A-4020-AF16-822B44599AFD}" type="parTrans" cxnId="{9C7AE03B-F794-4751-8380-5BF8C6B154D9}">
      <dgm:prSet/>
      <dgm:spPr/>
      <dgm:t>
        <a:bodyPr/>
        <a:lstStyle/>
        <a:p>
          <a:endParaRPr lang="en-US"/>
        </a:p>
      </dgm:t>
    </dgm:pt>
    <dgm:pt modelId="{4C28977B-A317-4AC8-8577-1FEAE6A9F2E0}" type="sibTrans" cxnId="{9C7AE03B-F794-4751-8380-5BF8C6B154D9}">
      <dgm:prSet/>
      <dgm:spPr/>
      <dgm:t>
        <a:bodyPr/>
        <a:lstStyle/>
        <a:p>
          <a:endParaRPr lang="en-US"/>
        </a:p>
      </dgm:t>
    </dgm:pt>
    <dgm:pt modelId="{B3AEE74B-7753-4720-A63B-01B653B7F923}">
      <dgm:prSet/>
      <dgm:spPr/>
      <dgm:t>
        <a:bodyPr/>
        <a:lstStyle/>
        <a:p>
          <a:r>
            <a:rPr lang="en-US" dirty="0"/>
            <a:t>target = wb.copy_worksheet(source)</a:t>
          </a:r>
        </a:p>
      </dgm:t>
    </dgm:pt>
    <dgm:pt modelId="{068D2CEC-F010-4D15-B097-0D0BF9F0B844}" type="parTrans" cxnId="{32191CB7-04F3-437B-B88D-1AA0E1E13AAA}">
      <dgm:prSet/>
      <dgm:spPr/>
      <dgm:t>
        <a:bodyPr/>
        <a:lstStyle/>
        <a:p>
          <a:endParaRPr lang="en-US"/>
        </a:p>
      </dgm:t>
    </dgm:pt>
    <dgm:pt modelId="{80373A6B-CF38-4EA6-8236-774FC4AC9FCB}" type="sibTrans" cxnId="{32191CB7-04F3-437B-B88D-1AA0E1E13AAA}">
      <dgm:prSet/>
      <dgm:spPr/>
      <dgm:t>
        <a:bodyPr/>
        <a:lstStyle/>
        <a:p>
          <a:endParaRPr lang="en-US"/>
        </a:p>
      </dgm:t>
    </dgm:pt>
    <dgm:pt modelId="{7478BDE7-7373-4B89-82CD-5E3BF5CF27B2}">
      <dgm:prSet phldrT="[Text]"/>
      <dgm:spPr/>
      <dgm:t>
        <a:bodyPr/>
        <a:lstStyle/>
        <a:p>
          <a:r>
            <a:rPr lang="tr-TR" dirty="0" err="1"/>
            <a:t>using</a:t>
          </a:r>
          <a:r>
            <a:rPr lang="tr-TR" dirty="0"/>
            <a:t> </a:t>
          </a:r>
          <a:r>
            <a:rPr lang="tr-TR" dirty="0" err="1"/>
            <a:t>its</a:t>
          </a:r>
          <a:r>
            <a:rPr lang="tr-TR" dirty="0"/>
            <a:t> name: </a:t>
          </a:r>
          <a:r>
            <a:rPr lang="en-US" dirty="0" err="1"/>
            <a:t>wb</a:t>
          </a:r>
          <a:r>
            <a:rPr lang="en-US" dirty="0"/>
            <a:t>[</a:t>
          </a:r>
          <a:r>
            <a:rPr lang="tr-TR" dirty="0"/>
            <a:t>‘</a:t>
          </a:r>
          <a:r>
            <a:rPr lang="tr-TR" dirty="0" err="1"/>
            <a:t>Sheet</a:t>
          </a:r>
          <a:r>
            <a:rPr lang="tr-TR" dirty="0"/>
            <a:t> Name’</a:t>
          </a:r>
          <a:r>
            <a:rPr lang="en-US" dirty="0"/>
            <a:t>]</a:t>
          </a:r>
        </a:p>
      </dgm:t>
    </dgm:pt>
    <dgm:pt modelId="{DFCFA7E5-F832-477C-8573-BCC53F13B024}" type="parTrans" cxnId="{6688804E-073F-4CD4-9B1D-539DF16E163D}">
      <dgm:prSet/>
      <dgm:spPr/>
      <dgm:t>
        <a:bodyPr/>
        <a:lstStyle/>
        <a:p>
          <a:endParaRPr lang="en-US"/>
        </a:p>
      </dgm:t>
    </dgm:pt>
    <dgm:pt modelId="{9BFBEED5-BB09-414C-B564-840CFBA4214E}" type="sibTrans" cxnId="{6688804E-073F-4CD4-9B1D-539DF16E163D}">
      <dgm:prSet/>
      <dgm:spPr/>
      <dgm:t>
        <a:bodyPr/>
        <a:lstStyle/>
        <a:p>
          <a:endParaRPr lang="en-US"/>
        </a:p>
      </dgm:t>
    </dgm:pt>
    <dgm:pt modelId="{DF6238B8-2CCA-4167-B24D-B62B74B42C46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FC6493C8-CDD7-4195-A2C2-00F7EC6422A9}" type="pres">
      <dgm:prSet presAssocID="{394A2318-F2C6-4EC2-9D98-68FF93724840}" presName="composite" presStyleCnt="0"/>
      <dgm:spPr/>
    </dgm:pt>
    <dgm:pt modelId="{39F408A4-024B-437B-8CBD-38CEDB54D23E}" type="pres">
      <dgm:prSet presAssocID="{394A2318-F2C6-4EC2-9D98-68FF937248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B5600D3-5A1D-4E5D-BAA4-9E599A00E3E9}" type="pres">
      <dgm:prSet presAssocID="{394A2318-F2C6-4EC2-9D98-68FF93724840}" presName="desTx" presStyleLbl="alignAccFollowNode1" presStyleIdx="0" presStyleCnt="3">
        <dgm:presLayoutVars>
          <dgm:bulletEnabled val="1"/>
        </dgm:presLayoutVars>
      </dgm:prSet>
      <dgm:spPr/>
    </dgm:pt>
    <dgm:pt modelId="{43833208-ED97-44DA-853A-5CF308495192}" type="pres">
      <dgm:prSet presAssocID="{FAE5E193-D10B-476C-95D0-02D8D3495238}" presName="space" presStyleCnt="0"/>
      <dgm:spPr/>
    </dgm:pt>
    <dgm:pt modelId="{8AFD3E05-032D-4274-A514-49A6B7FF196E}" type="pres">
      <dgm:prSet presAssocID="{C12CD931-4EAC-419A-9816-1EED1475DC59}" presName="composite" presStyleCnt="0"/>
      <dgm:spPr/>
    </dgm:pt>
    <dgm:pt modelId="{90CE0B7E-6CD1-4C71-9B56-B6BC4E48827A}" type="pres">
      <dgm:prSet presAssocID="{C12CD931-4EAC-419A-9816-1EED1475DC5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7D27D88-DF74-407D-A44F-066CB7BCE1DA}" type="pres">
      <dgm:prSet presAssocID="{C12CD931-4EAC-419A-9816-1EED1475DC59}" presName="desTx" presStyleLbl="alignAccFollowNode1" presStyleIdx="1" presStyleCnt="3">
        <dgm:presLayoutVars>
          <dgm:bulletEnabled val="1"/>
        </dgm:presLayoutVars>
      </dgm:prSet>
      <dgm:spPr/>
    </dgm:pt>
    <dgm:pt modelId="{B7E12A40-249D-432A-B87E-09D384966A7C}" type="pres">
      <dgm:prSet presAssocID="{6FD35157-8FD0-4C5F-890D-4CAFBC98E98E}" presName="space" presStyleCnt="0"/>
      <dgm:spPr/>
    </dgm:pt>
    <dgm:pt modelId="{D8C32C8B-EB6B-473A-8AD4-16F5E9F9008D}" type="pres">
      <dgm:prSet presAssocID="{14BB71F4-FEBE-41C4-8D79-754AB16857EE}" presName="composite" presStyleCnt="0"/>
      <dgm:spPr/>
    </dgm:pt>
    <dgm:pt modelId="{E7C21919-ADFF-4D4E-90AC-72F597D43FAA}" type="pres">
      <dgm:prSet presAssocID="{14BB71F4-FEBE-41C4-8D79-754AB16857E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4EB346C-3F4C-4AB4-BCDA-2F245C9413FD}" type="pres">
      <dgm:prSet presAssocID="{14BB71F4-FEBE-41C4-8D79-754AB16857E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99AA110-2F28-4B60-8735-8DFC0D2FDB47}" type="presOf" srcId="{B3AEE74B-7753-4720-A63B-01B653B7F923}" destId="{14EB346C-3F4C-4AB4-BCDA-2F245C9413FD}" srcOrd="0" destOrd="1" presId="urn:microsoft.com/office/officeart/2005/8/layout/hList1"/>
    <dgm:cxn modelId="{65E92C1B-0E37-4AF1-9290-427154E4E2EE}" srcId="{C78304F4-D179-4721-A6B5-32064CF4DFDC}" destId="{C12CD931-4EAC-419A-9816-1EED1475DC59}" srcOrd="1" destOrd="0" parTransId="{54644C19-CC3F-4A19-B53D-F39BB7081288}" sibTransId="{6FD35157-8FD0-4C5F-890D-4CAFBC98E98E}"/>
    <dgm:cxn modelId="{BD64E71B-36C2-4CC1-890C-5952DC9F8314}" type="presOf" srcId="{2A6501FE-549B-4E46-9C84-05A267B1E54A}" destId="{2B5600D3-5A1D-4E5D-BAA4-9E599A00E3E9}" srcOrd="0" destOrd="1" presId="urn:microsoft.com/office/officeart/2005/8/layout/hList1"/>
    <dgm:cxn modelId="{9C7AE03B-F794-4751-8380-5BF8C6B154D9}" srcId="{14BB71F4-FEBE-41C4-8D79-754AB16857EE}" destId="{F72301CC-0F99-49D5-B493-9D5AF7590408}" srcOrd="0" destOrd="0" parTransId="{3099C4BA-377A-4020-AF16-822B44599AFD}" sibTransId="{4C28977B-A317-4AC8-8577-1FEAE6A9F2E0}"/>
    <dgm:cxn modelId="{F924C95B-79C2-4565-A92B-8052605B5243}" type="presOf" srcId="{14BB71F4-FEBE-41C4-8D79-754AB16857EE}" destId="{E7C21919-ADFF-4D4E-90AC-72F597D43FAA}" srcOrd="0" destOrd="0" presId="urn:microsoft.com/office/officeart/2005/8/layout/hList1"/>
    <dgm:cxn modelId="{7594DC60-69B8-4EFE-BEC4-9A093DB835BD}" type="presOf" srcId="{053D9622-22B0-4E9C-98F1-D27EFE26AB3E}" destId="{77D27D88-DF74-407D-A44F-066CB7BCE1DA}" srcOrd="0" destOrd="0" presId="urn:microsoft.com/office/officeart/2005/8/layout/hList1"/>
    <dgm:cxn modelId="{12FDBE61-B1CE-45B8-994D-12EA1F850C54}" type="presOf" srcId="{C78304F4-D179-4721-A6B5-32064CF4DFDC}" destId="{DF6238B8-2CCA-4167-B24D-B62B74B42C46}" srcOrd="0" destOrd="0" presId="urn:microsoft.com/office/officeart/2005/8/layout/hList1"/>
    <dgm:cxn modelId="{8442644D-201A-43C3-A947-51EEEC41183E}" type="presOf" srcId="{7478BDE7-7373-4B89-82CD-5E3BF5CF27B2}" destId="{2B5600D3-5A1D-4E5D-BAA4-9E599A00E3E9}" srcOrd="0" destOrd="0" presId="urn:microsoft.com/office/officeart/2005/8/layout/hList1"/>
    <dgm:cxn modelId="{6688804E-073F-4CD4-9B1D-539DF16E163D}" srcId="{394A2318-F2C6-4EC2-9D98-68FF93724840}" destId="{7478BDE7-7373-4B89-82CD-5E3BF5CF27B2}" srcOrd="0" destOrd="0" parTransId="{DFCFA7E5-F832-477C-8573-BCC53F13B024}" sibTransId="{9BFBEED5-BB09-414C-B564-840CFBA4214E}"/>
    <dgm:cxn modelId="{23E7A34F-7D70-4972-9DE0-09EC3E121630}" srcId="{C12CD931-4EAC-419A-9816-1EED1475DC59}" destId="{8C66791A-B484-4DCA-87C9-CE59D123FB02}" srcOrd="1" destOrd="0" parTransId="{65FEEB76-28D6-4DCA-9733-4E527D4304DE}" sibTransId="{263597AD-EE9F-4FB0-8919-6D3708B7078E}"/>
    <dgm:cxn modelId="{BD8E0E8B-1A2E-4872-AD3F-C2BC27C0E865}" type="presOf" srcId="{394A2318-F2C6-4EC2-9D98-68FF93724840}" destId="{39F408A4-024B-437B-8CBD-38CEDB54D23E}" srcOrd="0" destOrd="0" presId="urn:microsoft.com/office/officeart/2005/8/layout/hList1"/>
    <dgm:cxn modelId="{0642239A-7DB3-4B1F-853D-C00F7C5A40D8}" type="presOf" srcId="{8C66791A-B484-4DCA-87C9-CE59D123FB02}" destId="{77D27D88-DF74-407D-A44F-066CB7BCE1DA}" srcOrd="0" destOrd="1" presId="urn:microsoft.com/office/officeart/2005/8/layout/hList1"/>
    <dgm:cxn modelId="{E903689C-9E08-4F06-9AD8-96C14D83ED5B}" srcId="{394A2318-F2C6-4EC2-9D98-68FF93724840}" destId="{2A6501FE-549B-4E46-9C84-05A267B1E54A}" srcOrd="1" destOrd="0" parTransId="{51CECBD7-0351-4AA2-A898-C1B296B64D31}" sibTransId="{03DFF96B-03B3-4ABB-91AA-8EA77CED87E2}"/>
    <dgm:cxn modelId="{9CBDCAA3-C3B7-4DC1-8D0D-398B3413A516}" type="presOf" srcId="{C12CD931-4EAC-419A-9816-1EED1475DC59}" destId="{90CE0B7E-6CD1-4C71-9B56-B6BC4E48827A}" srcOrd="0" destOrd="0" presId="urn:microsoft.com/office/officeart/2005/8/layout/hList1"/>
    <dgm:cxn modelId="{32191CB7-04F3-437B-B88D-1AA0E1E13AAA}" srcId="{14BB71F4-FEBE-41C4-8D79-754AB16857EE}" destId="{B3AEE74B-7753-4720-A63B-01B653B7F923}" srcOrd="1" destOrd="0" parTransId="{068D2CEC-F010-4D15-B097-0D0BF9F0B844}" sibTransId="{80373A6B-CF38-4EA6-8236-774FC4AC9FCB}"/>
    <dgm:cxn modelId="{62EBBBBC-B42D-4775-A749-B1F53DAECB25}" srcId="{C12CD931-4EAC-419A-9816-1EED1475DC59}" destId="{053D9622-22B0-4E9C-98F1-D27EFE26AB3E}" srcOrd="0" destOrd="0" parTransId="{89A55AD0-256D-45C0-A932-7C22B1FA9322}" sibTransId="{FDB78F4D-6FF6-4789-B6D9-FFBE5176E6ED}"/>
    <dgm:cxn modelId="{3C9D77BF-07FA-41B2-8D81-E5782C451E38}" type="presOf" srcId="{F72301CC-0F99-49D5-B493-9D5AF7590408}" destId="{14EB346C-3F4C-4AB4-BCDA-2F245C9413FD}" srcOrd="0" destOrd="0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2B15B8ED-792E-4B96-BD45-F6BE2924A34B}" srcId="{C78304F4-D179-4721-A6B5-32064CF4DFDC}" destId="{14BB71F4-FEBE-41C4-8D79-754AB16857EE}" srcOrd="2" destOrd="0" parTransId="{3CEDC037-6ABC-4426-8827-6B4888D90A7C}" sibTransId="{B23D476D-0F7A-4E15-BACE-F46797ACAE1F}"/>
    <dgm:cxn modelId="{3CC15268-D309-4370-8995-41E2FC890072}" type="presParOf" srcId="{DF6238B8-2CCA-4167-B24D-B62B74B42C46}" destId="{FC6493C8-CDD7-4195-A2C2-00F7EC6422A9}" srcOrd="0" destOrd="0" presId="urn:microsoft.com/office/officeart/2005/8/layout/hList1"/>
    <dgm:cxn modelId="{AA96A7D0-DE2A-43D0-9053-E1140347DF9A}" type="presParOf" srcId="{FC6493C8-CDD7-4195-A2C2-00F7EC6422A9}" destId="{39F408A4-024B-437B-8CBD-38CEDB54D23E}" srcOrd="0" destOrd="0" presId="urn:microsoft.com/office/officeart/2005/8/layout/hList1"/>
    <dgm:cxn modelId="{F74C1637-075A-4235-8C7B-87E075E3C2E1}" type="presParOf" srcId="{FC6493C8-CDD7-4195-A2C2-00F7EC6422A9}" destId="{2B5600D3-5A1D-4E5D-BAA4-9E599A00E3E9}" srcOrd="1" destOrd="0" presId="urn:microsoft.com/office/officeart/2005/8/layout/hList1"/>
    <dgm:cxn modelId="{7E3053A6-50D7-49AA-8650-AF8828172480}" type="presParOf" srcId="{DF6238B8-2CCA-4167-B24D-B62B74B42C46}" destId="{43833208-ED97-44DA-853A-5CF308495192}" srcOrd="1" destOrd="0" presId="urn:microsoft.com/office/officeart/2005/8/layout/hList1"/>
    <dgm:cxn modelId="{6F82E142-57CD-451E-A60A-7E33F8B55ED6}" type="presParOf" srcId="{DF6238B8-2CCA-4167-B24D-B62B74B42C46}" destId="{8AFD3E05-032D-4274-A514-49A6B7FF196E}" srcOrd="2" destOrd="0" presId="urn:microsoft.com/office/officeart/2005/8/layout/hList1"/>
    <dgm:cxn modelId="{27C2CADA-B117-46BD-B005-1A4E159D6031}" type="presParOf" srcId="{8AFD3E05-032D-4274-A514-49A6B7FF196E}" destId="{90CE0B7E-6CD1-4C71-9B56-B6BC4E48827A}" srcOrd="0" destOrd="0" presId="urn:microsoft.com/office/officeart/2005/8/layout/hList1"/>
    <dgm:cxn modelId="{78D8779C-DF00-4339-9982-86A4E48EE866}" type="presParOf" srcId="{8AFD3E05-032D-4274-A514-49A6B7FF196E}" destId="{77D27D88-DF74-407D-A44F-066CB7BCE1DA}" srcOrd="1" destOrd="0" presId="urn:microsoft.com/office/officeart/2005/8/layout/hList1"/>
    <dgm:cxn modelId="{D98DB5CE-7516-49B9-A0B0-1DA1D7C12DFD}" type="presParOf" srcId="{DF6238B8-2CCA-4167-B24D-B62B74B42C46}" destId="{B7E12A40-249D-432A-B87E-09D384966A7C}" srcOrd="3" destOrd="0" presId="urn:microsoft.com/office/officeart/2005/8/layout/hList1"/>
    <dgm:cxn modelId="{C9509FF0-B4FA-4010-9DB0-5FF38757CC1F}" type="presParOf" srcId="{DF6238B8-2CCA-4167-B24D-B62B74B42C46}" destId="{D8C32C8B-EB6B-473A-8AD4-16F5E9F9008D}" srcOrd="4" destOrd="0" presId="urn:microsoft.com/office/officeart/2005/8/layout/hList1"/>
    <dgm:cxn modelId="{70C8C942-58EE-45F7-BC92-7DF1D0237F35}" type="presParOf" srcId="{D8C32C8B-EB6B-473A-8AD4-16F5E9F9008D}" destId="{E7C21919-ADFF-4D4E-90AC-72F597D43FAA}" srcOrd="0" destOrd="0" presId="urn:microsoft.com/office/officeart/2005/8/layout/hList1"/>
    <dgm:cxn modelId="{D0D928A3-1C94-4FA7-8152-96BD81A58201}" type="presParOf" srcId="{D8C32C8B-EB6B-473A-8AD4-16F5E9F9008D}" destId="{14EB346C-3F4C-4AB4-BCDA-2F245C9413F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tr-TR" dirty="0" err="1"/>
            <a:t>Accessing</a:t>
          </a:r>
          <a:r>
            <a:rPr lang="tr-TR" dirty="0"/>
            <a:t> </a:t>
          </a:r>
          <a:r>
            <a:rPr lang="tr-TR" dirty="0" err="1"/>
            <a:t>cells</a:t>
          </a:r>
          <a:r>
            <a:rPr lang="tr-TR" dirty="0"/>
            <a:t> </a:t>
          </a:r>
          <a:r>
            <a:rPr lang="tr-TR" dirty="0" err="1"/>
            <a:t>with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FAE58DF8-A13D-4453-879C-4DB5B64EA2E3}">
      <dgm:prSet phldrT="[Text]"/>
      <dgm:spPr/>
      <dgm:t>
        <a:bodyPr/>
        <a:lstStyle/>
        <a:p>
          <a:r>
            <a:rPr lang="tr-TR" dirty="0"/>
            <a:t>As </a:t>
          </a:r>
          <a:r>
            <a:rPr lang="tr-TR" dirty="0" err="1"/>
            <a:t>keys</a:t>
          </a:r>
          <a:r>
            <a:rPr lang="tr-TR" dirty="0"/>
            <a:t> of </a:t>
          </a:r>
          <a:r>
            <a:rPr lang="tr-TR" dirty="0" err="1"/>
            <a:t>worksheet</a:t>
          </a:r>
          <a:endParaRPr lang="en-US" dirty="0"/>
        </a:p>
      </dgm:t>
    </dgm:pt>
    <dgm:pt modelId="{B6190097-DCAD-409D-AAC2-FA7A7A303FBE}" type="parTrans" cxnId="{7E678176-2DC8-43CB-AE57-BC57F0B220DE}">
      <dgm:prSet/>
      <dgm:spPr/>
      <dgm:t>
        <a:bodyPr/>
        <a:lstStyle/>
        <a:p>
          <a:endParaRPr lang="en-US"/>
        </a:p>
      </dgm:t>
    </dgm:pt>
    <dgm:pt modelId="{E7014517-F2C2-466B-8E04-61445283A852}" type="sibTrans" cxnId="{7E678176-2DC8-43CB-AE57-BC57F0B220DE}">
      <dgm:prSet/>
      <dgm:spPr/>
      <dgm:t>
        <a:bodyPr/>
        <a:lstStyle/>
        <a:p>
          <a:endParaRPr lang="en-US"/>
        </a:p>
      </dgm:t>
    </dgm:pt>
    <dgm:pt modelId="{C0B9037C-C292-4EF1-9DBC-F5C14FB401E2}">
      <dgm:prSet phldrT="[Text]"/>
      <dgm:spPr/>
      <dgm:t>
        <a:bodyPr/>
        <a:lstStyle/>
        <a:p>
          <a:r>
            <a:rPr lang="en-US" dirty="0"/>
            <a:t>c = </a:t>
          </a:r>
          <a:r>
            <a:rPr lang="en-US" dirty="0" err="1"/>
            <a:t>ws</a:t>
          </a:r>
          <a:r>
            <a:rPr lang="en-US" dirty="0"/>
            <a:t>['A4']</a:t>
          </a:r>
        </a:p>
      </dgm:t>
    </dgm:pt>
    <dgm:pt modelId="{E00D67F0-FFC6-467F-AA42-341EF250CEAB}" type="parTrans" cxnId="{134252B0-6802-46C7-92AF-49F456FCB0B9}">
      <dgm:prSet/>
      <dgm:spPr/>
      <dgm:t>
        <a:bodyPr/>
        <a:lstStyle/>
        <a:p>
          <a:endParaRPr lang="en-US"/>
        </a:p>
      </dgm:t>
    </dgm:pt>
    <dgm:pt modelId="{3902634B-1F10-4E30-9072-16439E5A0B8F}" type="sibTrans" cxnId="{134252B0-6802-46C7-92AF-49F456FCB0B9}">
      <dgm:prSet/>
      <dgm:spPr/>
      <dgm:t>
        <a:bodyPr/>
        <a:lstStyle/>
        <a:p>
          <a:endParaRPr lang="en-US"/>
        </a:p>
      </dgm:t>
    </dgm:pt>
    <dgm:pt modelId="{E88DB30B-503B-4D31-9013-D0E8193B7331}">
      <dgm:prSet phldrT="[Text]"/>
      <dgm:spPr/>
      <dgm:t>
        <a:bodyPr/>
        <a:lstStyle/>
        <a:p>
          <a:r>
            <a:rPr lang="en-US" dirty="0"/>
            <a:t>will return the cell at A4</a:t>
          </a:r>
        </a:p>
      </dgm:t>
    </dgm:pt>
    <dgm:pt modelId="{CA8049E6-04C8-4FFD-AC29-230DF81A31CE}" type="parTrans" cxnId="{AE90C1EA-B85C-49E3-8656-1546CF77B5FC}">
      <dgm:prSet/>
      <dgm:spPr/>
      <dgm:t>
        <a:bodyPr/>
        <a:lstStyle/>
        <a:p>
          <a:endParaRPr lang="en-US"/>
        </a:p>
      </dgm:t>
    </dgm:pt>
    <dgm:pt modelId="{4550BC2D-362E-4B2D-8FD5-41E98B15A6E9}" type="sibTrans" cxnId="{AE90C1EA-B85C-49E3-8656-1546CF77B5FC}">
      <dgm:prSet/>
      <dgm:spPr/>
      <dgm:t>
        <a:bodyPr/>
        <a:lstStyle/>
        <a:p>
          <a:endParaRPr lang="en-US"/>
        </a:p>
      </dgm:t>
    </dgm:pt>
    <dgm:pt modelId="{20B30C64-5A42-4912-AA9F-6B1558EAE196}">
      <dgm:prSet phldrT="[Text]"/>
      <dgm:spPr/>
      <dgm:t>
        <a:bodyPr/>
        <a:lstStyle/>
        <a:p>
          <a:r>
            <a:rPr lang="en-US" dirty="0"/>
            <a:t>create one if it does not exist yet</a:t>
          </a:r>
        </a:p>
      </dgm:t>
    </dgm:pt>
    <dgm:pt modelId="{A87EDC5E-F7F9-4722-B820-1AF9190C9343}" type="parTrans" cxnId="{37471D4A-F5AA-4B6B-AF92-34DB4344FCDC}">
      <dgm:prSet/>
      <dgm:spPr/>
      <dgm:t>
        <a:bodyPr/>
        <a:lstStyle/>
        <a:p>
          <a:endParaRPr lang="en-US"/>
        </a:p>
      </dgm:t>
    </dgm:pt>
    <dgm:pt modelId="{08BAE53F-EDCB-4E14-88EC-C9C14BDEF678}" type="sibTrans" cxnId="{37471D4A-F5AA-4B6B-AF92-34DB4344FCDC}">
      <dgm:prSet/>
      <dgm:spPr/>
      <dgm:t>
        <a:bodyPr/>
        <a:lstStyle/>
        <a:p>
          <a:endParaRPr lang="en-US"/>
        </a:p>
      </dgm:t>
    </dgm:pt>
    <dgm:pt modelId="{1013B507-219A-4E18-ADB8-C23B4A9C0CE9}">
      <dgm:prSet phldrT="[Text]"/>
      <dgm:spPr/>
      <dgm:t>
        <a:bodyPr/>
        <a:lstStyle/>
        <a:p>
          <a:r>
            <a:rPr lang="tr-TR" dirty="0" err="1"/>
            <a:t>Alternative</a:t>
          </a:r>
          <a:r>
            <a:rPr lang="tr-TR" dirty="0"/>
            <a:t> </a:t>
          </a:r>
          <a:r>
            <a:rPr lang="tr-TR" dirty="0" err="1"/>
            <a:t>method</a:t>
          </a:r>
          <a:endParaRPr lang="en-US" dirty="0"/>
        </a:p>
      </dgm:t>
    </dgm:pt>
    <dgm:pt modelId="{170205F8-9749-4E87-A494-2C50816855A8}" type="parTrans" cxnId="{E58CFEB2-C1BD-4DAF-AEEE-DF4C34597590}">
      <dgm:prSet/>
      <dgm:spPr/>
      <dgm:t>
        <a:bodyPr/>
        <a:lstStyle/>
        <a:p>
          <a:endParaRPr lang="en-US"/>
        </a:p>
      </dgm:t>
    </dgm:pt>
    <dgm:pt modelId="{4D6973B0-51FC-477E-91A6-7F70804AAC37}" type="sibTrans" cxnId="{E58CFEB2-C1BD-4DAF-AEEE-DF4C34597590}">
      <dgm:prSet/>
      <dgm:spPr/>
      <dgm:t>
        <a:bodyPr/>
        <a:lstStyle/>
        <a:p>
          <a:endParaRPr lang="en-US"/>
        </a:p>
      </dgm:t>
    </dgm:pt>
    <dgm:pt modelId="{0AC95A7A-1677-40EC-A49C-138F453BEEB8}">
      <dgm:prSet phldrT="[Text]"/>
      <dgm:spPr/>
      <dgm:t>
        <a:bodyPr/>
        <a:lstStyle/>
        <a:p>
          <a:r>
            <a:rPr lang="en-US" dirty="0" err="1"/>
            <a:t>Worksheet.cell</a:t>
          </a:r>
          <a:r>
            <a:rPr lang="en-US" dirty="0"/>
            <a:t>()</a:t>
          </a:r>
        </a:p>
      </dgm:t>
    </dgm:pt>
    <dgm:pt modelId="{012125B2-17AD-46C9-98A8-0369FAB10FF8}" type="parTrans" cxnId="{04349650-14C8-4041-B942-34BFA1D5366E}">
      <dgm:prSet/>
      <dgm:spPr/>
      <dgm:t>
        <a:bodyPr/>
        <a:lstStyle/>
        <a:p>
          <a:endParaRPr lang="en-US"/>
        </a:p>
      </dgm:t>
    </dgm:pt>
    <dgm:pt modelId="{E0318047-FB9C-4DCC-83D6-3384A6FF5559}" type="sibTrans" cxnId="{04349650-14C8-4041-B942-34BFA1D5366E}">
      <dgm:prSet/>
      <dgm:spPr/>
      <dgm:t>
        <a:bodyPr/>
        <a:lstStyle/>
        <a:p>
          <a:endParaRPr lang="en-US"/>
        </a:p>
      </dgm:t>
    </dgm:pt>
    <dgm:pt modelId="{77A419E8-241B-4F10-B830-91C420A2D89E}">
      <dgm:prSet phldrT="[Text]"/>
      <dgm:spPr/>
      <dgm:t>
        <a:bodyPr/>
        <a:lstStyle/>
        <a:p>
          <a:r>
            <a:rPr lang="en-US" b="0" i="0" dirty="0"/>
            <a:t>provides access to cells using row and column notation</a:t>
          </a:r>
          <a:endParaRPr lang="en-US" dirty="0"/>
        </a:p>
      </dgm:t>
    </dgm:pt>
    <dgm:pt modelId="{240844E0-B9A3-48C7-94E4-91F4532B91C0}" type="parTrans" cxnId="{21B11F32-78B6-4425-87CF-766D6CD08965}">
      <dgm:prSet/>
      <dgm:spPr/>
      <dgm:t>
        <a:bodyPr/>
        <a:lstStyle/>
        <a:p>
          <a:endParaRPr lang="en-US"/>
        </a:p>
      </dgm:t>
    </dgm:pt>
    <dgm:pt modelId="{6C9B7DF7-6C71-4E92-8DD5-B88E490FD6DA}" type="sibTrans" cxnId="{21B11F32-78B6-4425-87CF-766D6CD08965}">
      <dgm:prSet/>
      <dgm:spPr/>
      <dgm:t>
        <a:bodyPr/>
        <a:lstStyle/>
        <a:p>
          <a:endParaRPr lang="en-US"/>
        </a:p>
      </dgm:t>
    </dgm:pt>
    <dgm:pt modelId="{781826E4-E935-4238-A44A-EEBC475BAC7B}">
      <dgm:prSet phldrT="[Text]"/>
      <dgm:spPr/>
      <dgm:t>
        <a:bodyPr/>
        <a:lstStyle/>
        <a:p>
          <a:r>
            <a:rPr lang="en-US" dirty="0"/>
            <a:t>d = </a:t>
          </a:r>
          <a:r>
            <a:rPr lang="en-US" dirty="0" err="1"/>
            <a:t>ws.cell</a:t>
          </a:r>
          <a:r>
            <a:rPr lang="en-US" dirty="0"/>
            <a:t>(row=4, column=2, value=10)</a:t>
          </a:r>
        </a:p>
      </dgm:t>
    </dgm:pt>
    <dgm:pt modelId="{B58E57A0-63E2-4C6C-BC28-E0EE557FF571}" type="parTrans" cxnId="{9F2D0664-5041-4B1B-BE6D-6C5618DFBC6C}">
      <dgm:prSet/>
      <dgm:spPr/>
      <dgm:t>
        <a:bodyPr/>
        <a:lstStyle/>
        <a:p>
          <a:endParaRPr lang="en-US"/>
        </a:p>
      </dgm:t>
    </dgm:pt>
    <dgm:pt modelId="{B6DBBFDE-F593-4553-88AE-39DAACB796E6}" type="sibTrans" cxnId="{9F2D0664-5041-4B1B-BE6D-6C5618DFBC6C}">
      <dgm:prSet/>
      <dgm:spPr/>
      <dgm:t>
        <a:bodyPr/>
        <a:lstStyle/>
        <a:p>
          <a:endParaRPr lang="en-US"/>
        </a:p>
      </dgm:t>
    </dgm:pt>
    <dgm:pt modelId="{3398340F-99B3-487D-8D85-C8A2BD90A4D0}">
      <dgm:prSet phldrT="[Text]"/>
      <dgm:spPr/>
      <dgm:t>
        <a:bodyPr/>
        <a:lstStyle/>
        <a:p>
          <a:r>
            <a:rPr lang="tr-TR"/>
            <a:t>Assign value to a cell</a:t>
          </a:r>
          <a:endParaRPr lang="en-US" dirty="0"/>
        </a:p>
      </dgm:t>
    </dgm:pt>
    <dgm:pt modelId="{D0EA663F-A520-4FA7-BB22-51FAF04A85FD}" type="parTrans" cxnId="{0CAAA47B-DA89-484E-9B82-2F2592646259}">
      <dgm:prSet/>
      <dgm:spPr/>
      <dgm:t>
        <a:bodyPr/>
        <a:lstStyle/>
        <a:p>
          <a:endParaRPr lang="en-US"/>
        </a:p>
      </dgm:t>
    </dgm:pt>
    <dgm:pt modelId="{C2229A56-B3B4-4C4A-9EB1-9D97453C52F1}" type="sibTrans" cxnId="{0CAAA47B-DA89-484E-9B82-2F2592646259}">
      <dgm:prSet/>
      <dgm:spPr/>
      <dgm:t>
        <a:bodyPr/>
        <a:lstStyle/>
        <a:p>
          <a:endParaRPr lang="en-US"/>
        </a:p>
      </dgm:t>
    </dgm:pt>
    <dgm:pt modelId="{703A97DD-2158-4187-B1ED-95A8AAFACB35}">
      <dgm:prSet phldrT="[Text]"/>
      <dgm:spPr/>
      <dgm:t>
        <a:bodyPr/>
        <a:lstStyle/>
        <a:p>
          <a:r>
            <a:rPr lang="en-US" dirty="0" err="1"/>
            <a:t>ws</a:t>
          </a:r>
          <a:r>
            <a:rPr lang="en-US" dirty="0"/>
            <a:t>['A4'] = 4</a:t>
          </a:r>
        </a:p>
      </dgm:t>
    </dgm:pt>
    <dgm:pt modelId="{04B27EF5-1F7D-4F86-91FC-FBF809C095E9}" type="parTrans" cxnId="{51CE76FB-06B5-43FE-A4D2-DB209C74189C}">
      <dgm:prSet/>
      <dgm:spPr/>
      <dgm:t>
        <a:bodyPr/>
        <a:lstStyle/>
        <a:p>
          <a:endParaRPr lang="en-US"/>
        </a:p>
      </dgm:t>
    </dgm:pt>
    <dgm:pt modelId="{9CD48736-916D-424C-A913-2FA7C7E6D096}" type="sibTrans" cxnId="{51CE76FB-06B5-43FE-A4D2-DB209C74189C}">
      <dgm:prSet/>
      <dgm:spPr/>
      <dgm:t>
        <a:bodyPr/>
        <a:lstStyle/>
        <a:p>
          <a:endParaRPr lang="en-US"/>
        </a:p>
      </dgm:t>
    </dgm:pt>
    <dgm:pt modelId="{D7834150-45A9-4D0C-85DB-FCFCE25175D4}">
      <dgm:prSet phldrT="[Text]"/>
      <dgm:spPr/>
      <dgm:t>
        <a:bodyPr/>
        <a:lstStyle/>
        <a:p>
          <a:r>
            <a:rPr lang="tr-TR"/>
            <a:t>cell</a:t>
          </a:r>
          <a:r>
            <a:rPr lang="tr-TR" dirty="0"/>
            <a:t>() </a:t>
          </a:r>
          <a:r>
            <a:rPr lang="tr-TR" dirty="0" err="1"/>
            <a:t>method</a:t>
          </a:r>
          <a:endParaRPr lang="en-US" dirty="0"/>
        </a:p>
      </dgm:t>
    </dgm:pt>
    <dgm:pt modelId="{8C8AD5F6-28CD-4744-B297-1514F07F85A7}" type="parTrans" cxnId="{54B9694F-7801-4ACD-A441-A69C0AB333E8}">
      <dgm:prSet/>
      <dgm:spPr/>
      <dgm:t>
        <a:bodyPr/>
        <a:lstStyle/>
        <a:p>
          <a:endParaRPr lang="en-US"/>
        </a:p>
      </dgm:t>
    </dgm:pt>
    <dgm:pt modelId="{BA2E89B7-56D1-4D49-8A85-A3902DDE49BB}" type="sibTrans" cxnId="{54B9694F-7801-4ACD-A441-A69C0AB333E8}">
      <dgm:prSet/>
      <dgm:spPr/>
      <dgm:t>
        <a:bodyPr/>
        <a:lstStyle/>
        <a:p>
          <a:endParaRPr lang="en-US"/>
        </a:p>
      </dgm:t>
    </dgm:pt>
    <dgm:pt modelId="{3A1C7E90-F52C-429D-B23E-C7FA9FC23782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A067E391-BF97-4229-9476-2D2089065F52}" type="pres">
      <dgm:prSet presAssocID="{394A2318-F2C6-4EC2-9D98-68FF93724840}" presName="composite" presStyleCnt="0"/>
      <dgm:spPr/>
    </dgm:pt>
    <dgm:pt modelId="{CDBB9948-9177-4EEB-B4B5-00D60E311278}" type="pres">
      <dgm:prSet presAssocID="{394A2318-F2C6-4EC2-9D98-68FF93724840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653C636E-3935-4CCE-8EF9-31252D071524}" type="pres">
      <dgm:prSet presAssocID="{394A2318-F2C6-4EC2-9D98-68FF93724840}" presName="desTx" presStyleLbl="alignAccFollowNode1" presStyleIdx="0" presStyleCnt="5">
        <dgm:presLayoutVars>
          <dgm:bulletEnabled val="1"/>
        </dgm:presLayoutVars>
      </dgm:prSet>
      <dgm:spPr/>
    </dgm:pt>
    <dgm:pt modelId="{649E5F86-25B6-427D-803D-EF5ED3D61A66}" type="pres">
      <dgm:prSet presAssocID="{FAE5E193-D10B-476C-95D0-02D8D3495238}" presName="space" presStyleCnt="0"/>
      <dgm:spPr/>
    </dgm:pt>
    <dgm:pt modelId="{0201026B-F0BD-4EAE-8021-AA8B7F85D9C2}" type="pres">
      <dgm:prSet presAssocID="{C0B9037C-C292-4EF1-9DBC-F5C14FB401E2}" presName="composite" presStyleCnt="0"/>
      <dgm:spPr/>
    </dgm:pt>
    <dgm:pt modelId="{A53D32A4-6754-4295-8287-E50DC56D63B3}" type="pres">
      <dgm:prSet presAssocID="{C0B9037C-C292-4EF1-9DBC-F5C14FB401E2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9C0AE75-D29F-4951-9F17-B68BEAE9BB3E}" type="pres">
      <dgm:prSet presAssocID="{C0B9037C-C292-4EF1-9DBC-F5C14FB401E2}" presName="desTx" presStyleLbl="alignAccFollowNode1" presStyleIdx="1" presStyleCnt="5">
        <dgm:presLayoutVars>
          <dgm:bulletEnabled val="1"/>
        </dgm:presLayoutVars>
      </dgm:prSet>
      <dgm:spPr/>
    </dgm:pt>
    <dgm:pt modelId="{0D43E9A2-2976-4AB0-9BB5-8ED4EF8D590B}" type="pres">
      <dgm:prSet presAssocID="{3902634B-1F10-4E30-9072-16439E5A0B8F}" presName="space" presStyleCnt="0"/>
      <dgm:spPr/>
    </dgm:pt>
    <dgm:pt modelId="{5D9B72F3-B1C1-4C39-BF98-09045427CE65}" type="pres">
      <dgm:prSet presAssocID="{3398340F-99B3-487D-8D85-C8A2BD90A4D0}" presName="composite" presStyleCnt="0"/>
      <dgm:spPr/>
    </dgm:pt>
    <dgm:pt modelId="{2223E7D1-1032-45B1-8E08-5BD3265A5C76}" type="pres">
      <dgm:prSet presAssocID="{3398340F-99B3-487D-8D85-C8A2BD90A4D0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5E0331FF-2851-4F21-8C7A-438D4A662870}" type="pres">
      <dgm:prSet presAssocID="{3398340F-99B3-487D-8D85-C8A2BD90A4D0}" presName="desTx" presStyleLbl="alignAccFollowNode1" presStyleIdx="2" presStyleCnt="5">
        <dgm:presLayoutVars>
          <dgm:bulletEnabled val="1"/>
        </dgm:presLayoutVars>
      </dgm:prSet>
      <dgm:spPr/>
    </dgm:pt>
    <dgm:pt modelId="{FC1EFBA0-7D8E-459F-B1BA-EF08B2574483}" type="pres">
      <dgm:prSet presAssocID="{C2229A56-B3B4-4C4A-9EB1-9D97453C52F1}" presName="space" presStyleCnt="0"/>
      <dgm:spPr/>
    </dgm:pt>
    <dgm:pt modelId="{3F0B1DB6-08E1-4D4A-BB12-B7A95240B13A}" type="pres">
      <dgm:prSet presAssocID="{1013B507-219A-4E18-ADB8-C23B4A9C0CE9}" presName="composite" presStyleCnt="0"/>
      <dgm:spPr/>
    </dgm:pt>
    <dgm:pt modelId="{78401821-80EA-402F-B32F-6DDA34626B2C}" type="pres">
      <dgm:prSet presAssocID="{1013B507-219A-4E18-ADB8-C23B4A9C0CE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B423BB0-8522-4156-AE63-2B787F48F4AE}" type="pres">
      <dgm:prSet presAssocID="{1013B507-219A-4E18-ADB8-C23B4A9C0CE9}" presName="desTx" presStyleLbl="alignAccFollowNode1" presStyleIdx="3" presStyleCnt="5">
        <dgm:presLayoutVars>
          <dgm:bulletEnabled val="1"/>
        </dgm:presLayoutVars>
      </dgm:prSet>
      <dgm:spPr/>
    </dgm:pt>
    <dgm:pt modelId="{E94064EE-5D2E-4D49-9C52-5BF768200892}" type="pres">
      <dgm:prSet presAssocID="{4D6973B0-51FC-477E-91A6-7F70804AAC37}" presName="space" presStyleCnt="0"/>
      <dgm:spPr/>
    </dgm:pt>
    <dgm:pt modelId="{40006C17-AAD6-4DF9-BA64-8823F96605F4}" type="pres">
      <dgm:prSet presAssocID="{0AC95A7A-1677-40EC-A49C-138F453BEEB8}" presName="composite" presStyleCnt="0"/>
      <dgm:spPr/>
    </dgm:pt>
    <dgm:pt modelId="{2E40E84E-C99D-4E22-BF78-9CB138B1979A}" type="pres">
      <dgm:prSet presAssocID="{0AC95A7A-1677-40EC-A49C-138F453BEEB8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3A4EB37-BE88-4D44-A333-DE01F6DBE5DE}" type="pres">
      <dgm:prSet presAssocID="{0AC95A7A-1677-40EC-A49C-138F453BEEB8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93C66C21-7CE3-40AB-B1F6-380C4B1389A5}" type="presOf" srcId="{D7834150-45A9-4D0C-85DB-FCFCE25175D4}" destId="{4B423BB0-8522-4156-AE63-2B787F48F4AE}" srcOrd="0" destOrd="0" presId="urn:microsoft.com/office/officeart/2005/8/layout/hList1"/>
    <dgm:cxn modelId="{A8DE2328-2F3D-4990-A29C-C10C7B347637}" type="presOf" srcId="{394A2318-F2C6-4EC2-9D98-68FF93724840}" destId="{CDBB9948-9177-4EEB-B4B5-00D60E311278}" srcOrd="0" destOrd="0" presId="urn:microsoft.com/office/officeart/2005/8/layout/hList1"/>
    <dgm:cxn modelId="{21B11F32-78B6-4425-87CF-766D6CD08965}" srcId="{1013B507-219A-4E18-ADB8-C23B4A9C0CE9}" destId="{77A419E8-241B-4F10-B830-91C420A2D89E}" srcOrd="1" destOrd="0" parTransId="{240844E0-B9A3-48C7-94E4-91F4532B91C0}" sibTransId="{6C9B7DF7-6C71-4E92-8DD5-B88E490FD6DA}"/>
    <dgm:cxn modelId="{5F884D35-AEA1-4AC9-8DCC-1E848B557D52}" type="presOf" srcId="{E88DB30B-503B-4D31-9013-D0E8193B7331}" destId="{49C0AE75-D29F-4951-9F17-B68BEAE9BB3E}" srcOrd="0" destOrd="0" presId="urn:microsoft.com/office/officeart/2005/8/layout/hList1"/>
    <dgm:cxn modelId="{9F2D0664-5041-4B1B-BE6D-6C5618DFBC6C}" srcId="{0AC95A7A-1677-40EC-A49C-138F453BEEB8}" destId="{781826E4-E935-4238-A44A-EEBC475BAC7B}" srcOrd="0" destOrd="0" parTransId="{B58E57A0-63E2-4C6C-BC28-E0EE557FF571}" sibTransId="{B6DBBFDE-F593-4553-88AE-39DAACB796E6}"/>
    <dgm:cxn modelId="{37471D4A-F5AA-4B6B-AF92-34DB4344FCDC}" srcId="{C0B9037C-C292-4EF1-9DBC-F5C14FB401E2}" destId="{20B30C64-5A42-4912-AA9F-6B1558EAE196}" srcOrd="1" destOrd="0" parTransId="{A87EDC5E-F7F9-4722-B820-1AF9190C9343}" sibTransId="{08BAE53F-EDCB-4E14-88EC-C9C14BDEF678}"/>
    <dgm:cxn modelId="{6BE1D04E-0CF4-4D83-92F5-176539DCD409}" type="presOf" srcId="{C0B9037C-C292-4EF1-9DBC-F5C14FB401E2}" destId="{A53D32A4-6754-4295-8287-E50DC56D63B3}" srcOrd="0" destOrd="0" presId="urn:microsoft.com/office/officeart/2005/8/layout/hList1"/>
    <dgm:cxn modelId="{54B9694F-7801-4ACD-A441-A69C0AB333E8}" srcId="{1013B507-219A-4E18-ADB8-C23B4A9C0CE9}" destId="{D7834150-45A9-4D0C-85DB-FCFCE25175D4}" srcOrd="0" destOrd="0" parTransId="{8C8AD5F6-28CD-4744-B297-1514F07F85A7}" sibTransId="{BA2E89B7-56D1-4D49-8A85-A3902DDE49BB}"/>
    <dgm:cxn modelId="{04349650-14C8-4041-B942-34BFA1D5366E}" srcId="{C78304F4-D179-4721-A6B5-32064CF4DFDC}" destId="{0AC95A7A-1677-40EC-A49C-138F453BEEB8}" srcOrd="4" destOrd="0" parTransId="{012125B2-17AD-46C9-98A8-0369FAB10FF8}" sibTransId="{E0318047-FB9C-4DCC-83D6-3384A6FF5559}"/>
    <dgm:cxn modelId="{F3268F52-1FA9-4485-AD7F-1E9EED642DD8}" type="presOf" srcId="{781826E4-E935-4238-A44A-EEBC475BAC7B}" destId="{F3A4EB37-BE88-4D44-A333-DE01F6DBE5DE}" srcOrd="0" destOrd="0" presId="urn:microsoft.com/office/officeart/2005/8/layout/hList1"/>
    <dgm:cxn modelId="{7E678176-2DC8-43CB-AE57-BC57F0B220DE}" srcId="{394A2318-F2C6-4EC2-9D98-68FF93724840}" destId="{FAE58DF8-A13D-4453-879C-4DB5B64EA2E3}" srcOrd="0" destOrd="0" parTransId="{B6190097-DCAD-409D-AAC2-FA7A7A303FBE}" sibTransId="{E7014517-F2C2-466B-8E04-61445283A852}"/>
    <dgm:cxn modelId="{0CAAA47B-DA89-484E-9B82-2F2592646259}" srcId="{C78304F4-D179-4721-A6B5-32064CF4DFDC}" destId="{3398340F-99B3-487D-8D85-C8A2BD90A4D0}" srcOrd="2" destOrd="0" parTransId="{D0EA663F-A520-4FA7-BB22-51FAF04A85FD}" sibTransId="{C2229A56-B3B4-4C4A-9EB1-9D97453C52F1}"/>
    <dgm:cxn modelId="{0682B382-85D9-484D-A428-38E139DF7736}" type="presOf" srcId="{1013B507-219A-4E18-ADB8-C23B4A9C0CE9}" destId="{78401821-80EA-402F-B32F-6DDA34626B2C}" srcOrd="0" destOrd="0" presId="urn:microsoft.com/office/officeart/2005/8/layout/hList1"/>
    <dgm:cxn modelId="{199CD985-973C-41CA-911F-3E201BA8DAB4}" type="presOf" srcId="{FAE58DF8-A13D-4453-879C-4DB5B64EA2E3}" destId="{653C636E-3935-4CCE-8EF9-31252D071524}" srcOrd="0" destOrd="0" presId="urn:microsoft.com/office/officeart/2005/8/layout/hList1"/>
    <dgm:cxn modelId="{1C2E7386-6D61-4490-AC91-D8C0B5EB19C7}" type="presOf" srcId="{C78304F4-D179-4721-A6B5-32064CF4DFDC}" destId="{3A1C7E90-F52C-429D-B23E-C7FA9FC23782}" srcOrd="0" destOrd="0" presId="urn:microsoft.com/office/officeart/2005/8/layout/hList1"/>
    <dgm:cxn modelId="{04313C97-35D2-4C2C-8769-7D3AE2759B79}" type="presOf" srcId="{0AC95A7A-1677-40EC-A49C-138F453BEEB8}" destId="{2E40E84E-C99D-4E22-BF78-9CB138B1979A}" srcOrd="0" destOrd="0" presId="urn:microsoft.com/office/officeart/2005/8/layout/hList1"/>
    <dgm:cxn modelId="{134252B0-6802-46C7-92AF-49F456FCB0B9}" srcId="{C78304F4-D179-4721-A6B5-32064CF4DFDC}" destId="{C0B9037C-C292-4EF1-9DBC-F5C14FB401E2}" srcOrd="1" destOrd="0" parTransId="{E00D67F0-FFC6-467F-AA42-341EF250CEAB}" sibTransId="{3902634B-1F10-4E30-9072-16439E5A0B8F}"/>
    <dgm:cxn modelId="{E58CFEB2-C1BD-4DAF-AEEE-DF4C34597590}" srcId="{C78304F4-D179-4721-A6B5-32064CF4DFDC}" destId="{1013B507-219A-4E18-ADB8-C23B4A9C0CE9}" srcOrd="3" destOrd="0" parTransId="{170205F8-9749-4E87-A494-2C50816855A8}" sibTransId="{4D6973B0-51FC-477E-91A6-7F70804AAC37}"/>
    <dgm:cxn modelId="{3AB7B2B7-DEA2-481F-862C-2C2588B25BF2}" type="presOf" srcId="{20B30C64-5A42-4912-AA9F-6B1558EAE196}" destId="{49C0AE75-D29F-4951-9F17-B68BEAE9BB3E}" srcOrd="0" destOrd="1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93715EE0-C7F2-4A77-B492-F006904269C0}" type="presOf" srcId="{77A419E8-241B-4F10-B830-91C420A2D89E}" destId="{4B423BB0-8522-4156-AE63-2B787F48F4AE}" srcOrd="0" destOrd="1" presId="urn:microsoft.com/office/officeart/2005/8/layout/hList1"/>
    <dgm:cxn modelId="{4FC3A5E8-E8A4-4C07-821E-FE4AAFC5C6D6}" type="presOf" srcId="{3398340F-99B3-487D-8D85-C8A2BD90A4D0}" destId="{2223E7D1-1032-45B1-8E08-5BD3265A5C76}" srcOrd="0" destOrd="0" presId="urn:microsoft.com/office/officeart/2005/8/layout/hList1"/>
    <dgm:cxn modelId="{AE90C1EA-B85C-49E3-8656-1546CF77B5FC}" srcId="{C0B9037C-C292-4EF1-9DBC-F5C14FB401E2}" destId="{E88DB30B-503B-4D31-9013-D0E8193B7331}" srcOrd="0" destOrd="0" parTransId="{CA8049E6-04C8-4FFD-AC29-230DF81A31CE}" sibTransId="{4550BC2D-362E-4B2D-8FD5-41E98B15A6E9}"/>
    <dgm:cxn modelId="{EA8ED2F9-673D-4872-87B1-7579617440EC}" type="presOf" srcId="{703A97DD-2158-4187-B1ED-95A8AAFACB35}" destId="{5E0331FF-2851-4F21-8C7A-438D4A662870}" srcOrd="0" destOrd="0" presId="urn:microsoft.com/office/officeart/2005/8/layout/hList1"/>
    <dgm:cxn modelId="{51CE76FB-06B5-43FE-A4D2-DB209C74189C}" srcId="{3398340F-99B3-487D-8D85-C8A2BD90A4D0}" destId="{703A97DD-2158-4187-B1ED-95A8AAFACB35}" srcOrd="0" destOrd="0" parTransId="{04B27EF5-1F7D-4F86-91FC-FBF809C095E9}" sibTransId="{9CD48736-916D-424C-A913-2FA7C7E6D096}"/>
    <dgm:cxn modelId="{9358FCB7-D8EF-44CB-AC05-DC202164F3AD}" type="presParOf" srcId="{3A1C7E90-F52C-429D-B23E-C7FA9FC23782}" destId="{A067E391-BF97-4229-9476-2D2089065F52}" srcOrd="0" destOrd="0" presId="urn:microsoft.com/office/officeart/2005/8/layout/hList1"/>
    <dgm:cxn modelId="{689D3D85-BF51-4554-B9C9-D38D6A9A4B86}" type="presParOf" srcId="{A067E391-BF97-4229-9476-2D2089065F52}" destId="{CDBB9948-9177-4EEB-B4B5-00D60E311278}" srcOrd="0" destOrd="0" presId="urn:microsoft.com/office/officeart/2005/8/layout/hList1"/>
    <dgm:cxn modelId="{42907CB9-6931-48DE-94D9-89BC43272C5C}" type="presParOf" srcId="{A067E391-BF97-4229-9476-2D2089065F52}" destId="{653C636E-3935-4CCE-8EF9-31252D071524}" srcOrd="1" destOrd="0" presId="urn:microsoft.com/office/officeart/2005/8/layout/hList1"/>
    <dgm:cxn modelId="{8ABE4482-ABDE-4838-B9EA-D0C225F30712}" type="presParOf" srcId="{3A1C7E90-F52C-429D-B23E-C7FA9FC23782}" destId="{649E5F86-25B6-427D-803D-EF5ED3D61A66}" srcOrd="1" destOrd="0" presId="urn:microsoft.com/office/officeart/2005/8/layout/hList1"/>
    <dgm:cxn modelId="{3F8DCBCB-8863-4B5C-B7B7-F8FE77971C9E}" type="presParOf" srcId="{3A1C7E90-F52C-429D-B23E-C7FA9FC23782}" destId="{0201026B-F0BD-4EAE-8021-AA8B7F85D9C2}" srcOrd="2" destOrd="0" presId="urn:microsoft.com/office/officeart/2005/8/layout/hList1"/>
    <dgm:cxn modelId="{15CABB77-E94A-479D-A114-55A25448DF3B}" type="presParOf" srcId="{0201026B-F0BD-4EAE-8021-AA8B7F85D9C2}" destId="{A53D32A4-6754-4295-8287-E50DC56D63B3}" srcOrd="0" destOrd="0" presId="urn:microsoft.com/office/officeart/2005/8/layout/hList1"/>
    <dgm:cxn modelId="{BF9D225D-8EB0-49BF-8F0D-4ED0B353163E}" type="presParOf" srcId="{0201026B-F0BD-4EAE-8021-AA8B7F85D9C2}" destId="{49C0AE75-D29F-4951-9F17-B68BEAE9BB3E}" srcOrd="1" destOrd="0" presId="urn:microsoft.com/office/officeart/2005/8/layout/hList1"/>
    <dgm:cxn modelId="{FA72D528-ECAA-4498-AC87-C42416D0D690}" type="presParOf" srcId="{3A1C7E90-F52C-429D-B23E-C7FA9FC23782}" destId="{0D43E9A2-2976-4AB0-9BB5-8ED4EF8D590B}" srcOrd="3" destOrd="0" presId="urn:microsoft.com/office/officeart/2005/8/layout/hList1"/>
    <dgm:cxn modelId="{DA580F21-A14F-4737-887B-B713DB8D8EE4}" type="presParOf" srcId="{3A1C7E90-F52C-429D-B23E-C7FA9FC23782}" destId="{5D9B72F3-B1C1-4C39-BF98-09045427CE65}" srcOrd="4" destOrd="0" presId="urn:microsoft.com/office/officeart/2005/8/layout/hList1"/>
    <dgm:cxn modelId="{613E3041-D681-4BCE-8EE6-5A48A67D591F}" type="presParOf" srcId="{5D9B72F3-B1C1-4C39-BF98-09045427CE65}" destId="{2223E7D1-1032-45B1-8E08-5BD3265A5C76}" srcOrd="0" destOrd="0" presId="urn:microsoft.com/office/officeart/2005/8/layout/hList1"/>
    <dgm:cxn modelId="{70F7A87F-6E06-4133-AF40-EA80CF6CE00B}" type="presParOf" srcId="{5D9B72F3-B1C1-4C39-BF98-09045427CE65}" destId="{5E0331FF-2851-4F21-8C7A-438D4A662870}" srcOrd="1" destOrd="0" presId="urn:microsoft.com/office/officeart/2005/8/layout/hList1"/>
    <dgm:cxn modelId="{EE115AAC-3F20-4F07-92A5-2B8A49978D27}" type="presParOf" srcId="{3A1C7E90-F52C-429D-B23E-C7FA9FC23782}" destId="{FC1EFBA0-7D8E-459F-B1BA-EF08B2574483}" srcOrd="5" destOrd="0" presId="urn:microsoft.com/office/officeart/2005/8/layout/hList1"/>
    <dgm:cxn modelId="{670B9542-7BFF-49D6-95FC-B32B0906BC96}" type="presParOf" srcId="{3A1C7E90-F52C-429D-B23E-C7FA9FC23782}" destId="{3F0B1DB6-08E1-4D4A-BB12-B7A95240B13A}" srcOrd="6" destOrd="0" presId="urn:microsoft.com/office/officeart/2005/8/layout/hList1"/>
    <dgm:cxn modelId="{95B783A6-EBA9-4994-8D2F-E6EC86F95B49}" type="presParOf" srcId="{3F0B1DB6-08E1-4D4A-BB12-B7A95240B13A}" destId="{78401821-80EA-402F-B32F-6DDA34626B2C}" srcOrd="0" destOrd="0" presId="urn:microsoft.com/office/officeart/2005/8/layout/hList1"/>
    <dgm:cxn modelId="{6C6E7E2C-254C-43F9-9512-60F86D6DA7B1}" type="presParOf" srcId="{3F0B1DB6-08E1-4D4A-BB12-B7A95240B13A}" destId="{4B423BB0-8522-4156-AE63-2B787F48F4AE}" srcOrd="1" destOrd="0" presId="urn:microsoft.com/office/officeart/2005/8/layout/hList1"/>
    <dgm:cxn modelId="{1C5D182F-D4D5-4626-89C5-51607BACF647}" type="presParOf" srcId="{3A1C7E90-F52C-429D-B23E-C7FA9FC23782}" destId="{E94064EE-5D2E-4D49-9C52-5BF768200892}" srcOrd="7" destOrd="0" presId="urn:microsoft.com/office/officeart/2005/8/layout/hList1"/>
    <dgm:cxn modelId="{C21D3C54-BD02-4AAE-AB8E-847C3B414857}" type="presParOf" srcId="{3A1C7E90-F52C-429D-B23E-C7FA9FC23782}" destId="{40006C17-AAD6-4DF9-BA64-8823F96605F4}" srcOrd="8" destOrd="0" presId="urn:microsoft.com/office/officeart/2005/8/layout/hList1"/>
    <dgm:cxn modelId="{82382CEC-8D63-47E9-AE02-2CDD3B846EF7}" type="presParOf" srcId="{40006C17-AAD6-4DF9-BA64-8823F96605F4}" destId="{2E40E84E-C99D-4E22-BF78-9CB138B1979A}" srcOrd="0" destOrd="0" presId="urn:microsoft.com/office/officeart/2005/8/layout/hList1"/>
    <dgm:cxn modelId="{31C68C24-ED3A-49D2-B279-E172E01DEDE9}" type="presParOf" srcId="{40006C17-AAD6-4DF9-BA64-8823F96605F4}" destId="{F3A4EB37-BE88-4D44-A333-DE01F6DBE5D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tr-TR" dirty="0"/>
            <a:t>No </a:t>
          </a:r>
          <a:r>
            <a:rPr lang="tr-TR" dirty="0" err="1"/>
            <a:t>cells</a:t>
          </a:r>
          <a:r>
            <a:rPr lang="tr-TR" dirty="0"/>
            <a:t>, </a:t>
          </a:r>
          <a:r>
            <a:rPr lang="tr-TR" dirty="0" err="1"/>
            <a:t>initiially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09DB1A89-215E-4F0C-ACA7-601EF51B9777}">
      <dgm:prSet phldrT="[Text]"/>
      <dgm:spPr/>
      <dgm:t>
        <a:bodyPr/>
        <a:lstStyle/>
        <a:p>
          <a:r>
            <a:rPr lang="tr-TR" dirty="0" err="1"/>
            <a:t>Creatin</a:t>
          </a:r>
          <a:r>
            <a:rPr lang="tr-TR" dirty="0"/>
            <a:t> </a:t>
          </a:r>
          <a:r>
            <a:rPr lang="tr-TR" dirty="0" err="1"/>
            <a:t>by</a:t>
          </a:r>
          <a:r>
            <a:rPr lang="tr-TR" dirty="0"/>
            <a:t> </a:t>
          </a:r>
          <a:r>
            <a:rPr lang="tr-TR" dirty="0" err="1"/>
            <a:t>scorlling</a:t>
          </a:r>
          <a:endParaRPr lang="en-US" dirty="0"/>
        </a:p>
      </dgm:t>
    </dgm:pt>
    <dgm:pt modelId="{1CA1225A-AD23-4235-A9EA-6AABBE8FD0ED}" type="parTrans" cxnId="{64188A13-51B3-4AE7-8825-88DC72158C5A}">
      <dgm:prSet/>
      <dgm:spPr/>
      <dgm:t>
        <a:bodyPr/>
        <a:lstStyle/>
        <a:p>
          <a:endParaRPr lang="en-US"/>
        </a:p>
      </dgm:t>
    </dgm:pt>
    <dgm:pt modelId="{2F027E07-04BC-4475-8298-9058A1EDCCFC}" type="sibTrans" cxnId="{64188A13-51B3-4AE7-8825-88DC72158C5A}">
      <dgm:prSet/>
      <dgm:spPr/>
      <dgm:t>
        <a:bodyPr/>
        <a:lstStyle/>
        <a:p>
          <a:endParaRPr lang="en-US"/>
        </a:p>
      </dgm:t>
    </dgm:pt>
    <dgm:pt modelId="{DDABACDF-CC57-4839-A175-E091A94FB8AD}">
      <dgm:prSet phldrT="[Text]"/>
      <dgm:spPr/>
      <dgm:t>
        <a:bodyPr/>
        <a:lstStyle/>
        <a:p>
          <a:r>
            <a:rPr lang="tr-TR" b="0" i="0" dirty="0" err="1"/>
            <a:t>Cells</a:t>
          </a:r>
          <a:r>
            <a:rPr lang="en-US" b="0" i="0" dirty="0"/>
            <a:t> are created </a:t>
          </a:r>
          <a:r>
            <a:rPr lang="tr-TR" b="0" i="0" dirty="0" err="1"/>
            <a:t>by</a:t>
          </a:r>
          <a:r>
            <a:rPr lang="tr-TR" b="0" i="0" dirty="0"/>
            <a:t> </a:t>
          </a:r>
          <a:r>
            <a:rPr lang="tr-TR" b="0" i="0" dirty="0" err="1"/>
            <a:t>default</a:t>
          </a:r>
          <a:endParaRPr lang="en-US" dirty="0"/>
        </a:p>
      </dgm:t>
    </dgm:pt>
    <dgm:pt modelId="{FF70CBCD-E225-4640-91EA-441B8F30A825}" type="parTrans" cxnId="{94567D85-9C79-40D5-9665-A05E9883D881}">
      <dgm:prSet/>
      <dgm:spPr/>
      <dgm:t>
        <a:bodyPr/>
        <a:lstStyle/>
        <a:p>
          <a:endParaRPr lang="en-US"/>
        </a:p>
      </dgm:t>
    </dgm:pt>
    <dgm:pt modelId="{FE004840-8668-41BF-924E-5AC0C2FF17A1}" type="sibTrans" cxnId="{94567D85-9C79-40D5-9665-A05E9883D881}">
      <dgm:prSet/>
      <dgm:spPr/>
      <dgm:t>
        <a:bodyPr/>
        <a:lstStyle/>
        <a:p>
          <a:endParaRPr lang="en-US"/>
        </a:p>
      </dgm:t>
    </dgm:pt>
    <dgm:pt modelId="{7B32DFD4-EC03-4E89-BC40-0B1F897274E3}">
      <dgm:prSet phldrT="[Text]"/>
      <dgm:spPr/>
      <dgm:t>
        <a:bodyPr/>
        <a:lstStyle/>
        <a:p>
          <a:r>
            <a:rPr lang="en-US" dirty="0"/>
            <a:t>scrolling through cells</a:t>
          </a:r>
        </a:p>
      </dgm:t>
    </dgm:pt>
    <dgm:pt modelId="{58E1402A-B0C8-4337-B29C-16155EE836E9}" type="parTrans" cxnId="{18F3154C-EEDF-4F26-8EF2-7F43968C18C7}">
      <dgm:prSet/>
      <dgm:spPr/>
      <dgm:t>
        <a:bodyPr/>
        <a:lstStyle/>
        <a:p>
          <a:endParaRPr lang="en-US"/>
        </a:p>
      </dgm:t>
    </dgm:pt>
    <dgm:pt modelId="{BE2D4EA2-71B1-4094-93A5-5A43DA73E52E}" type="sibTrans" cxnId="{18F3154C-EEDF-4F26-8EF2-7F43968C18C7}">
      <dgm:prSet/>
      <dgm:spPr/>
      <dgm:t>
        <a:bodyPr/>
        <a:lstStyle/>
        <a:p>
          <a:endParaRPr lang="en-US"/>
        </a:p>
      </dgm:t>
    </dgm:pt>
    <dgm:pt modelId="{4BA5DE17-CE73-41D3-8D76-193F1D01BB05}">
      <dgm:prSet phldrT="[Text]"/>
      <dgm:spPr/>
      <dgm:t>
        <a:bodyPr/>
        <a:lstStyle/>
        <a:p>
          <a:r>
            <a:rPr lang="en-US" dirty="0"/>
            <a:t>even if </a:t>
          </a:r>
          <a:r>
            <a:rPr lang="tr-TR" dirty="0" err="1"/>
            <a:t>they</a:t>
          </a:r>
          <a:r>
            <a:rPr lang="tr-TR" dirty="0"/>
            <a:t> </a:t>
          </a:r>
          <a:r>
            <a:rPr lang="tr-TR" dirty="0" err="1"/>
            <a:t>are</a:t>
          </a:r>
          <a:r>
            <a:rPr lang="tr-TR" dirty="0"/>
            <a:t> </a:t>
          </a:r>
          <a:r>
            <a:rPr lang="en-US" dirty="0"/>
            <a:t>assign</a:t>
          </a:r>
          <a:r>
            <a:rPr lang="tr-TR" dirty="0" err="1"/>
            <a:t>ed</a:t>
          </a:r>
          <a:r>
            <a:rPr lang="tr-TR" dirty="0"/>
            <a:t> </a:t>
          </a:r>
          <a:r>
            <a:rPr lang="tr-TR" dirty="0" err="1"/>
            <a:t>no</a:t>
          </a:r>
          <a:r>
            <a:rPr lang="en-US" dirty="0"/>
            <a:t> value</a:t>
          </a:r>
        </a:p>
      </dgm:t>
    </dgm:pt>
    <dgm:pt modelId="{AA9E35F6-E836-416B-B196-7C9A91E18D3C}" type="parTrans" cxnId="{9324E31C-C2B6-4885-940D-D3071DD3E0CC}">
      <dgm:prSet/>
      <dgm:spPr/>
      <dgm:t>
        <a:bodyPr/>
        <a:lstStyle/>
        <a:p>
          <a:endParaRPr lang="en-US"/>
        </a:p>
      </dgm:t>
    </dgm:pt>
    <dgm:pt modelId="{8D2EA65B-047B-460C-9A39-2326DF81741F}" type="sibTrans" cxnId="{9324E31C-C2B6-4885-940D-D3071DD3E0CC}">
      <dgm:prSet/>
      <dgm:spPr/>
      <dgm:t>
        <a:bodyPr/>
        <a:lstStyle/>
        <a:p>
          <a:endParaRPr lang="en-US"/>
        </a:p>
      </dgm:t>
    </dgm:pt>
    <dgm:pt modelId="{EFC788CE-2415-481E-B5E1-E0E71F545A19}">
      <dgm:prSet phldrT="[Text]"/>
      <dgm:spPr/>
      <dgm:t>
        <a:bodyPr/>
        <a:lstStyle/>
        <a:p>
          <a:r>
            <a:rPr lang="en-US" b="0" i="0" dirty="0"/>
            <a:t>worksheet contains no </a:t>
          </a:r>
          <a:r>
            <a:rPr lang="en-US" b="0" i="1" dirty="0"/>
            <a:t>cells</a:t>
          </a:r>
          <a:endParaRPr lang="en-US" dirty="0"/>
        </a:p>
      </dgm:t>
    </dgm:pt>
    <dgm:pt modelId="{366BE574-0E01-421B-B61D-0EE76D56ADB7}" type="parTrans" cxnId="{D1CDF054-FCBA-4099-B2BA-205B0EE302A1}">
      <dgm:prSet/>
      <dgm:spPr/>
      <dgm:t>
        <a:bodyPr/>
        <a:lstStyle/>
        <a:p>
          <a:endParaRPr lang="en-US"/>
        </a:p>
      </dgm:t>
    </dgm:pt>
    <dgm:pt modelId="{48AA3DB4-C0B2-4467-A026-3F76088378CB}" type="sibTrans" cxnId="{D1CDF054-FCBA-4099-B2BA-205B0EE302A1}">
      <dgm:prSet/>
      <dgm:spPr/>
      <dgm:t>
        <a:bodyPr/>
        <a:lstStyle/>
        <a:p>
          <a:endParaRPr lang="en-US"/>
        </a:p>
      </dgm:t>
    </dgm:pt>
    <dgm:pt modelId="{8D37252C-9501-4AFC-9032-66DBC03B7D15}">
      <dgm:prSet phldrT="[Text]"/>
      <dgm:spPr/>
      <dgm:t>
        <a:bodyPr/>
        <a:lstStyle/>
        <a:p>
          <a:r>
            <a:rPr lang="tr-TR" dirty="0"/>
            <a:t>Cell </a:t>
          </a:r>
          <a:r>
            <a:rPr lang="tr-TR" dirty="0" err="1"/>
            <a:t>auto</a:t>
          </a:r>
          <a:r>
            <a:rPr lang="tr-TR" dirty="0"/>
            <a:t> </a:t>
          </a:r>
          <a:r>
            <a:rPr lang="tr-TR" dirty="0" err="1"/>
            <a:t>creation</a:t>
          </a:r>
          <a:endParaRPr lang="en-US" dirty="0"/>
        </a:p>
      </dgm:t>
    </dgm:pt>
    <dgm:pt modelId="{6DA9955F-066F-4F0E-BDEB-B7266B2042B7}" type="parTrans" cxnId="{1A84B85B-FCC0-4735-872B-F50D9CCFD859}">
      <dgm:prSet/>
      <dgm:spPr/>
      <dgm:t>
        <a:bodyPr/>
        <a:lstStyle/>
        <a:p>
          <a:endParaRPr lang="en-US"/>
        </a:p>
      </dgm:t>
    </dgm:pt>
    <dgm:pt modelId="{1D248480-B37A-4442-A823-48EDC021D356}" type="sibTrans" cxnId="{1A84B85B-FCC0-4735-872B-F50D9CCFD859}">
      <dgm:prSet/>
      <dgm:spPr/>
      <dgm:t>
        <a:bodyPr/>
        <a:lstStyle/>
        <a:p>
          <a:endParaRPr lang="en-US"/>
        </a:p>
      </dgm:t>
    </dgm:pt>
    <dgm:pt modelId="{90A50505-3CF2-4689-9A11-296D9111041A}">
      <dgm:prSet phldrT="[Text]"/>
      <dgm:spPr/>
      <dgm:t>
        <a:bodyPr/>
        <a:lstStyle/>
        <a:p>
          <a:r>
            <a:rPr lang="tr-TR" b="0" i="0" dirty="0" err="1"/>
            <a:t>when</a:t>
          </a:r>
          <a:r>
            <a:rPr lang="tr-TR" b="0" i="0" dirty="0"/>
            <a:t> it </a:t>
          </a:r>
          <a:r>
            <a:rPr lang="en-US" b="0" i="0" dirty="0"/>
            <a:t>is created in memory</a:t>
          </a:r>
          <a:endParaRPr lang="en-US" dirty="0"/>
        </a:p>
      </dgm:t>
    </dgm:pt>
    <dgm:pt modelId="{F2100E2A-E38B-42E7-A787-153BF26F1273}" type="parTrans" cxnId="{A6489339-1DBA-4D77-B7D0-7EBA785D72EF}">
      <dgm:prSet/>
      <dgm:spPr/>
      <dgm:t>
        <a:bodyPr/>
        <a:lstStyle/>
        <a:p>
          <a:endParaRPr lang="en-US"/>
        </a:p>
      </dgm:t>
    </dgm:pt>
    <dgm:pt modelId="{3E289D00-F109-43AB-AF5F-4D854A0F3B60}" type="sibTrans" cxnId="{A6489339-1DBA-4D77-B7D0-7EBA785D72EF}">
      <dgm:prSet/>
      <dgm:spPr/>
      <dgm:t>
        <a:bodyPr/>
        <a:lstStyle/>
        <a:p>
          <a:endParaRPr lang="en-US"/>
        </a:p>
      </dgm:t>
    </dgm:pt>
    <dgm:pt modelId="{DDF0D000-70A3-4475-A7D5-F5859B0AD722}">
      <dgm:prSet phldrT="[Text]"/>
      <dgm:spPr/>
      <dgm:t>
        <a:bodyPr/>
        <a:lstStyle/>
        <a:p>
          <a:r>
            <a:rPr lang="en-US" b="0" i="0" dirty="0"/>
            <a:t>when </a:t>
          </a:r>
          <a:r>
            <a:rPr lang="tr-TR" b="0" i="0" dirty="0" err="1"/>
            <a:t>they</a:t>
          </a:r>
          <a:r>
            <a:rPr lang="tr-TR" b="0" i="0" dirty="0"/>
            <a:t> </a:t>
          </a:r>
          <a:r>
            <a:rPr lang="tr-TR" b="0" i="0" dirty="0" err="1"/>
            <a:t>are</a:t>
          </a:r>
          <a:r>
            <a:rPr lang="tr-TR" b="0" i="0" dirty="0"/>
            <a:t> </a:t>
          </a:r>
          <a:r>
            <a:rPr lang="en-US" b="0" i="0" dirty="0"/>
            <a:t>firs</a:t>
          </a:r>
          <a:r>
            <a:rPr lang="tr-TR" b="0" i="0" dirty="0" err="1"/>
            <a:t>tly</a:t>
          </a:r>
          <a:r>
            <a:rPr lang="en-US" b="0" i="0" dirty="0"/>
            <a:t> accessed</a:t>
          </a:r>
          <a:endParaRPr lang="en-US" dirty="0"/>
        </a:p>
      </dgm:t>
    </dgm:pt>
    <dgm:pt modelId="{51F89DAC-4E45-4602-AE26-D93660309443}" type="parTrans" cxnId="{6C3A3F37-474F-473D-957B-C9E155378663}">
      <dgm:prSet/>
      <dgm:spPr/>
      <dgm:t>
        <a:bodyPr/>
        <a:lstStyle/>
        <a:p>
          <a:endParaRPr lang="en-US"/>
        </a:p>
      </dgm:t>
    </dgm:pt>
    <dgm:pt modelId="{1B7BBFB3-D7F7-47C5-96B6-0C5EC492B881}" type="sibTrans" cxnId="{6C3A3F37-474F-473D-957B-C9E155378663}">
      <dgm:prSet/>
      <dgm:spPr/>
      <dgm:t>
        <a:bodyPr/>
        <a:lstStyle/>
        <a:p>
          <a:endParaRPr lang="en-US"/>
        </a:p>
      </dgm:t>
    </dgm:pt>
    <dgm:pt modelId="{3A2D2753-EB32-4839-A128-072FF5769506}">
      <dgm:prSet phldrT="[Text]"/>
      <dgm:spPr/>
      <dgm:t>
        <a:bodyPr/>
        <a:lstStyle/>
        <a:p>
          <a:r>
            <a:rPr lang="en-US" dirty="0"/>
            <a:t>will create them all in memory</a:t>
          </a:r>
        </a:p>
      </dgm:t>
    </dgm:pt>
    <dgm:pt modelId="{41AF8B61-D345-4F54-9B77-6FEED684E359}" type="parTrans" cxnId="{3399D915-FEB6-418E-AD85-63C3F93332C1}">
      <dgm:prSet/>
      <dgm:spPr/>
      <dgm:t>
        <a:bodyPr/>
        <a:lstStyle/>
        <a:p>
          <a:endParaRPr lang="en-US"/>
        </a:p>
      </dgm:t>
    </dgm:pt>
    <dgm:pt modelId="{74BEC6D6-82DA-4389-9667-FFE01DC8A38F}" type="sibTrans" cxnId="{3399D915-FEB6-418E-AD85-63C3F93332C1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3">
        <dgm:presLayoutVars>
          <dgm:bulletEnabled val="1"/>
        </dgm:presLayoutVars>
      </dgm:prSet>
      <dgm:spPr/>
    </dgm:pt>
    <dgm:pt modelId="{C160CA74-4C9F-4F8C-BF4F-6FD1F6B9D1CA}" type="pres">
      <dgm:prSet presAssocID="{FAE5E193-D10B-476C-95D0-02D8D3495238}" presName="space" presStyleCnt="0"/>
      <dgm:spPr/>
    </dgm:pt>
    <dgm:pt modelId="{F28C0F51-9256-46F1-9AE0-F2D3683D1933}" type="pres">
      <dgm:prSet presAssocID="{8D37252C-9501-4AFC-9032-66DBC03B7D15}" presName="composite" presStyleCnt="0"/>
      <dgm:spPr/>
    </dgm:pt>
    <dgm:pt modelId="{C44C677F-29F0-454B-9EA4-CCE5B6C84DCF}" type="pres">
      <dgm:prSet presAssocID="{8D37252C-9501-4AFC-9032-66DBC03B7D1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F5647D1-9DD7-4F5E-BCC7-996580CE58EB}" type="pres">
      <dgm:prSet presAssocID="{8D37252C-9501-4AFC-9032-66DBC03B7D15}" presName="desTx" presStyleLbl="alignAccFollowNode1" presStyleIdx="1" presStyleCnt="3">
        <dgm:presLayoutVars>
          <dgm:bulletEnabled val="1"/>
        </dgm:presLayoutVars>
      </dgm:prSet>
      <dgm:spPr/>
    </dgm:pt>
    <dgm:pt modelId="{EC857BA9-57B3-449D-9CE1-A8A09C05C757}" type="pres">
      <dgm:prSet presAssocID="{1D248480-B37A-4442-A823-48EDC021D356}" presName="space" presStyleCnt="0"/>
      <dgm:spPr/>
    </dgm:pt>
    <dgm:pt modelId="{91A17669-EA91-411A-8847-F3DBB57C921C}" type="pres">
      <dgm:prSet presAssocID="{09DB1A89-215E-4F0C-ACA7-601EF51B9777}" presName="composite" presStyleCnt="0"/>
      <dgm:spPr/>
    </dgm:pt>
    <dgm:pt modelId="{A9AA1A09-8D53-46B9-90AA-7338A3FA9364}" type="pres">
      <dgm:prSet presAssocID="{09DB1A89-215E-4F0C-ACA7-601EF51B977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73BD8AE-5C33-4B2D-B366-90EE9EDF631C}" type="pres">
      <dgm:prSet presAssocID="{09DB1A89-215E-4F0C-ACA7-601EF51B977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4188A13-51B3-4AE7-8825-88DC72158C5A}" srcId="{C78304F4-D179-4721-A6B5-32064CF4DFDC}" destId="{09DB1A89-215E-4F0C-ACA7-601EF51B9777}" srcOrd="2" destOrd="0" parTransId="{1CA1225A-AD23-4235-A9EA-6AABBE8FD0ED}" sibTransId="{2F027E07-04BC-4475-8298-9058A1EDCCFC}"/>
    <dgm:cxn modelId="{3399D915-FEB6-418E-AD85-63C3F93332C1}" srcId="{09DB1A89-215E-4F0C-ACA7-601EF51B9777}" destId="{3A2D2753-EB32-4839-A128-072FF5769506}" srcOrd="1" destOrd="0" parTransId="{41AF8B61-D345-4F54-9B77-6FEED684E359}" sibTransId="{74BEC6D6-82DA-4389-9667-FFE01DC8A38F}"/>
    <dgm:cxn modelId="{9324E31C-C2B6-4885-940D-D3071DD3E0CC}" srcId="{09DB1A89-215E-4F0C-ACA7-601EF51B9777}" destId="{4BA5DE17-CE73-41D3-8D76-193F1D01BB05}" srcOrd="2" destOrd="0" parTransId="{AA9E35F6-E836-416B-B196-7C9A91E18D3C}" sibTransId="{8D2EA65B-047B-460C-9A39-2326DF81741F}"/>
    <dgm:cxn modelId="{1E423535-72E3-489B-B125-0E4AA7998746}" type="presOf" srcId="{90A50505-3CF2-4689-9A11-296D9111041A}" destId="{94F5C663-61CE-45BF-BF21-41E96F48D783}" srcOrd="0" destOrd="1" presId="urn:microsoft.com/office/officeart/2005/8/layout/hList1"/>
    <dgm:cxn modelId="{6C3A3F37-474F-473D-957B-C9E155378663}" srcId="{8D37252C-9501-4AFC-9032-66DBC03B7D15}" destId="{DDF0D000-70A3-4475-A7D5-F5859B0AD722}" srcOrd="1" destOrd="0" parTransId="{51F89DAC-4E45-4602-AE26-D93660309443}" sibTransId="{1B7BBFB3-D7F7-47C5-96B6-0C5EC492B881}"/>
    <dgm:cxn modelId="{A6489339-1DBA-4D77-B7D0-7EBA785D72EF}" srcId="{394A2318-F2C6-4EC2-9D98-68FF93724840}" destId="{90A50505-3CF2-4689-9A11-296D9111041A}" srcOrd="1" destOrd="0" parTransId="{F2100E2A-E38B-42E7-A787-153BF26F1273}" sibTransId="{3E289D00-F109-43AB-AF5F-4D854A0F3B60}"/>
    <dgm:cxn modelId="{E5B8F13B-5C22-4CB5-9DC2-4E0B9E78A198}" type="presOf" srcId="{DDF0D000-70A3-4475-A7D5-F5859B0AD722}" destId="{DF5647D1-9DD7-4F5E-BCC7-996580CE58EB}" srcOrd="0" destOrd="1" presId="urn:microsoft.com/office/officeart/2005/8/layout/hList1"/>
    <dgm:cxn modelId="{1A84B85B-FCC0-4735-872B-F50D9CCFD859}" srcId="{C78304F4-D179-4721-A6B5-32064CF4DFDC}" destId="{8D37252C-9501-4AFC-9032-66DBC03B7D15}" srcOrd="1" destOrd="0" parTransId="{6DA9955F-066F-4F0E-BDEB-B7266B2042B7}" sibTransId="{1D248480-B37A-4442-A823-48EDC021D356}"/>
    <dgm:cxn modelId="{DB7A2D64-DD3A-4F1A-B4A2-5AB9D767D2C2}" type="presOf" srcId="{7B32DFD4-EC03-4E89-BC40-0B1F897274E3}" destId="{D73BD8AE-5C33-4B2D-B366-90EE9EDF631C}" srcOrd="0" destOrd="0" presId="urn:microsoft.com/office/officeart/2005/8/layout/hList1"/>
    <dgm:cxn modelId="{18F3154C-EEDF-4F26-8EF2-7F43968C18C7}" srcId="{09DB1A89-215E-4F0C-ACA7-601EF51B9777}" destId="{7B32DFD4-EC03-4E89-BC40-0B1F897274E3}" srcOrd="0" destOrd="0" parTransId="{58E1402A-B0C8-4337-B29C-16155EE836E9}" sibTransId="{BE2D4EA2-71B1-4094-93A5-5A43DA73E52E}"/>
    <dgm:cxn modelId="{4C88A071-B91B-4E0C-8040-17271D0DBF2A}" type="presOf" srcId="{09DB1A89-215E-4F0C-ACA7-601EF51B9777}" destId="{A9AA1A09-8D53-46B9-90AA-7338A3FA9364}" srcOrd="0" destOrd="0" presId="urn:microsoft.com/office/officeart/2005/8/layout/hList1"/>
    <dgm:cxn modelId="{D1CDF054-FCBA-4099-B2BA-205B0EE302A1}" srcId="{394A2318-F2C6-4EC2-9D98-68FF93724840}" destId="{EFC788CE-2415-481E-B5E1-E0E71F545A19}" srcOrd="0" destOrd="0" parTransId="{366BE574-0E01-421B-B61D-0EE76D56ADB7}" sibTransId="{48AA3DB4-C0B2-4467-A026-3F76088378CB}"/>
    <dgm:cxn modelId="{7287E257-51FB-4434-8AAF-0AE8E7518730}" type="presOf" srcId="{3A2D2753-EB32-4839-A128-072FF5769506}" destId="{D73BD8AE-5C33-4B2D-B366-90EE9EDF631C}" srcOrd="0" destOrd="1" presId="urn:microsoft.com/office/officeart/2005/8/layout/hList1"/>
    <dgm:cxn modelId="{94567D85-9C79-40D5-9665-A05E9883D881}" srcId="{8D37252C-9501-4AFC-9032-66DBC03B7D15}" destId="{DDABACDF-CC57-4839-A175-E091A94FB8AD}" srcOrd="0" destOrd="0" parTransId="{FF70CBCD-E225-4640-91EA-441B8F30A825}" sibTransId="{FE004840-8668-41BF-924E-5AC0C2FF17A1}"/>
    <dgm:cxn modelId="{606BD88D-25C8-4F3F-9CC2-BC46E734969A}" type="presOf" srcId="{8D37252C-9501-4AFC-9032-66DBC03B7D15}" destId="{C44C677F-29F0-454B-9EA4-CCE5B6C84DCF}" srcOrd="0" destOrd="0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ABF3CBB1-1325-4B79-8A10-DBEB5E85F4C7}" type="presOf" srcId="{DDABACDF-CC57-4839-A175-E091A94FB8AD}" destId="{DF5647D1-9DD7-4F5E-BCC7-996580CE58EB}" srcOrd="0" destOrd="0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18C31AF2-9E34-4933-9A9C-6F89920D7BE4}" type="presOf" srcId="{4BA5DE17-CE73-41D3-8D76-193F1D01BB05}" destId="{D73BD8AE-5C33-4B2D-B366-90EE9EDF631C}" srcOrd="0" destOrd="2" presId="urn:microsoft.com/office/officeart/2005/8/layout/hList1"/>
    <dgm:cxn modelId="{50F587F9-E827-42A6-870B-A39586287196}" type="presOf" srcId="{EFC788CE-2415-481E-B5E1-E0E71F545A19}" destId="{94F5C663-61CE-45BF-BF21-41E96F48D783}" srcOrd="0" destOrd="0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1E173DB3-84B3-4393-873D-BEF9E07A8F11}" type="presParOf" srcId="{6990C48B-54EC-471F-B665-1DBB19BEC324}" destId="{C160CA74-4C9F-4F8C-BF4F-6FD1F6B9D1CA}" srcOrd="1" destOrd="0" presId="urn:microsoft.com/office/officeart/2005/8/layout/hList1"/>
    <dgm:cxn modelId="{1EA8AF1A-FADB-4CDA-A805-45855D8CCE4B}" type="presParOf" srcId="{6990C48B-54EC-471F-B665-1DBB19BEC324}" destId="{F28C0F51-9256-46F1-9AE0-F2D3683D1933}" srcOrd="2" destOrd="0" presId="urn:microsoft.com/office/officeart/2005/8/layout/hList1"/>
    <dgm:cxn modelId="{1E20E2CC-AA97-4320-B941-FBFE30B17B1C}" type="presParOf" srcId="{F28C0F51-9256-46F1-9AE0-F2D3683D1933}" destId="{C44C677F-29F0-454B-9EA4-CCE5B6C84DCF}" srcOrd="0" destOrd="0" presId="urn:microsoft.com/office/officeart/2005/8/layout/hList1"/>
    <dgm:cxn modelId="{8FA6D2FD-B0E9-4B7F-8351-FDF67DF11098}" type="presParOf" srcId="{F28C0F51-9256-46F1-9AE0-F2D3683D1933}" destId="{DF5647D1-9DD7-4F5E-BCC7-996580CE58EB}" srcOrd="1" destOrd="0" presId="urn:microsoft.com/office/officeart/2005/8/layout/hList1"/>
    <dgm:cxn modelId="{47E9F0C7-15FD-450E-B376-CC2DB00C4E93}" type="presParOf" srcId="{6990C48B-54EC-471F-B665-1DBB19BEC324}" destId="{EC857BA9-57B3-449D-9CE1-A8A09C05C757}" srcOrd="3" destOrd="0" presId="urn:microsoft.com/office/officeart/2005/8/layout/hList1"/>
    <dgm:cxn modelId="{6CF5ACE1-586B-4E9A-B148-3DC14A7E975B}" type="presParOf" srcId="{6990C48B-54EC-471F-B665-1DBB19BEC324}" destId="{91A17669-EA91-411A-8847-F3DBB57C921C}" srcOrd="4" destOrd="0" presId="urn:microsoft.com/office/officeart/2005/8/layout/hList1"/>
    <dgm:cxn modelId="{C5067D27-7F79-45D4-BA55-C08ECA0B3FBE}" type="presParOf" srcId="{91A17669-EA91-411A-8847-F3DBB57C921C}" destId="{A9AA1A09-8D53-46B9-90AA-7338A3FA9364}" srcOrd="0" destOrd="0" presId="urn:microsoft.com/office/officeart/2005/8/layout/hList1"/>
    <dgm:cxn modelId="{09348EEB-6F85-4C7E-B933-ADB9AFB219B2}" type="presParOf" srcId="{91A17669-EA91-411A-8847-F3DBB57C921C}" destId="{D73BD8AE-5C33-4B2D-B366-90EE9EDF631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tr-TR" b="0" i="0" dirty="0" err="1"/>
            <a:t>Slicing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F965AB53-57C9-4387-AAA4-07B2A5540A7B}">
      <dgm:prSet phldrT="[Text]"/>
      <dgm:spPr/>
      <dgm:t>
        <a:bodyPr/>
        <a:lstStyle/>
        <a:p>
          <a:r>
            <a:rPr lang="en-US" b="0" i="0" dirty="0"/>
            <a:t>Ranges of cells can be accessed</a:t>
          </a:r>
          <a:endParaRPr lang="en-US" dirty="0"/>
        </a:p>
      </dgm:t>
    </dgm:pt>
    <dgm:pt modelId="{7B084985-DE97-4B98-BFB0-D706D57C1B28}" type="parTrans" cxnId="{9534C1F6-3759-4D39-8EB8-8642F5F80C87}">
      <dgm:prSet/>
      <dgm:spPr/>
      <dgm:t>
        <a:bodyPr/>
        <a:lstStyle/>
        <a:p>
          <a:endParaRPr lang="en-US"/>
        </a:p>
      </dgm:t>
    </dgm:pt>
    <dgm:pt modelId="{C18336BA-D932-4D74-9747-313091408EE0}" type="sibTrans" cxnId="{9534C1F6-3759-4D39-8EB8-8642F5F80C87}">
      <dgm:prSet/>
      <dgm:spPr/>
      <dgm:t>
        <a:bodyPr/>
        <a:lstStyle/>
        <a:p>
          <a:endParaRPr lang="en-US"/>
        </a:p>
      </dgm:t>
    </dgm:pt>
    <dgm:pt modelId="{B4614F2D-8128-4A89-BD90-7C0219850F0A}">
      <dgm:prSet phldrT="[Text]"/>
      <dgm:spPr/>
      <dgm:t>
        <a:bodyPr/>
        <a:lstStyle/>
        <a:p>
          <a:r>
            <a:rPr lang="en-US" b="0" i="0"/>
            <a:t>using slicing</a:t>
          </a:r>
          <a:endParaRPr lang="en-US" dirty="0"/>
        </a:p>
      </dgm:t>
    </dgm:pt>
    <dgm:pt modelId="{E955FC0E-C98C-4A39-931E-BE1848C29560}" type="parTrans" cxnId="{9004BC02-ACFA-4340-BC03-F053A25A2770}">
      <dgm:prSet/>
      <dgm:spPr/>
      <dgm:t>
        <a:bodyPr/>
        <a:lstStyle/>
        <a:p>
          <a:endParaRPr lang="en-US"/>
        </a:p>
      </dgm:t>
    </dgm:pt>
    <dgm:pt modelId="{1FE42EA6-7F73-4911-9820-CAFB2C8DABE7}" type="sibTrans" cxnId="{9004BC02-ACFA-4340-BC03-F053A25A2770}">
      <dgm:prSet/>
      <dgm:spPr/>
      <dgm:t>
        <a:bodyPr/>
        <a:lstStyle/>
        <a:p>
          <a:endParaRPr lang="en-US"/>
        </a:p>
      </dgm:t>
    </dgm:pt>
    <dgm:pt modelId="{BABB82C2-B3BB-4945-808A-660F506DAE52}">
      <dgm:prSet phldrT="[Text]"/>
      <dgm:spPr/>
      <dgm:t>
        <a:bodyPr/>
        <a:lstStyle/>
        <a:p>
          <a:r>
            <a:rPr lang="tr-TR" dirty="0" err="1"/>
            <a:t>Example</a:t>
          </a:r>
          <a:endParaRPr lang="en-US" dirty="0"/>
        </a:p>
      </dgm:t>
    </dgm:pt>
    <dgm:pt modelId="{03443BC3-7759-4B1B-BF4F-D87E714A00F6}" type="parTrans" cxnId="{5C158D7F-D581-4143-914D-6795C1DE6F0D}">
      <dgm:prSet/>
      <dgm:spPr/>
      <dgm:t>
        <a:bodyPr/>
        <a:lstStyle/>
        <a:p>
          <a:endParaRPr lang="en-US"/>
        </a:p>
      </dgm:t>
    </dgm:pt>
    <dgm:pt modelId="{1E16E9D3-E155-438D-9E67-4EC187B829F2}" type="sibTrans" cxnId="{5C158D7F-D581-4143-914D-6795C1DE6F0D}">
      <dgm:prSet/>
      <dgm:spPr/>
      <dgm:t>
        <a:bodyPr/>
        <a:lstStyle/>
        <a:p>
          <a:endParaRPr lang="en-US"/>
        </a:p>
      </dgm:t>
    </dgm:pt>
    <dgm:pt modelId="{70C5B8E2-9CFC-4B05-86C6-C2CEA73060F7}">
      <dgm:prSet phldrT="[Text]"/>
      <dgm:spPr/>
      <dgm:t>
        <a:bodyPr/>
        <a:lstStyle/>
        <a:p>
          <a:r>
            <a:rPr lang="en-US" dirty="0" err="1"/>
            <a:t>cell_range</a:t>
          </a:r>
          <a:r>
            <a:rPr lang="en-US" dirty="0"/>
            <a:t>=</a:t>
          </a:r>
          <a:r>
            <a:rPr lang="en-US" dirty="0" err="1"/>
            <a:t>ws</a:t>
          </a:r>
          <a:r>
            <a:rPr lang="en-US" dirty="0"/>
            <a:t>['A1':'C2']</a:t>
          </a:r>
        </a:p>
      </dgm:t>
    </dgm:pt>
    <dgm:pt modelId="{0B4287A7-3BC9-4481-AF5B-F97FE8A47D1D}" type="parTrans" cxnId="{74DD3995-27CF-4668-82E9-D0391C619B7D}">
      <dgm:prSet/>
      <dgm:spPr/>
      <dgm:t>
        <a:bodyPr/>
        <a:lstStyle/>
        <a:p>
          <a:endParaRPr lang="en-US"/>
        </a:p>
      </dgm:t>
    </dgm:pt>
    <dgm:pt modelId="{D340D2E9-B69C-4DF2-AB1D-00D1450EBBA8}" type="sibTrans" cxnId="{74DD3995-27CF-4668-82E9-D0391C619B7D}">
      <dgm:prSet/>
      <dgm:spPr/>
      <dgm:t>
        <a:bodyPr/>
        <a:lstStyle/>
        <a:p>
          <a:endParaRPr lang="en-US"/>
        </a:p>
      </dgm:t>
    </dgm:pt>
    <dgm:pt modelId="{1EECFF5E-AC27-4192-8CDF-575B4E449FB5}">
      <dgm:prSet phldrT="[Text]"/>
      <dgm:spPr/>
      <dgm:t>
        <a:bodyPr/>
        <a:lstStyle/>
        <a:p>
          <a:r>
            <a:rPr lang="tr-TR" dirty="0" err="1"/>
            <a:t>Similar</a:t>
          </a:r>
          <a:r>
            <a:rPr lang="tr-TR" dirty="0"/>
            <a:t> </a:t>
          </a:r>
          <a:r>
            <a:rPr lang="tr-TR" dirty="0" err="1"/>
            <a:t>operations</a:t>
          </a:r>
          <a:endParaRPr lang="en-US" dirty="0"/>
        </a:p>
      </dgm:t>
    </dgm:pt>
    <dgm:pt modelId="{426D6FE7-5C1C-4D64-8E9C-79C6B5B5413A}" type="parTrans" cxnId="{43602298-C0FC-453F-B2EE-E1A9D05FB13A}">
      <dgm:prSet/>
      <dgm:spPr/>
      <dgm:t>
        <a:bodyPr/>
        <a:lstStyle/>
        <a:p>
          <a:endParaRPr lang="en-US"/>
        </a:p>
      </dgm:t>
    </dgm:pt>
    <dgm:pt modelId="{3E330255-EB42-4230-ACCC-1FCC30625DCF}" type="sibTrans" cxnId="{43602298-C0FC-453F-B2EE-E1A9D05FB13A}">
      <dgm:prSet/>
      <dgm:spPr/>
      <dgm:t>
        <a:bodyPr/>
        <a:lstStyle/>
        <a:p>
          <a:endParaRPr lang="en-US"/>
        </a:p>
      </dgm:t>
    </dgm:pt>
    <dgm:pt modelId="{8E7CDA30-746C-4752-B708-697AB4B81AC4}">
      <dgm:prSet phldrT="[Text]"/>
      <dgm:spPr/>
      <dgm:t>
        <a:bodyPr/>
        <a:lstStyle/>
        <a:p>
          <a:r>
            <a:rPr lang="en-US" b="0" i="0" dirty="0"/>
            <a:t>Ranges of rows</a:t>
          </a:r>
          <a:endParaRPr lang="en-US" dirty="0"/>
        </a:p>
      </dgm:t>
    </dgm:pt>
    <dgm:pt modelId="{0805453C-FB66-47EB-87B0-A0A8401A7BE8}" type="parTrans" cxnId="{FA5EB77A-52B8-49D0-B9FD-3120EF2F3071}">
      <dgm:prSet/>
      <dgm:spPr/>
      <dgm:t>
        <a:bodyPr/>
        <a:lstStyle/>
        <a:p>
          <a:endParaRPr lang="en-US"/>
        </a:p>
      </dgm:t>
    </dgm:pt>
    <dgm:pt modelId="{F67FE5C5-FD6E-4D52-97D6-1E66CB37FC78}" type="sibTrans" cxnId="{FA5EB77A-52B8-49D0-B9FD-3120EF2F3071}">
      <dgm:prSet/>
      <dgm:spPr/>
      <dgm:t>
        <a:bodyPr/>
        <a:lstStyle/>
        <a:p>
          <a:endParaRPr lang="en-US"/>
        </a:p>
      </dgm:t>
    </dgm:pt>
    <dgm:pt modelId="{85503916-7592-4F9C-98EA-AA729D326B50}">
      <dgm:prSet phldrT="[Text]"/>
      <dgm:spPr/>
      <dgm:t>
        <a:bodyPr/>
        <a:lstStyle/>
        <a:p>
          <a:r>
            <a:rPr lang="tr-TR" b="0" i="0" dirty="0" err="1"/>
            <a:t>Range</a:t>
          </a:r>
          <a:r>
            <a:rPr lang="tr-TR" b="0" i="0" dirty="0"/>
            <a:t> of</a:t>
          </a:r>
          <a:r>
            <a:rPr lang="en-US" b="0" i="0" dirty="0"/>
            <a:t> columns</a:t>
          </a:r>
          <a:endParaRPr lang="en-US" dirty="0"/>
        </a:p>
      </dgm:t>
    </dgm:pt>
    <dgm:pt modelId="{0FA79061-E9D8-4A02-8004-A17613939E8A}" type="parTrans" cxnId="{EE7B83FC-3833-43F3-8E39-12124112CDE4}">
      <dgm:prSet/>
      <dgm:spPr/>
      <dgm:t>
        <a:bodyPr/>
        <a:lstStyle/>
        <a:p>
          <a:endParaRPr lang="en-US"/>
        </a:p>
      </dgm:t>
    </dgm:pt>
    <dgm:pt modelId="{F70ECA75-7D7B-45F1-9917-D447EDFEA16E}" type="sibTrans" cxnId="{EE7B83FC-3833-43F3-8E39-12124112CDE4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3">
        <dgm:presLayoutVars>
          <dgm:bulletEnabled val="1"/>
        </dgm:presLayoutVars>
      </dgm:prSet>
      <dgm:spPr/>
    </dgm:pt>
    <dgm:pt modelId="{D26FFD62-9A82-4EFA-AE43-7E790C8CA0C9}" type="pres">
      <dgm:prSet presAssocID="{FAE5E193-D10B-476C-95D0-02D8D3495238}" presName="space" presStyleCnt="0"/>
      <dgm:spPr/>
    </dgm:pt>
    <dgm:pt modelId="{3DA684D2-19B8-406A-8644-32E54202BA44}" type="pres">
      <dgm:prSet presAssocID="{BABB82C2-B3BB-4945-808A-660F506DAE52}" presName="composite" presStyleCnt="0"/>
      <dgm:spPr/>
    </dgm:pt>
    <dgm:pt modelId="{BEAB6575-9EFF-4422-B7E9-A4C46883B818}" type="pres">
      <dgm:prSet presAssocID="{BABB82C2-B3BB-4945-808A-660F506DAE5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24F9537-85C5-470B-A180-B3F142D71B14}" type="pres">
      <dgm:prSet presAssocID="{BABB82C2-B3BB-4945-808A-660F506DAE52}" presName="desTx" presStyleLbl="alignAccFollowNode1" presStyleIdx="1" presStyleCnt="3">
        <dgm:presLayoutVars>
          <dgm:bulletEnabled val="1"/>
        </dgm:presLayoutVars>
      </dgm:prSet>
      <dgm:spPr/>
    </dgm:pt>
    <dgm:pt modelId="{63E6E7DA-63E7-43B0-A234-B3F3144BCD14}" type="pres">
      <dgm:prSet presAssocID="{1E16E9D3-E155-438D-9E67-4EC187B829F2}" presName="space" presStyleCnt="0"/>
      <dgm:spPr/>
    </dgm:pt>
    <dgm:pt modelId="{00357A89-AFE7-444B-9324-90FBC27F5539}" type="pres">
      <dgm:prSet presAssocID="{1EECFF5E-AC27-4192-8CDF-575B4E449FB5}" presName="composite" presStyleCnt="0"/>
      <dgm:spPr/>
    </dgm:pt>
    <dgm:pt modelId="{4911E43C-BEEE-428B-A758-03C0B08BC35F}" type="pres">
      <dgm:prSet presAssocID="{1EECFF5E-AC27-4192-8CDF-575B4E449FB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E4E2F0B-23A7-410D-A715-EE7CBBDFAFCA}" type="pres">
      <dgm:prSet presAssocID="{1EECFF5E-AC27-4192-8CDF-575B4E449FB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004BC02-ACFA-4340-BC03-F053A25A2770}" srcId="{394A2318-F2C6-4EC2-9D98-68FF93724840}" destId="{B4614F2D-8128-4A89-BD90-7C0219850F0A}" srcOrd="1" destOrd="0" parTransId="{E955FC0E-C98C-4A39-931E-BE1848C29560}" sibTransId="{1FE42EA6-7F73-4911-9820-CAFB2C8DABE7}"/>
    <dgm:cxn modelId="{F4347908-0D60-4704-91C0-C1640ADCA6CF}" type="presOf" srcId="{F965AB53-57C9-4387-AAA4-07B2A5540A7B}" destId="{94F5C663-61CE-45BF-BF21-41E96F48D783}" srcOrd="0" destOrd="0" presId="urn:microsoft.com/office/officeart/2005/8/layout/hList1"/>
    <dgm:cxn modelId="{68B03221-FD24-44EE-8377-03D1A7FB4956}" type="presOf" srcId="{85503916-7592-4F9C-98EA-AA729D326B50}" destId="{1E4E2F0B-23A7-410D-A715-EE7CBBDFAFCA}" srcOrd="0" destOrd="1" presId="urn:microsoft.com/office/officeart/2005/8/layout/hList1"/>
    <dgm:cxn modelId="{0A57DA30-CE0B-4D57-868F-29BA14DD165F}" type="presOf" srcId="{1EECFF5E-AC27-4192-8CDF-575B4E449FB5}" destId="{4911E43C-BEEE-428B-A758-03C0B08BC35F}" srcOrd="0" destOrd="0" presId="urn:microsoft.com/office/officeart/2005/8/layout/hList1"/>
    <dgm:cxn modelId="{BC351648-26B8-4A9B-A1B7-C96A004A9550}" type="presOf" srcId="{70C5B8E2-9CFC-4B05-86C6-C2CEA73060F7}" destId="{224F9537-85C5-470B-A180-B3F142D71B14}" srcOrd="0" destOrd="0" presId="urn:microsoft.com/office/officeart/2005/8/layout/hList1"/>
    <dgm:cxn modelId="{1C25584F-49E7-4CB1-863A-1CB25C95EA80}" type="presOf" srcId="{B4614F2D-8128-4A89-BD90-7C0219850F0A}" destId="{94F5C663-61CE-45BF-BF21-41E96F48D783}" srcOrd="0" destOrd="1" presId="urn:microsoft.com/office/officeart/2005/8/layout/hList1"/>
    <dgm:cxn modelId="{FA5EB77A-52B8-49D0-B9FD-3120EF2F3071}" srcId="{1EECFF5E-AC27-4192-8CDF-575B4E449FB5}" destId="{8E7CDA30-746C-4752-B708-697AB4B81AC4}" srcOrd="0" destOrd="0" parTransId="{0805453C-FB66-47EB-87B0-A0A8401A7BE8}" sibTransId="{F67FE5C5-FD6E-4D52-97D6-1E66CB37FC78}"/>
    <dgm:cxn modelId="{5C158D7F-D581-4143-914D-6795C1DE6F0D}" srcId="{C78304F4-D179-4721-A6B5-32064CF4DFDC}" destId="{BABB82C2-B3BB-4945-808A-660F506DAE52}" srcOrd="1" destOrd="0" parTransId="{03443BC3-7759-4B1B-BF4F-D87E714A00F6}" sibTransId="{1E16E9D3-E155-438D-9E67-4EC187B829F2}"/>
    <dgm:cxn modelId="{74DD3995-27CF-4668-82E9-D0391C619B7D}" srcId="{BABB82C2-B3BB-4945-808A-660F506DAE52}" destId="{70C5B8E2-9CFC-4B05-86C6-C2CEA73060F7}" srcOrd="0" destOrd="0" parTransId="{0B4287A7-3BC9-4481-AF5B-F97FE8A47D1D}" sibTransId="{D340D2E9-B69C-4DF2-AB1D-00D1450EBBA8}"/>
    <dgm:cxn modelId="{43602298-C0FC-453F-B2EE-E1A9D05FB13A}" srcId="{C78304F4-D179-4721-A6B5-32064CF4DFDC}" destId="{1EECFF5E-AC27-4192-8CDF-575B4E449FB5}" srcOrd="2" destOrd="0" parTransId="{426D6FE7-5C1C-4D64-8E9C-79C6B5B5413A}" sibTransId="{3E330255-EB42-4230-ACCC-1FCC30625DCF}"/>
    <dgm:cxn modelId="{91B48C9E-099D-4D1F-BC49-2E5837BA419D}" type="presOf" srcId="{BABB82C2-B3BB-4945-808A-660F506DAE52}" destId="{BEAB6575-9EFF-4422-B7E9-A4C46883B818}" srcOrd="0" destOrd="0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86387DE5-7546-4ACB-8218-17A22A8CA5D6}" type="presOf" srcId="{8E7CDA30-746C-4752-B708-697AB4B81AC4}" destId="{1E4E2F0B-23A7-410D-A715-EE7CBBDFAFCA}" srcOrd="0" destOrd="0" presId="urn:microsoft.com/office/officeart/2005/8/layout/hList1"/>
    <dgm:cxn modelId="{9534C1F6-3759-4D39-8EB8-8642F5F80C87}" srcId="{394A2318-F2C6-4EC2-9D98-68FF93724840}" destId="{F965AB53-57C9-4387-AAA4-07B2A5540A7B}" srcOrd="0" destOrd="0" parTransId="{7B084985-DE97-4B98-BFB0-D706D57C1B28}" sibTransId="{C18336BA-D932-4D74-9747-313091408EE0}"/>
    <dgm:cxn modelId="{EE7B83FC-3833-43F3-8E39-12124112CDE4}" srcId="{1EECFF5E-AC27-4192-8CDF-575B4E449FB5}" destId="{85503916-7592-4F9C-98EA-AA729D326B50}" srcOrd="1" destOrd="0" parTransId="{0FA79061-E9D8-4A02-8004-A17613939E8A}" sibTransId="{F70ECA75-7D7B-45F1-9917-D447EDFEA16E}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9B422E76-4983-4ED2-95FC-AF5BA2B58C78}" type="presParOf" srcId="{6990C48B-54EC-471F-B665-1DBB19BEC324}" destId="{D26FFD62-9A82-4EFA-AE43-7E790C8CA0C9}" srcOrd="1" destOrd="0" presId="urn:microsoft.com/office/officeart/2005/8/layout/hList1"/>
    <dgm:cxn modelId="{F0FC5E2D-CBAF-4C76-BAB4-2D5990D8D926}" type="presParOf" srcId="{6990C48B-54EC-471F-B665-1DBB19BEC324}" destId="{3DA684D2-19B8-406A-8644-32E54202BA44}" srcOrd="2" destOrd="0" presId="urn:microsoft.com/office/officeart/2005/8/layout/hList1"/>
    <dgm:cxn modelId="{A014CBB3-4A8D-443A-88F1-8FF0EFABC824}" type="presParOf" srcId="{3DA684D2-19B8-406A-8644-32E54202BA44}" destId="{BEAB6575-9EFF-4422-B7E9-A4C46883B818}" srcOrd="0" destOrd="0" presId="urn:microsoft.com/office/officeart/2005/8/layout/hList1"/>
    <dgm:cxn modelId="{18F0A93B-8924-46A4-B44D-474E879E8590}" type="presParOf" srcId="{3DA684D2-19B8-406A-8644-32E54202BA44}" destId="{224F9537-85C5-470B-A180-B3F142D71B14}" srcOrd="1" destOrd="0" presId="urn:microsoft.com/office/officeart/2005/8/layout/hList1"/>
    <dgm:cxn modelId="{A2BDD9C7-1B84-4AE5-8A62-F451946127BA}" type="presParOf" srcId="{6990C48B-54EC-471F-B665-1DBB19BEC324}" destId="{63E6E7DA-63E7-43B0-A234-B3F3144BCD14}" srcOrd="3" destOrd="0" presId="urn:microsoft.com/office/officeart/2005/8/layout/hList1"/>
    <dgm:cxn modelId="{9E8F0471-A4BD-41FA-B594-E7AB2AC2F858}" type="presParOf" srcId="{6990C48B-54EC-471F-B665-1DBB19BEC324}" destId="{00357A89-AFE7-444B-9324-90FBC27F5539}" srcOrd="4" destOrd="0" presId="urn:microsoft.com/office/officeart/2005/8/layout/hList1"/>
    <dgm:cxn modelId="{7381CAF7-FCAB-4285-B01F-DD9606EB10AA}" type="presParOf" srcId="{00357A89-AFE7-444B-9324-90FBC27F5539}" destId="{4911E43C-BEEE-428B-A758-03C0B08BC35F}" srcOrd="0" destOrd="0" presId="urn:microsoft.com/office/officeart/2005/8/layout/hList1"/>
    <dgm:cxn modelId="{7143640B-6566-463E-B8A5-D34AD67DA46E}" type="presParOf" srcId="{00357A89-AFE7-444B-9324-90FBC27F5539}" destId="{1E4E2F0B-23A7-410D-A715-EE7CBBDFAF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tr-TR" b="0" i="0" dirty="0" err="1"/>
            <a:t>Iterators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82ECD4E1-4C92-4EB1-91C6-A337DDDD7EC3}">
      <dgm:prSet phldrT="[Text]"/>
      <dgm:spPr/>
      <dgm:t>
        <a:bodyPr/>
        <a:lstStyle/>
        <a:p>
          <a:r>
            <a:rPr lang="en-US" dirty="0" err="1"/>
            <a:t>Worksheet.iter_rows</a:t>
          </a:r>
          <a:r>
            <a:rPr lang="en-US" dirty="0"/>
            <a:t>()</a:t>
          </a:r>
          <a:r>
            <a:rPr lang="en-US" b="0" i="0" dirty="0"/>
            <a:t> </a:t>
          </a:r>
          <a:endParaRPr lang="en-US" dirty="0"/>
        </a:p>
      </dgm:t>
    </dgm:pt>
    <dgm:pt modelId="{4BC937CE-6AF7-4859-9497-13AC04C71427}" type="parTrans" cxnId="{75EADE7B-32A6-4E8F-96AF-EA61984EEA6E}">
      <dgm:prSet/>
      <dgm:spPr/>
      <dgm:t>
        <a:bodyPr/>
        <a:lstStyle/>
        <a:p>
          <a:endParaRPr lang="en-US"/>
        </a:p>
      </dgm:t>
    </dgm:pt>
    <dgm:pt modelId="{D8E905A5-3327-4353-8BB5-949BDD98439C}" type="sibTrans" cxnId="{75EADE7B-32A6-4E8F-96AF-EA61984EEA6E}">
      <dgm:prSet/>
      <dgm:spPr/>
      <dgm:t>
        <a:bodyPr/>
        <a:lstStyle/>
        <a:p>
          <a:endParaRPr lang="en-US"/>
        </a:p>
      </dgm:t>
    </dgm:pt>
    <dgm:pt modelId="{3556E509-5B5A-4009-9710-C14F699E54F0}">
      <dgm:prSet phldrT="[Text]"/>
      <dgm:spPr/>
      <dgm:t>
        <a:bodyPr/>
        <a:lstStyle/>
        <a:p>
          <a:r>
            <a:rPr lang="tr-TR" b="0" i="0" dirty="0" err="1"/>
            <a:t>Row</a:t>
          </a:r>
          <a:r>
            <a:rPr lang="tr-TR" b="0" i="0" dirty="0"/>
            <a:t> </a:t>
          </a:r>
          <a:r>
            <a:rPr lang="tr-TR" b="0" i="0" dirty="0" err="1"/>
            <a:t>iterations</a:t>
          </a:r>
          <a:endParaRPr lang="en-US" dirty="0"/>
        </a:p>
      </dgm:t>
    </dgm:pt>
    <dgm:pt modelId="{CDF2498D-613B-4CA6-B349-D24592E0DC2F}" type="parTrans" cxnId="{0EF29784-3AF8-48D5-A641-55F9D54F62BA}">
      <dgm:prSet/>
      <dgm:spPr/>
      <dgm:t>
        <a:bodyPr/>
        <a:lstStyle/>
        <a:p>
          <a:endParaRPr lang="en-US"/>
        </a:p>
      </dgm:t>
    </dgm:pt>
    <dgm:pt modelId="{B7ACF0EA-C408-4139-BCC8-803D5D5E95F3}" type="sibTrans" cxnId="{0EF29784-3AF8-48D5-A641-55F9D54F62BA}">
      <dgm:prSet/>
      <dgm:spPr/>
      <dgm:t>
        <a:bodyPr/>
        <a:lstStyle/>
        <a:p>
          <a:endParaRPr lang="en-US"/>
        </a:p>
      </dgm:t>
    </dgm:pt>
    <dgm:pt modelId="{9B4DC624-6CC2-43D8-ADF4-8E9D0AA877C6}">
      <dgm:prSet phldrT="[Text]"/>
      <dgm:spPr/>
      <dgm:t>
        <a:bodyPr/>
        <a:lstStyle/>
        <a:p>
          <a:r>
            <a:rPr lang="tr-TR" b="0" i="0" dirty="0" err="1"/>
            <a:t>Column</a:t>
          </a:r>
          <a:r>
            <a:rPr lang="tr-TR" b="0" i="0" dirty="0"/>
            <a:t> </a:t>
          </a:r>
          <a:r>
            <a:rPr lang="tr-TR" b="0" i="0" dirty="0" err="1"/>
            <a:t>iterator</a:t>
          </a:r>
          <a:endParaRPr lang="en-US" dirty="0"/>
        </a:p>
      </dgm:t>
    </dgm:pt>
    <dgm:pt modelId="{2E6EBCF2-1125-4581-B9DA-33D74F213ED5}" type="parTrans" cxnId="{F51C5BC5-A96C-473D-B2E8-7648488895F3}">
      <dgm:prSet/>
      <dgm:spPr/>
      <dgm:t>
        <a:bodyPr/>
        <a:lstStyle/>
        <a:p>
          <a:endParaRPr lang="en-US"/>
        </a:p>
      </dgm:t>
    </dgm:pt>
    <dgm:pt modelId="{40BF9322-938A-4EF0-9111-23A37C12C7BE}" type="sibTrans" cxnId="{F51C5BC5-A96C-473D-B2E8-7648488895F3}">
      <dgm:prSet/>
      <dgm:spPr/>
      <dgm:t>
        <a:bodyPr/>
        <a:lstStyle/>
        <a:p>
          <a:endParaRPr lang="en-US"/>
        </a:p>
      </dgm:t>
    </dgm:pt>
    <dgm:pt modelId="{F4833612-93FE-43A0-AC08-7145A04AA1C9}">
      <dgm:prSet phldrT="[Text]"/>
      <dgm:spPr/>
      <dgm:t>
        <a:bodyPr/>
        <a:lstStyle/>
        <a:p>
          <a:r>
            <a:rPr lang="en-US" b="0" i="0" dirty="0"/>
            <a:t>will return columns</a:t>
          </a:r>
          <a:endParaRPr lang="en-US" dirty="0"/>
        </a:p>
      </dgm:t>
    </dgm:pt>
    <dgm:pt modelId="{632ED412-5FEE-4D89-912B-AD36FF791EB1}" type="parTrans" cxnId="{E735C02B-EEF0-4090-857B-2D0615B50548}">
      <dgm:prSet/>
      <dgm:spPr/>
      <dgm:t>
        <a:bodyPr/>
        <a:lstStyle/>
        <a:p>
          <a:endParaRPr lang="en-US"/>
        </a:p>
      </dgm:t>
    </dgm:pt>
    <dgm:pt modelId="{F98D4186-070E-43E6-84C5-325852D3A467}" type="sibTrans" cxnId="{E735C02B-EEF0-4090-857B-2D0615B50548}">
      <dgm:prSet/>
      <dgm:spPr/>
      <dgm:t>
        <a:bodyPr/>
        <a:lstStyle/>
        <a:p>
          <a:endParaRPr lang="en-US"/>
        </a:p>
      </dgm:t>
    </dgm:pt>
    <dgm:pt modelId="{F81326B0-5BBB-47CE-871B-80E419E8789B}">
      <dgm:prSet phldrT="[Text]"/>
      <dgm:spPr/>
      <dgm:t>
        <a:bodyPr/>
        <a:lstStyle/>
        <a:p>
          <a:r>
            <a:rPr lang="tr-TR" dirty="0" err="1"/>
            <a:t>Iteration</a:t>
          </a:r>
          <a:r>
            <a:rPr lang="tr-TR" dirty="0"/>
            <a:t> </a:t>
          </a:r>
          <a:r>
            <a:rPr lang="tr-TR" dirty="0" err="1"/>
            <a:t>through</a:t>
          </a:r>
          <a:r>
            <a:rPr lang="tr-TR" dirty="0"/>
            <a:t> </a:t>
          </a:r>
          <a:r>
            <a:rPr lang="tr-TR" dirty="0" err="1"/>
            <a:t>rows</a:t>
          </a:r>
          <a:endParaRPr lang="en-US" dirty="0"/>
        </a:p>
      </dgm:t>
    </dgm:pt>
    <dgm:pt modelId="{738D2E51-573C-47F5-8053-571FE712EF40}" type="parTrans" cxnId="{F2DF01C0-31FC-408D-AD15-B54E3B96FBD4}">
      <dgm:prSet/>
      <dgm:spPr/>
      <dgm:t>
        <a:bodyPr/>
        <a:lstStyle/>
        <a:p>
          <a:endParaRPr lang="en-US"/>
        </a:p>
      </dgm:t>
    </dgm:pt>
    <dgm:pt modelId="{C94FEEE2-1D15-4BBF-A28C-2F5624F78A8A}" type="sibTrans" cxnId="{F2DF01C0-31FC-408D-AD15-B54E3B96FBD4}">
      <dgm:prSet/>
      <dgm:spPr/>
      <dgm:t>
        <a:bodyPr/>
        <a:lstStyle/>
        <a:p>
          <a:endParaRPr lang="en-US"/>
        </a:p>
      </dgm:t>
    </dgm:pt>
    <dgm:pt modelId="{137A1178-3FB0-4D98-BEC6-C98471C6A260}">
      <dgm:prSet phldrT="[Text]"/>
      <dgm:spPr/>
      <dgm:t>
        <a:bodyPr/>
        <a:lstStyle/>
        <a:p>
          <a:r>
            <a:rPr lang="tr-TR" dirty="0" err="1"/>
            <a:t>Iteration</a:t>
          </a:r>
          <a:r>
            <a:rPr lang="tr-TR" dirty="0"/>
            <a:t> </a:t>
          </a:r>
          <a:r>
            <a:rPr lang="tr-TR" dirty="0" err="1"/>
            <a:t>through</a:t>
          </a:r>
          <a:r>
            <a:rPr lang="tr-TR" dirty="0"/>
            <a:t> </a:t>
          </a:r>
          <a:r>
            <a:rPr lang="tr-TR" dirty="0" err="1"/>
            <a:t>columns</a:t>
          </a:r>
          <a:endParaRPr lang="en-US" dirty="0"/>
        </a:p>
      </dgm:t>
    </dgm:pt>
    <dgm:pt modelId="{65A2B7B0-533B-4CC7-8787-16B097126465}" type="parTrans" cxnId="{7B17850D-878C-4D0D-BE18-B109D613FE24}">
      <dgm:prSet/>
      <dgm:spPr/>
      <dgm:t>
        <a:bodyPr/>
        <a:lstStyle/>
        <a:p>
          <a:endParaRPr lang="en-US"/>
        </a:p>
      </dgm:t>
    </dgm:pt>
    <dgm:pt modelId="{05998447-29F0-4354-A97E-EB50506E7B47}" type="sibTrans" cxnId="{7B17850D-878C-4D0D-BE18-B109D613FE24}">
      <dgm:prSet/>
      <dgm:spPr/>
      <dgm:t>
        <a:bodyPr/>
        <a:lstStyle/>
        <a:p>
          <a:endParaRPr lang="en-US"/>
        </a:p>
      </dgm:t>
    </dgm:pt>
    <dgm:pt modelId="{F0CBC89F-F6DE-4E37-A453-50D1502086A7}">
      <dgm:prSet phldrT="[Text]"/>
      <dgm:spPr/>
      <dgm:t>
        <a:bodyPr/>
        <a:lstStyle/>
        <a:p>
          <a:r>
            <a:rPr lang="en-US" dirty="0" err="1"/>
            <a:t>Worksheet.iter_cols</a:t>
          </a:r>
          <a:r>
            <a:rPr lang="en-US" dirty="0"/>
            <a:t>()</a:t>
          </a:r>
          <a:r>
            <a:rPr lang="en-US" b="0" i="0" dirty="0"/>
            <a:t> </a:t>
          </a:r>
          <a:endParaRPr lang="en-US" dirty="0"/>
        </a:p>
      </dgm:t>
    </dgm:pt>
    <dgm:pt modelId="{E6D7FF78-EB57-428F-B3EE-F144480515C3}" type="parTrans" cxnId="{3DD7CAFD-CB94-4E3D-9B82-84E6DB41B8F8}">
      <dgm:prSet/>
      <dgm:spPr/>
      <dgm:t>
        <a:bodyPr/>
        <a:lstStyle/>
        <a:p>
          <a:endParaRPr lang="en-US"/>
        </a:p>
      </dgm:t>
    </dgm:pt>
    <dgm:pt modelId="{86CF69EC-201B-4196-8F13-C336AA7978FA}" type="sibTrans" cxnId="{3DD7CAFD-CB94-4E3D-9B82-84E6DB41B8F8}">
      <dgm:prSet/>
      <dgm:spPr/>
      <dgm:t>
        <a:bodyPr/>
        <a:lstStyle/>
        <a:p>
          <a:endParaRPr lang="en-US"/>
        </a:p>
      </dgm:t>
    </dgm:pt>
    <dgm:pt modelId="{63E46F89-8789-43B1-84CB-3563303E493C}">
      <dgm:prSet phldrT="[Text]"/>
      <dgm:spPr/>
      <dgm:t>
        <a:bodyPr/>
        <a:lstStyle/>
        <a:p>
          <a:r>
            <a:rPr lang="en-US" b="0" i="0" dirty="0"/>
            <a:t>not available in read-only mode</a:t>
          </a:r>
          <a:r>
            <a:rPr lang="tr-TR" b="0" i="0" dirty="0"/>
            <a:t>!</a:t>
          </a:r>
          <a:endParaRPr lang="en-US" dirty="0"/>
        </a:p>
      </dgm:t>
    </dgm:pt>
    <dgm:pt modelId="{EB55EE1C-6C40-41C7-B3DC-930E234BAD2E}" type="parTrans" cxnId="{AE8B20ED-B7E4-4A9E-90F5-76D0C438C1D0}">
      <dgm:prSet/>
      <dgm:spPr/>
      <dgm:t>
        <a:bodyPr/>
        <a:lstStyle/>
        <a:p>
          <a:endParaRPr lang="en-US"/>
        </a:p>
      </dgm:t>
    </dgm:pt>
    <dgm:pt modelId="{E1146C87-FF22-4AA5-8D1E-6713A02B1A32}" type="sibTrans" cxnId="{AE8B20ED-B7E4-4A9E-90F5-76D0C438C1D0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3">
        <dgm:presLayoutVars>
          <dgm:bulletEnabled val="1"/>
        </dgm:presLayoutVars>
      </dgm:prSet>
      <dgm:spPr/>
    </dgm:pt>
    <dgm:pt modelId="{9B16FCBF-4899-4624-B644-6CF4FBF1E7FD}" type="pres">
      <dgm:prSet presAssocID="{FAE5E193-D10B-476C-95D0-02D8D3495238}" presName="space" presStyleCnt="0"/>
      <dgm:spPr/>
    </dgm:pt>
    <dgm:pt modelId="{560D4D50-90FA-48BA-9C40-79CA722FB7EB}" type="pres">
      <dgm:prSet presAssocID="{3556E509-5B5A-4009-9710-C14F699E54F0}" presName="composite" presStyleCnt="0"/>
      <dgm:spPr/>
    </dgm:pt>
    <dgm:pt modelId="{FC477351-0132-449D-BAAB-D9BE54B70D91}" type="pres">
      <dgm:prSet presAssocID="{3556E509-5B5A-4009-9710-C14F699E54F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6E386DB-27D2-40FA-945C-081510EAF5B7}" type="pres">
      <dgm:prSet presAssocID="{3556E509-5B5A-4009-9710-C14F699E54F0}" presName="desTx" presStyleLbl="alignAccFollowNode1" presStyleIdx="1" presStyleCnt="3">
        <dgm:presLayoutVars>
          <dgm:bulletEnabled val="1"/>
        </dgm:presLayoutVars>
      </dgm:prSet>
      <dgm:spPr/>
    </dgm:pt>
    <dgm:pt modelId="{4137E0EA-6F96-4188-A2E8-90E1810DFC52}" type="pres">
      <dgm:prSet presAssocID="{B7ACF0EA-C408-4139-BCC8-803D5D5E95F3}" presName="space" presStyleCnt="0"/>
      <dgm:spPr/>
    </dgm:pt>
    <dgm:pt modelId="{D77A52F9-ACF1-4DDF-BDB7-D700D7CEA32B}" type="pres">
      <dgm:prSet presAssocID="{9B4DC624-6CC2-43D8-ADF4-8E9D0AA877C6}" presName="composite" presStyleCnt="0"/>
      <dgm:spPr/>
    </dgm:pt>
    <dgm:pt modelId="{16DB8A04-78DB-4F95-8E1E-818214B8BBFB}" type="pres">
      <dgm:prSet presAssocID="{9B4DC624-6CC2-43D8-ADF4-8E9D0AA877C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B16EAC1-FFA9-4F25-BF43-3151D6693CE4}" type="pres">
      <dgm:prSet presAssocID="{9B4DC624-6CC2-43D8-ADF4-8E9D0AA877C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B17850D-878C-4D0D-BE18-B109D613FE24}" srcId="{394A2318-F2C6-4EC2-9D98-68FF93724840}" destId="{137A1178-3FB0-4D98-BEC6-C98471C6A260}" srcOrd="1" destOrd="0" parTransId="{65A2B7B0-533B-4CC7-8787-16B097126465}" sibTransId="{05998447-29F0-4354-A97E-EB50506E7B47}"/>
    <dgm:cxn modelId="{E735C02B-EEF0-4090-857B-2D0615B50548}" srcId="{9B4DC624-6CC2-43D8-ADF4-8E9D0AA877C6}" destId="{F4833612-93FE-43A0-AC08-7145A04AA1C9}" srcOrd="1" destOrd="0" parTransId="{632ED412-5FEE-4D89-912B-AD36FF791EB1}" sibTransId="{F98D4186-070E-43E6-84C5-325852D3A467}"/>
    <dgm:cxn modelId="{EF1C4B51-BB46-4960-A1D9-7F8F03DAC3E1}" type="presOf" srcId="{F81326B0-5BBB-47CE-871B-80E419E8789B}" destId="{94F5C663-61CE-45BF-BF21-41E96F48D783}" srcOrd="0" destOrd="0" presId="urn:microsoft.com/office/officeart/2005/8/layout/hList1"/>
    <dgm:cxn modelId="{C68C3976-AFC3-40E7-8866-757BDBB4E6B8}" type="presOf" srcId="{F0CBC89F-F6DE-4E37-A453-50D1502086A7}" destId="{CB16EAC1-FFA9-4F25-BF43-3151D6693CE4}" srcOrd="0" destOrd="0" presId="urn:microsoft.com/office/officeart/2005/8/layout/hList1"/>
    <dgm:cxn modelId="{75EADE7B-32A6-4E8F-96AF-EA61984EEA6E}" srcId="{3556E509-5B5A-4009-9710-C14F699E54F0}" destId="{82ECD4E1-4C92-4EB1-91C6-A337DDDD7EC3}" srcOrd="0" destOrd="0" parTransId="{4BC937CE-6AF7-4859-9497-13AC04C71427}" sibTransId="{D8E905A5-3327-4353-8BB5-949BDD98439C}"/>
    <dgm:cxn modelId="{9910E383-A42B-41BF-ABDD-73EBEF6F9061}" type="presOf" srcId="{F4833612-93FE-43A0-AC08-7145A04AA1C9}" destId="{CB16EAC1-FFA9-4F25-BF43-3151D6693CE4}" srcOrd="0" destOrd="1" presId="urn:microsoft.com/office/officeart/2005/8/layout/hList1"/>
    <dgm:cxn modelId="{0EF29784-3AF8-48D5-A641-55F9D54F62BA}" srcId="{C78304F4-D179-4721-A6B5-32064CF4DFDC}" destId="{3556E509-5B5A-4009-9710-C14F699E54F0}" srcOrd="1" destOrd="0" parTransId="{CDF2498D-613B-4CA6-B349-D24592E0DC2F}" sibTransId="{B7ACF0EA-C408-4139-BCC8-803D5D5E95F3}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8C08C4BB-87FC-4E5F-9B52-93727CE217E9}" type="presOf" srcId="{3556E509-5B5A-4009-9710-C14F699E54F0}" destId="{FC477351-0132-449D-BAAB-D9BE54B70D91}" srcOrd="0" destOrd="0" presId="urn:microsoft.com/office/officeart/2005/8/layout/hList1"/>
    <dgm:cxn modelId="{F2DF01C0-31FC-408D-AD15-B54E3B96FBD4}" srcId="{394A2318-F2C6-4EC2-9D98-68FF93724840}" destId="{F81326B0-5BBB-47CE-871B-80E419E8789B}" srcOrd="0" destOrd="0" parTransId="{738D2E51-573C-47F5-8053-571FE712EF40}" sibTransId="{C94FEEE2-1D15-4BBF-A28C-2F5624F78A8A}"/>
    <dgm:cxn modelId="{7305ACC2-9341-454E-8A27-5AFA76BBFE80}" type="presOf" srcId="{63E46F89-8789-43B1-84CB-3563303E493C}" destId="{CB16EAC1-FFA9-4F25-BF43-3151D6693CE4}" srcOrd="0" destOrd="2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F51C5BC5-A96C-473D-B2E8-7648488895F3}" srcId="{C78304F4-D179-4721-A6B5-32064CF4DFDC}" destId="{9B4DC624-6CC2-43D8-ADF4-8E9D0AA877C6}" srcOrd="2" destOrd="0" parTransId="{2E6EBCF2-1125-4581-B9DA-33D74F213ED5}" sibTransId="{40BF9322-938A-4EF0-9111-23A37C12C7BE}"/>
    <dgm:cxn modelId="{644A52CA-403C-4E26-BDEA-C1A9C73E3A00}" type="presOf" srcId="{82ECD4E1-4C92-4EB1-91C6-A337DDDD7EC3}" destId="{C6E386DB-27D2-40FA-945C-081510EAF5B7}" srcOrd="0" destOrd="0" presId="urn:microsoft.com/office/officeart/2005/8/layout/hList1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AE8B20ED-B7E4-4A9E-90F5-76D0C438C1D0}" srcId="{9B4DC624-6CC2-43D8-ADF4-8E9D0AA877C6}" destId="{63E46F89-8789-43B1-84CB-3563303E493C}" srcOrd="2" destOrd="0" parTransId="{EB55EE1C-6C40-41C7-B3DC-930E234BAD2E}" sibTransId="{E1146C87-FF22-4AA5-8D1E-6713A02B1A32}"/>
    <dgm:cxn modelId="{339179F9-2944-467E-AF8B-8109A9063C8C}" type="presOf" srcId="{137A1178-3FB0-4D98-BEC6-C98471C6A260}" destId="{94F5C663-61CE-45BF-BF21-41E96F48D783}" srcOrd="0" destOrd="1" presId="urn:microsoft.com/office/officeart/2005/8/layout/hList1"/>
    <dgm:cxn modelId="{CDFE62FA-117B-4D03-8D4B-E42528A2E27C}" type="presOf" srcId="{9B4DC624-6CC2-43D8-ADF4-8E9D0AA877C6}" destId="{16DB8A04-78DB-4F95-8E1E-818214B8BBFB}" srcOrd="0" destOrd="0" presId="urn:microsoft.com/office/officeart/2005/8/layout/hList1"/>
    <dgm:cxn modelId="{3DD7CAFD-CB94-4E3D-9B82-84E6DB41B8F8}" srcId="{9B4DC624-6CC2-43D8-ADF4-8E9D0AA877C6}" destId="{F0CBC89F-F6DE-4E37-A453-50D1502086A7}" srcOrd="0" destOrd="0" parTransId="{E6D7FF78-EB57-428F-B3EE-F144480515C3}" sibTransId="{86CF69EC-201B-4196-8F13-C336AA7978FA}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952EB516-579B-451E-A873-FCD1A1D59541}" type="presParOf" srcId="{6990C48B-54EC-471F-B665-1DBB19BEC324}" destId="{9B16FCBF-4899-4624-B644-6CF4FBF1E7FD}" srcOrd="1" destOrd="0" presId="urn:microsoft.com/office/officeart/2005/8/layout/hList1"/>
    <dgm:cxn modelId="{9DD55CAF-C6A7-42A6-8AB3-1C58B324E426}" type="presParOf" srcId="{6990C48B-54EC-471F-B665-1DBB19BEC324}" destId="{560D4D50-90FA-48BA-9C40-79CA722FB7EB}" srcOrd="2" destOrd="0" presId="urn:microsoft.com/office/officeart/2005/8/layout/hList1"/>
    <dgm:cxn modelId="{1E124F2B-7232-4A4C-A38E-D7DFC8EB6CBA}" type="presParOf" srcId="{560D4D50-90FA-48BA-9C40-79CA722FB7EB}" destId="{FC477351-0132-449D-BAAB-D9BE54B70D91}" srcOrd="0" destOrd="0" presId="urn:microsoft.com/office/officeart/2005/8/layout/hList1"/>
    <dgm:cxn modelId="{9DCE81FE-5230-4F75-92AD-0A7ED3F18D9C}" type="presParOf" srcId="{560D4D50-90FA-48BA-9C40-79CA722FB7EB}" destId="{C6E386DB-27D2-40FA-945C-081510EAF5B7}" srcOrd="1" destOrd="0" presId="urn:microsoft.com/office/officeart/2005/8/layout/hList1"/>
    <dgm:cxn modelId="{8FACAF0C-5000-4FCC-AD7C-D965B360705C}" type="presParOf" srcId="{6990C48B-54EC-471F-B665-1DBB19BEC324}" destId="{4137E0EA-6F96-4188-A2E8-90E1810DFC52}" srcOrd="3" destOrd="0" presId="urn:microsoft.com/office/officeart/2005/8/layout/hList1"/>
    <dgm:cxn modelId="{7B676179-591C-42AC-87E5-D2D276D708D4}" type="presParOf" srcId="{6990C48B-54EC-471F-B665-1DBB19BEC324}" destId="{D77A52F9-ACF1-4DDF-BDB7-D700D7CEA32B}" srcOrd="4" destOrd="0" presId="urn:microsoft.com/office/officeart/2005/8/layout/hList1"/>
    <dgm:cxn modelId="{50A1A9CD-7DDC-4024-9134-444614E3D580}" type="presParOf" srcId="{D77A52F9-ACF1-4DDF-BDB7-D700D7CEA32B}" destId="{16DB8A04-78DB-4F95-8E1E-818214B8BBFB}" srcOrd="0" destOrd="0" presId="urn:microsoft.com/office/officeart/2005/8/layout/hList1"/>
    <dgm:cxn modelId="{B8EFED07-32CF-49EA-A393-71BDF96F7BDB}" type="presParOf" srcId="{D77A52F9-ACF1-4DDF-BDB7-D700D7CEA32B}" destId="{CB16EAC1-FFA9-4F25-BF43-3151D6693C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en-US" b="0" i="0" dirty="0" err="1"/>
            <a:t>Worksheet</a:t>
          </a:r>
          <a:r>
            <a:rPr lang="en-US" dirty="0" err="1"/>
            <a:t>.rows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82ECD4E1-4C92-4EB1-91C6-A337DDDD7EC3}">
      <dgm:prSet phldrT="[Text]"/>
      <dgm:spPr/>
      <dgm:t>
        <a:bodyPr/>
        <a:lstStyle/>
        <a:p>
          <a:r>
            <a:rPr lang="en-US" b="0" i="0" dirty="0"/>
            <a:t>to iterate through all columns of a file</a:t>
          </a:r>
          <a:endParaRPr lang="en-US" dirty="0"/>
        </a:p>
      </dgm:t>
    </dgm:pt>
    <dgm:pt modelId="{4BC937CE-6AF7-4859-9497-13AC04C71427}" type="parTrans" cxnId="{75EADE7B-32A6-4E8F-96AF-EA61984EEA6E}">
      <dgm:prSet/>
      <dgm:spPr/>
      <dgm:t>
        <a:bodyPr/>
        <a:lstStyle/>
        <a:p>
          <a:endParaRPr lang="en-US"/>
        </a:p>
      </dgm:t>
    </dgm:pt>
    <dgm:pt modelId="{D8E905A5-3327-4353-8BB5-949BDD98439C}" type="sibTrans" cxnId="{75EADE7B-32A6-4E8F-96AF-EA61984EEA6E}">
      <dgm:prSet/>
      <dgm:spPr/>
      <dgm:t>
        <a:bodyPr/>
        <a:lstStyle/>
        <a:p>
          <a:endParaRPr lang="en-US"/>
        </a:p>
      </dgm:t>
    </dgm:pt>
    <dgm:pt modelId="{3556E509-5B5A-4009-9710-C14F699E54F0}">
      <dgm:prSet phldrT="[Text]"/>
      <dgm:spPr/>
      <dgm:t>
        <a:bodyPr/>
        <a:lstStyle/>
        <a:p>
          <a:r>
            <a:rPr lang="en-US" b="0" i="0" dirty="0"/>
            <a:t>Worksheet</a:t>
          </a:r>
          <a:r>
            <a:rPr lang="en-US" dirty="0"/>
            <a:t>.</a:t>
          </a:r>
          <a:r>
            <a:rPr lang="tr-TR" dirty="0" err="1"/>
            <a:t>columns</a:t>
          </a:r>
          <a:endParaRPr lang="en-US" dirty="0"/>
        </a:p>
      </dgm:t>
    </dgm:pt>
    <dgm:pt modelId="{CDF2498D-613B-4CA6-B349-D24592E0DC2F}" type="parTrans" cxnId="{0EF29784-3AF8-48D5-A641-55F9D54F62BA}">
      <dgm:prSet/>
      <dgm:spPr/>
      <dgm:t>
        <a:bodyPr/>
        <a:lstStyle/>
        <a:p>
          <a:endParaRPr lang="en-US"/>
        </a:p>
      </dgm:t>
    </dgm:pt>
    <dgm:pt modelId="{B7ACF0EA-C408-4139-BCC8-803D5D5E95F3}" type="sibTrans" cxnId="{0EF29784-3AF8-48D5-A641-55F9D54F62BA}">
      <dgm:prSet/>
      <dgm:spPr/>
      <dgm:t>
        <a:bodyPr/>
        <a:lstStyle/>
        <a:p>
          <a:endParaRPr lang="en-US"/>
        </a:p>
      </dgm:t>
    </dgm:pt>
    <dgm:pt modelId="{F81326B0-5BBB-47CE-871B-80E419E8789B}">
      <dgm:prSet phldrT="[Text]"/>
      <dgm:spPr/>
      <dgm:t>
        <a:bodyPr/>
        <a:lstStyle/>
        <a:p>
          <a:r>
            <a:rPr lang="en-US" dirty="0"/>
            <a:t>to iterate through all the rows</a:t>
          </a:r>
        </a:p>
      </dgm:t>
    </dgm:pt>
    <dgm:pt modelId="{738D2E51-573C-47F5-8053-571FE712EF40}" type="parTrans" cxnId="{F2DF01C0-31FC-408D-AD15-B54E3B96FBD4}">
      <dgm:prSet/>
      <dgm:spPr/>
      <dgm:t>
        <a:bodyPr/>
        <a:lstStyle/>
        <a:p>
          <a:endParaRPr lang="en-US"/>
        </a:p>
      </dgm:t>
    </dgm:pt>
    <dgm:pt modelId="{C94FEEE2-1D15-4BBF-A28C-2F5624F78A8A}" type="sibTrans" cxnId="{F2DF01C0-31FC-408D-AD15-B54E3B96FBD4}">
      <dgm:prSet/>
      <dgm:spPr/>
      <dgm:t>
        <a:bodyPr/>
        <a:lstStyle/>
        <a:p>
          <a:endParaRPr lang="en-US"/>
        </a:p>
      </dgm:t>
    </dgm:pt>
    <dgm:pt modelId="{C0F6D0FF-56D6-4F02-93D7-2B2414F80D64}">
      <dgm:prSet phldrT="[Text]"/>
      <dgm:spPr/>
      <dgm:t>
        <a:bodyPr/>
        <a:lstStyle/>
        <a:p>
          <a:r>
            <a:rPr lang="en-US" dirty="0"/>
            <a:t>read-only mode</a:t>
          </a:r>
        </a:p>
      </dgm:t>
    </dgm:pt>
    <dgm:pt modelId="{A1CC1819-FAC6-4CC0-BB22-EF7970EDBCB2}" type="parTrans" cxnId="{B0872E22-FEBE-41E1-8D20-9A10227AEAA6}">
      <dgm:prSet/>
      <dgm:spPr/>
      <dgm:t>
        <a:bodyPr/>
        <a:lstStyle/>
        <a:p>
          <a:endParaRPr lang="en-US"/>
        </a:p>
      </dgm:t>
    </dgm:pt>
    <dgm:pt modelId="{84BAEC50-79DD-4B61-ADCB-DDC3E942B975}" type="sibTrans" cxnId="{B0872E22-FEBE-41E1-8D20-9A10227AEAA6}">
      <dgm:prSet/>
      <dgm:spPr/>
      <dgm:t>
        <a:bodyPr/>
        <a:lstStyle/>
        <a:p>
          <a:endParaRPr lang="en-US"/>
        </a:p>
      </dgm:t>
    </dgm:pt>
    <dgm:pt modelId="{19873F91-089B-4834-87CB-9D7A436DDAD5}">
      <dgm:prSet phldrT="[Text]"/>
      <dgm:spPr/>
      <dgm:t>
        <a:bodyPr/>
        <a:lstStyle/>
        <a:p>
          <a:r>
            <a:rPr lang="en-US"/>
            <a:t>Worksheet.columns property is not available</a:t>
          </a:r>
          <a:endParaRPr lang="en-US" dirty="0"/>
        </a:p>
      </dgm:t>
    </dgm:pt>
    <dgm:pt modelId="{E0B510CE-7B5B-4D1D-9450-E4EB20525C2A}" type="parTrans" cxnId="{E3A0C489-3FA7-474D-8A49-79A6B90D5A5C}">
      <dgm:prSet/>
      <dgm:spPr/>
      <dgm:t>
        <a:bodyPr/>
        <a:lstStyle/>
        <a:p>
          <a:endParaRPr lang="en-US"/>
        </a:p>
      </dgm:t>
    </dgm:pt>
    <dgm:pt modelId="{039EDA96-5D8F-4AB2-9ED8-99A5EB4F8237}" type="sibTrans" cxnId="{E3A0C489-3FA7-474D-8A49-79A6B90D5A5C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3">
        <dgm:presLayoutVars>
          <dgm:bulletEnabled val="1"/>
        </dgm:presLayoutVars>
      </dgm:prSet>
      <dgm:spPr/>
    </dgm:pt>
    <dgm:pt modelId="{9B16FCBF-4899-4624-B644-6CF4FBF1E7FD}" type="pres">
      <dgm:prSet presAssocID="{FAE5E193-D10B-476C-95D0-02D8D3495238}" presName="space" presStyleCnt="0"/>
      <dgm:spPr/>
    </dgm:pt>
    <dgm:pt modelId="{560D4D50-90FA-48BA-9C40-79CA722FB7EB}" type="pres">
      <dgm:prSet presAssocID="{3556E509-5B5A-4009-9710-C14F699E54F0}" presName="composite" presStyleCnt="0"/>
      <dgm:spPr/>
    </dgm:pt>
    <dgm:pt modelId="{FC477351-0132-449D-BAAB-D9BE54B70D91}" type="pres">
      <dgm:prSet presAssocID="{3556E509-5B5A-4009-9710-C14F699E54F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6E386DB-27D2-40FA-945C-081510EAF5B7}" type="pres">
      <dgm:prSet presAssocID="{3556E509-5B5A-4009-9710-C14F699E54F0}" presName="desTx" presStyleLbl="alignAccFollowNode1" presStyleIdx="1" presStyleCnt="3">
        <dgm:presLayoutVars>
          <dgm:bulletEnabled val="1"/>
        </dgm:presLayoutVars>
      </dgm:prSet>
      <dgm:spPr/>
    </dgm:pt>
    <dgm:pt modelId="{186F8364-476B-4551-802C-F1FDBC3D4EF4}" type="pres">
      <dgm:prSet presAssocID="{B7ACF0EA-C408-4139-BCC8-803D5D5E95F3}" presName="space" presStyleCnt="0"/>
      <dgm:spPr/>
    </dgm:pt>
    <dgm:pt modelId="{7A98473A-1871-4E39-A150-E49DFD4C949E}" type="pres">
      <dgm:prSet presAssocID="{C0F6D0FF-56D6-4F02-93D7-2B2414F80D64}" presName="composite" presStyleCnt="0"/>
      <dgm:spPr/>
    </dgm:pt>
    <dgm:pt modelId="{FAEC737D-3260-4167-B976-2178676786A4}" type="pres">
      <dgm:prSet presAssocID="{C0F6D0FF-56D6-4F02-93D7-2B2414F80D6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60330F4-A190-4DC8-A7F7-C61E0218A6AC}" type="pres">
      <dgm:prSet presAssocID="{C0F6D0FF-56D6-4F02-93D7-2B2414F80D6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0872E22-FEBE-41E1-8D20-9A10227AEAA6}" srcId="{C78304F4-D179-4721-A6B5-32064CF4DFDC}" destId="{C0F6D0FF-56D6-4F02-93D7-2B2414F80D64}" srcOrd="2" destOrd="0" parTransId="{A1CC1819-FAC6-4CC0-BB22-EF7970EDBCB2}" sibTransId="{84BAEC50-79DD-4B61-ADCB-DDC3E942B975}"/>
    <dgm:cxn modelId="{EF1C4B51-BB46-4960-A1D9-7F8F03DAC3E1}" type="presOf" srcId="{F81326B0-5BBB-47CE-871B-80E419E8789B}" destId="{94F5C663-61CE-45BF-BF21-41E96F48D783}" srcOrd="0" destOrd="0" presId="urn:microsoft.com/office/officeart/2005/8/layout/hList1"/>
    <dgm:cxn modelId="{75EADE7B-32A6-4E8F-96AF-EA61984EEA6E}" srcId="{3556E509-5B5A-4009-9710-C14F699E54F0}" destId="{82ECD4E1-4C92-4EB1-91C6-A337DDDD7EC3}" srcOrd="0" destOrd="0" parTransId="{4BC937CE-6AF7-4859-9497-13AC04C71427}" sibTransId="{D8E905A5-3327-4353-8BB5-949BDD98439C}"/>
    <dgm:cxn modelId="{0EF29784-3AF8-48D5-A641-55F9D54F62BA}" srcId="{C78304F4-D179-4721-A6B5-32064CF4DFDC}" destId="{3556E509-5B5A-4009-9710-C14F699E54F0}" srcOrd="1" destOrd="0" parTransId="{CDF2498D-613B-4CA6-B349-D24592E0DC2F}" sibTransId="{B7ACF0EA-C408-4139-BCC8-803D5D5E95F3}"/>
    <dgm:cxn modelId="{E3A0C489-3FA7-474D-8A49-79A6B90D5A5C}" srcId="{C0F6D0FF-56D6-4F02-93D7-2B2414F80D64}" destId="{19873F91-089B-4834-87CB-9D7A436DDAD5}" srcOrd="0" destOrd="0" parTransId="{E0B510CE-7B5B-4D1D-9450-E4EB20525C2A}" sibTransId="{039EDA96-5D8F-4AB2-9ED8-99A5EB4F8237}"/>
    <dgm:cxn modelId="{1031949E-0EB5-4ED0-A1FC-17F645FE51BF}" type="presOf" srcId="{C0F6D0FF-56D6-4F02-93D7-2B2414F80D64}" destId="{FAEC737D-3260-4167-B976-2178676786A4}" srcOrd="0" destOrd="0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8C08C4BB-87FC-4E5F-9B52-93727CE217E9}" type="presOf" srcId="{3556E509-5B5A-4009-9710-C14F699E54F0}" destId="{FC477351-0132-449D-BAAB-D9BE54B70D91}" srcOrd="0" destOrd="0" presId="urn:microsoft.com/office/officeart/2005/8/layout/hList1"/>
    <dgm:cxn modelId="{F2DF01C0-31FC-408D-AD15-B54E3B96FBD4}" srcId="{394A2318-F2C6-4EC2-9D98-68FF93724840}" destId="{F81326B0-5BBB-47CE-871B-80E419E8789B}" srcOrd="0" destOrd="0" parTransId="{738D2E51-573C-47F5-8053-571FE712EF40}" sibTransId="{C94FEEE2-1D15-4BBF-A28C-2F5624F78A8A}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644A52CA-403C-4E26-BDEA-C1A9C73E3A00}" type="presOf" srcId="{82ECD4E1-4C92-4EB1-91C6-A337DDDD7EC3}" destId="{C6E386DB-27D2-40FA-945C-081510EAF5B7}" srcOrd="0" destOrd="0" presId="urn:microsoft.com/office/officeart/2005/8/layout/hList1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C66BF3FF-A4A0-452C-A82B-E807939ED008}" type="presOf" srcId="{19873F91-089B-4834-87CB-9D7A436DDAD5}" destId="{760330F4-A190-4DC8-A7F7-C61E0218A6AC}" srcOrd="0" destOrd="0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952EB516-579B-451E-A873-FCD1A1D59541}" type="presParOf" srcId="{6990C48B-54EC-471F-B665-1DBB19BEC324}" destId="{9B16FCBF-4899-4624-B644-6CF4FBF1E7FD}" srcOrd="1" destOrd="0" presId="urn:microsoft.com/office/officeart/2005/8/layout/hList1"/>
    <dgm:cxn modelId="{9DD55CAF-C6A7-42A6-8AB3-1C58B324E426}" type="presParOf" srcId="{6990C48B-54EC-471F-B665-1DBB19BEC324}" destId="{560D4D50-90FA-48BA-9C40-79CA722FB7EB}" srcOrd="2" destOrd="0" presId="urn:microsoft.com/office/officeart/2005/8/layout/hList1"/>
    <dgm:cxn modelId="{1E124F2B-7232-4A4C-A38E-D7DFC8EB6CBA}" type="presParOf" srcId="{560D4D50-90FA-48BA-9C40-79CA722FB7EB}" destId="{FC477351-0132-449D-BAAB-D9BE54B70D91}" srcOrd="0" destOrd="0" presId="urn:microsoft.com/office/officeart/2005/8/layout/hList1"/>
    <dgm:cxn modelId="{9DCE81FE-5230-4F75-92AD-0A7ED3F18D9C}" type="presParOf" srcId="{560D4D50-90FA-48BA-9C40-79CA722FB7EB}" destId="{C6E386DB-27D2-40FA-945C-081510EAF5B7}" srcOrd="1" destOrd="0" presId="urn:microsoft.com/office/officeart/2005/8/layout/hList1"/>
    <dgm:cxn modelId="{DC070DDA-4D97-4119-9939-9A0521F07657}" type="presParOf" srcId="{6990C48B-54EC-471F-B665-1DBB19BEC324}" destId="{186F8364-476B-4551-802C-F1FDBC3D4EF4}" srcOrd="3" destOrd="0" presId="urn:microsoft.com/office/officeart/2005/8/layout/hList1"/>
    <dgm:cxn modelId="{07ACF6EB-855B-4623-AF5C-01BD289F1171}" type="presParOf" srcId="{6990C48B-54EC-471F-B665-1DBB19BEC324}" destId="{7A98473A-1871-4E39-A150-E49DFD4C949E}" srcOrd="4" destOrd="0" presId="urn:microsoft.com/office/officeart/2005/8/layout/hList1"/>
    <dgm:cxn modelId="{21597B42-FA09-4CAF-879C-9E55565AA972}" type="presParOf" srcId="{7A98473A-1871-4E39-A150-E49DFD4C949E}" destId="{FAEC737D-3260-4167-B976-2178676786A4}" srcOrd="0" destOrd="0" presId="urn:microsoft.com/office/officeart/2005/8/layout/hList1"/>
    <dgm:cxn modelId="{5BC9BECD-2A73-453C-90B9-D384BF08B6E9}" type="presParOf" srcId="{7A98473A-1871-4E39-A150-E49DFD4C949E}" destId="{760330F4-A190-4DC8-A7F7-C61E0218A6A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en-US" b="0" i="0" dirty="0"/>
            <a:t>Worksheet</a:t>
          </a:r>
          <a:r>
            <a:rPr lang="tr-TR" b="0" i="0" dirty="0"/>
            <a:t> </a:t>
          </a:r>
          <a:r>
            <a:rPr lang="tr-TR" b="0" i="0" dirty="0" err="1"/>
            <a:t>Values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ABC61DF8-B420-4794-8117-2D7CB9A79DE3}">
      <dgm:prSet phldrT="[Text]"/>
      <dgm:spPr/>
      <dgm:t>
        <a:bodyPr/>
        <a:lstStyle/>
        <a:p>
          <a:r>
            <a:rPr lang="en-US" dirty="0" err="1"/>
            <a:t>Worksheet.values</a:t>
          </a:r>
          <a:r>
            <a:rPr lang="en-US" b="0" i="0" dirty="0"/>
            <a:t> property. </a:t>
          </a:r>
          <a:endParaRPr lang="en-US" dirty="0"/>
        </a:p>
      </dgm:t>
    </dgm:pt>
    <dgm:pt modelId="{5E3355FC-D36B-4858-A123-EE20A931A370}" type="parTrans" cxnId="{378948C1-D449-4799-B747-27AC0BF3F5FA}">
      <dgm:prSet/>
      <dgm:spPr/>
      <dgm:t>
        <a:bodyPr/>
        <a:lstStyle/>
        <a:p>
          <a:endParaRPr lang="en-US"/>
        </a:p>
      </dgm:t>
    </dgm:pt>
    <dgm:pt modelId="{DBC69BC3-D656-4C21-88A3-2DB347EAA10D}" type="sibTrans" cxnId="{378948C1-D449-4799-B747-27AC0BF3F5FA}">
      <dgm:prSet/>
      <dgm:spPr/>
      <dgm:t>
        <a:bodyPr/>
        <a:lstStyle/>
        <a:p>
          <a:endParaRPr lang="en-US"/>
        </a:p>
      </dgm:t>
    </dgm:pt>
    <dgm:pt modelId="{7752B550-12DF-4267-9B03-B03480128E21}">
      <dgm:prSet phldrT="[Text]"/>
      <dgm:spPr/>
      <dgm:t>
        <a:bodyPr/>
        <a:lstStyle/>
        <a:p>
          <a:r>
            <a:rPr lang="en-US" b="0" i="0" dirty="0"/>
            <a:t>iterates over all the rows</a:t>
          </a:r>
          <a:r>
            <a:rPr lang="tr-TR" b="0" i="0" dirty="0"/>
            <a:t> </a:t>
          </a:r>
          <a:r>
            <a:rPr lang="en-US" b="0" i="0" dirty="0"/>
            <a:t>in a worksheet</a:t>
          </a:r>
          <a:endParaRPr lang="en-US" dirty="0"/>
        </a:p>
      </dgm:t>
    </dgm:pt>
    <dgm:pt modelId="{6988E60F-4523-4C13-B50C-C21114CDB8A2}" type="parTrans" cxnId="{A5FB5CC9-1681-4B8F-8FF4-2C4706AFCDE5}">
      <dgm:prSet/>
      <dgm:spPr/>
      <dgm:t>
        <a:bodyPr/>
        <a:lstStyle/>
        <a:p>
          <a:endParaRPr lang="en-US"/>
        </a:p>
      </dgm:t>
    </dgm:pt>
    <dgm:pt modelId="{63387346-C9FD-45DB-9BF6-8CD5A772D3A2}" type="sibTrans" cxnId="{A5FB5CC9-1681-4B8F-8FF4-2C4706AFCDE5}">
      <dgm:prSet/>
      <dgm:spPr/>
      <dgm:t>
        <a:bodyPr/>
        <a:lstStyle/>
        <a:p>
          <a:endParaRPr lang="en-US"/>
        </a:p>
      </dgm:t>
    </dgm:pt>
    <dgm:pt modelId="{663BDC84-6AFF-463E-9A80-0505749DCEB4}">
      <dgm:prSet phldrT="[Text]"/>
      <dgm:spPr/>
      <dgm:t>
        <a:bodyPr/>
        <a:lstStyle/>
        <a:p>
          <a:r>
            <a:rPr lang="tr-TR" b="0" i="0" dirty="0" err="1"/>
            <a:t>returns</a:t>
          </a:r>
          <a:r>
            <a:rPr lang="tr-TR" b="0" i="0" dirty="0"/>
            <a:t> </a:t>
          </a:r>
          <a:r>
            <a:rPr lang="en-US" b="0" i="0" dirty="0"/>
            <a:t>just the cell values</a:t>
          </a:r>
          <a:endParaRPr lang="en-US" dirty="0"/>
        </a:p>
      </dgm:t>
    </dgm:pt>
    <dgm:pt modelId="{11F98D55-7859-4B7D-B206-9E538CE0AD1E}" type="parTrans" cxnId="{A8EC888C-244D-4AFC-AF23-4866F17471ED}">
      <dgm:prSet/>
      <dgm:spPr/>
      <dgm:t>
        <a:bodyPr/>
        <a:lstStyle/>
        <a:p>
          <a:endParaRPr lang="en-US"/>
        </a:p>
      </dgm:t>
    </dgm:pt>
    <dgm:pt modelId="{63AEEC9E-A6EE-493D-8992-815B4AA20AA7}" type="sibTrans" cxnId="{A8EC888C-244D-4AFC-AF23-4866F17471ED}">
      <dgm:prSet/>
      <dgm:spPr/>
      <dgm:t>
        <a:bodyPr/>
        <a:lstStyle/>
        <a:p>
          <a:endParaRPr lang="en-US"/>
        </a:p>
      </dgm:t>
    </dgm:pt>
    <dgm:pt modelId="{BF0D3AA8-0207-4BBE-9B54-45404F714AFD}">
      <dgm:prSet phldrT="[Text]"/>
      <dgm:spPr/>
      <dgm:t>
        <a:bodyPr/>
        <a:lstStyle/>
        <a:p>
          <a:r>
            <a:rPr lang="en-US" b="1" dirty="0" err="1"/>
            <a:t>values_only</a:t>
          </a:r>
          <a:r>
            <a:rPr lang="en-US" b="0" i="0" dirty="0"/>
            <a:t> parameter</a:t>
          </a:r>
          <a:endParaRPr lang="en-US" dirty="0"/>
        </a:p>
      </dgm:t>
    </dgm:pt>
    <dgm:pt modelId="{10E04394-AF65-409A-AC0E-BF26B717CAB4}" type="parTrans" cxnId="{D0D067FB-2C8B-44BA-B4FF-FD550F364314}">
      <dgm:prSet/>
      <dgm:spPr/>
      <dgm:t>
        <a:bodyPr/>
        <a:lstStyle/>
        <a:p>
          <a:endParaRPr lang="en-US"/>
        </a:p>
      </dgm:t>
    </dgm:pt>
    <dgm:pt modelId="{FB48427E-41BC-4F7B-95DB-E6C12C82CD4F}" type="sibTrans" cxnId="{D0D067FB-2C8B-44BA-B4FF-FD550F364314}">
      <dgm:prSet/>
      <dgm:spPr/>
      <dgm:t>
        <a:bodyPr/>
        <a:lstStyle/>
        <a:p>
          <a:endParaRPr lang="en-US"/>
        </a:p>
      </dgm:t>
    </dgm:pt>
    <dgm:pt modelId="{59A03565-33C5-42FF-9549-F563E040C169}">
      <dgm:prSet phldrT="[Text]"/>
      <dgm:spPr/>
      <dgm:t>
        <a:bodyPr/>
        <a:lstStyle/>
        <a:p>
          <a:r>
            <a:rPr lang="en-US" b="0" i="0" dirty="0"/>
            <a:t>Both </a:t>
          </a:r>
          <a:r>
            <a:rPr lang="en-US" dirty="0" err="1"/>
            <a:t>Worksheet.iter_rows</a:t>
          </a:r>
          <a:r>
            <a:rPr lang="en-US" dirty="0"/>
            <a:t>()</a:t>
          </a:r>
          <a:r>
            <a:rPr lang="en-US" b="0" i="0" dirty="0"/>
            <a:t> and </a:t>
          </a:r>
          <a:r>
            <a:rPr lang="en-US" dirty="0" err="1"/>
            <a:t>Worksheet.iter_cols</a:t>
          </a:r>
          <a:r>
            <a:rPr lang="en-US" dirty="0"/>
            <a:t>()</a:t>
          </a:r>
        </a:p>
      </dgm:t>
    </dgm:pt>
    <dgm:pt modelId="{150A2A31-18AE-4332-8987-240471440BAE}" type="parTrans" cxnId="{27BE28B6-4208-4144-8F99-D783983A2DF9}">
      <dgm:prSet/>
      <dgm:spPr/>
      <dgm:t>
        <a:bodyPr/>
        <a:lstStyle/>
        <a:p>
          <a:endParaRPr lang="en-US"/>
        </a:p>
      </dgm:t>
    </dgm:pt>
    <dgm:pt modelId="{283606AB-B9F9-4231-8D69-E3A8221753BF}" type="sibTrans" cxnId="{27BE28B6-4208-4144-8F99-D783983A2DF9}">
      <dgm:prSet/>
      <dgm:spPr/>
      <dgm:t>
        <a:bodyPr/>
        <a:lstStyle/>
        <a:p>
          <a:endParaRPr lang="en-US"/>
        </a:p>
      </dgm:t>
    </dgm:pt>
    <dgm:pt modelId="{4B7E5065-DA1B-4261-9D0D-E53786BDE4D8}">
      <dgm:prSet phldrT="[Text]"/>
      <dgm:spPr/>
      <dgm:t>
        <a:bodyPr/>
        <a:lstStyle/>
        <a:p>
          <a:r>
            <a:rPr lang="en-US" b="0" i="0" dirty="0"/>
            <a:t>can take the </a:t>
          </a:r>
          <a:r>
            <a:rPr lang="en-US" dirty="0" err="1"/>
            <a:t>values_only</a:t>
          </a:r>
          <a:r>
            <a:rPr lang="en-US" b="0" i="0" dirty="0"/>
            <a:t> parameter</a:t>
          </a:r>
          <a:endParaRPr lang="en-US" dirty="0"/>
        </a:p>
      </dgm:t>
    </dgm:pt>
    <dgm:pt modelId="{338773A6-D853-456A-87F1-D1D3716CA499}" type="parTrans" cxnId="{2A73F417-7D31-4D22-B54D-D14488BE8957}">
      <dgm:prSet/>
      <dgm:spPr/>
      <dgm:t>
        <a:bodyPr/>
        <a:lstStyle/>
        <a:p>
          <a:endParaRPr lang="en-US"/>
        </a:p>
      </dgm:t>
    </dgm:pt>
    <dgm:pt modelId="{50C7902A-DDB5-4935-A5E4-DCEC69F7CD31}" type="sibTrans" cxnId="{2A73F417-7D31-4D22-B54D-D14488BE8957}">
      <dgm:prSet/>
      <dgm:spPr/>
      <dgm:t>
        <a:bodyPr/>
        <a:lstStyle/>
        <a:p>
          <a:endParaRPr lang="en-US"/>
        </a:p>
      </dgm:t>
    </dgm:pt>
    <dgm:pt modelId="{980AF027-D8FB-44E4-8089-3DC04F0EA950}">
      <dgm:prSet phldrT="[Text]"/>
      <dgm:spPr/>
      <dgm:t>
        <a:bodyPr/>
        <a:lstStyle/>
        <a:p>
          <a:r>
            <a:rPr lang="en-US" b="0" i="0" dirty="0"/>
            <a:t>to return just the cell’s value</a:t>
          </a:r>
          <a:endParaRPr lang="en-US" dirty="0"/>
        </a:p>
      </dgm:t>
    </dgm:pt>
    <dgm:pt modelId="{B310659A-F650-4D6A-874D-431F6101F5A9}" type="parTrans" cxnId="{C0A3881C-209D-4231-A867-D783D03DCC7F}">
      <dgm:prSet/>
      <dgm:spPr/>
      <dgm:t>
        <a:bodyPr/>
        <a:lstStyle/>
        <a:p>
          <a:endParaRPr lang="en-US"/>
        </a:p>
      </dgm:t>
    </dgm:pt>
    <dgm:pt modelId="{66731DD8-CB11-4DC2-BFDD-C44921A0BF4D}" type="sibTrans" cxnId="{C0A3881C-209D-4231-A867-D783D03DCC7F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2">
        <dgm:presLayoutVars>
          <dgm:bulletEnabled val="1"/>
        </dgm:presLayoutVars>
      </dgm:prSet>
      <dgm:spPr/>
    </dgm:pt>
    <dgm:pt modelId="{65E39525-AB5F-4F10-BB2C-31D3E12B348D}" type="pres">
      <dgm:prSet presAssocID="{FAE5E193-D10B-476C-95D0-02D8D3495238}" presName="space" presStyleCnt="0"/>
      <dgm:spPr/>
    </dgm:pt>
    <dgm:pt modelId="{F10D8BC2-CCFF-4F1A-A699-DE70E208A7D1}" type="pres">
      <dgm:prSet presAssocID="{BF0D3AA8-0207-4BBE-9B54-45404F714AFD}" presName="composite" presStyleCnt="0"/>
      <dgm:spPr/>
    </dgm:pt>
    <dgm:pt modelId="{DDC85FA3-69F4-4CE2-B605-0EB5540A2377}" type="pres">
      <dgm:prSet presAssocID="{BF0D3AA8-0207-4BBE-9B54-45404F714AF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EB01166-A683-42AD-9F78-6F61FBC62EA4}" type="pres">
      <dgm:prSet presAssocID="{BF0D3AA8-0207-4BBE-9B54-45404F714AF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6237F0F-9968-4C0D-87A9-FB09592C123E}" type="presOf" srcId="{7752B550-12DF-4267-9B03-B03480128E21}" destId="{94F5C663-61CE-45BF-BF21-41E96F48D783}" srcOrd="0" destOrd="1" presId="urn:microsoft.com/office/officeart/2005/8/layout/hList1"/>
    <dgm:cxn modelId="{2A73F417-7D31-4D22-B54D-D14488BE8957}" srcId="{BF0D3AA8-0207-4BBE-9B54-45404F714AFD}" destId="{4B7E5065-DA1B-4261-9D0D-E53786BDE4D8}" srcOrd="1" destOrd="0" parTransId="{338773A6-D853-456A-87F1-D1D3716CA499}" sibTransId="{50C7902A-DDB5-4935-A5E4-DCEC69F7CD31}"/>
    <dgm:cxn modelId="{C0A3881C-209D-4231-A867-D783D03DCC7F}" srcId="{BF0D3AA8-0207-4BBE-9B54-45404F714AFD}" destId="{980AF027-D8FB-44E4-8089-3DC04F0EA950}" srcOrd="2" destOrd="0" parTransId="{B310659A-F650-4D6A-874D-431F6101F5A9}" sibTransId="{66731DD8-CB11-4DC2-BFDD-C44921A0BF4D}"/>
    <dgm:cxn modelId="{C1CFAA34-D8C5-4D36-88C9-3879D3DC08DF}" type="presOf" srcId="{59A03565-33C5-42FF-9549-F563E040C169}" destId="{8EB01166-A683-42AD-9F78-6F61FBC62EA4}" srcOrd="0" destOrd="0" presId="urn:microsoft.com/office/officeart/2005/8/layout/hList1"/>
    <dgm:cxn modelId="{1035A53F-D8C2-49B3-B569-0496A06542E1}" type="presOf" srcId="{4B7E5065-DA1B-4261-9D0D-E53786BDE4D8}" destId="{8EB01166-A683-42AD-9F78-6F61FBC62EA4}" srcOrd="0" destOrd="1" presId="urn:microsoft.com/office/officeart/2005/8/layout/hList1"/>
    <dgm:cxn modelId="{1DF66251-6F82-4A67-A987-F4B0F5B97471}" type="presOf" srcId="{980AF027-D8FB-44E4-8089-3DC04F0EA950}" destId="{8EB01166-A683-42AD-9F78-6F61FBC62EA4}" srcOrd="0" destOrd="2" presId="urn:microsoft.com/office/officeart/2005/8/layout/hList1"/>
    <dgm:cxn modelId="{74726288-7587-4C5A-9FB5-A847A30BC233}" type="presOf" srcId="{BF0D3AA8-0207-4BBE-9B54-45404F714AFD}" destId="{DDC85FA3-69F4-4CE2-B605-0EB5540A2377}" srcOrd="0" destOrd="0" presId="urn:microsoft.com/office/officeart/2005/8/layout/hList1"/>
    <dgm:cxn modelId="{E53D7688-D5FE-4C0E-88B7-85483C03CBAF}" type="presOf" srcId="{ABC61DF8-B420-4794-8117-2D7CB9A79DE3}" destId="{94F5C663-61CE-45BF-BF21-41E96F48D783}" srcOrd="0" destOrd="0" presId="urn:microsoft.com/office/officeart/2005/8/layout/hList1"/>
    <dgm:cxn modelId="{A8EC888C-244D-4AFC-AF23-4866F17471ED}" srcId="{394A2318-F2C6-4EC2-9D98-68FF93724840}" destId="{663BDC84-6AFF-463E-9A80-0505749DCEB4}" srcOrd="2" destOrd="0" parTransId="{11F98D55-7859-4B7D-B206-9E538CE0AD1E}" sibTransId="{63AEEC9E-A6EE-493D-8992-815B4AA20AA7}"/>
    <dgm:cxn modelId="{E912FA9F-E07C-403A-A1D0-F2638DA837B3}" type="presOf" srcId="{663BDC84-6AFF-463E-9A80-0505749DCEB4}" destId="{94F5C663-61CE-45BF-BF21-41E96F48D783}" srcOrd="0" destOrd="2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27BE28B6-4208-4144-8F99-D783983A2DF9}" srcId="{BF0D3AA8-0207-4BBE-9B54-45404F714AFD}" destId="{59A03565-33C5-42FF-9549-F563E040C169}" srcOrd="0" destOrd="0" parTransId="{150A2A31-18AE-4332-8987-240471440BAE}" sibTransId="{283606AB-B9F9-4231-8D69-E3A8221753BF}"/>
    <dgm:cxn modelId="{378948C1-D449-4799-B747-27AC0BF3F5FA}" srcId="{394A2318-F2C6-4EC2-9D98-68FF93724840}" destId="{ABC61DF8-B420-4794-8117-2D7CB9A79DE3}" srcOrd="0" destOrd="0" parTransId="{5E3355FC-D36B-4858-A123-EE20A931A370}" sibTransId="{DBC69BC3-D656-4C21-88A3-2DB347EAA10D}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A5FB5CC9-1681-4B8F-8FF4-2C4706AFCDE5}" srcId="{394A2318-F2C6-4EC2-9D98-68FF93724840}" destId="{7752B550-12DF-4267-9B03-B03480128E21}" srcOrd="1" destOrd="0" parTransId="{6988E60F-4523-4C13-B50C-C21114CDB8A2}" sibTransId="{63387346-C9FD-45DB-9BF6-8CD5A772D3A2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D0D067FB-2C8B-44BA-B4FF-FD550F364314}" srcId="{C78304F4-D179-4721-A6B5-32064CF4DFDC}" destId="{BF0D3AA8-0207-4BBE-9B54-45404F714AFD}" srcOrd="1" destOrd="0" parTransId="{10E04394-AF65-409A-AC0E-BF26B717CAB4}" sibTransId="{FB48427E-41BC-4F7B-95DB-E6C12C82CD4F}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09175CE4-3A8A-4FDA-A0D4-9CF4820A0063}" type="presParOf" srcId="{6990C48B-54EC-471F-B665-1DBB19BEC324}" destId="{65E39525-AB5F-4F10-BB2C-31D3E12B348D}" srcOrd="1" destOrd="0" presId="urn:microsoft.com/office/officeart/2005/8/layout/hList1"/>
    <dgm:cxn modelId="{2A2BF52B-2DCD-4E90-9BD2-0E28C82CE2DA}" type="presParOf" srcId="{6990C48B-54EC-471F-B665-1DBB19BEC324}" destId="{F10D8BC2-CCFF-4F1A-A699-DE70E208A7D1}" srcOrd="2" destOrd="0" presId="urn:microsoft.com/office/officeart/2005/8/layout/hList1"/>
    <dgm:cxn modelId="{FC803820-0EE6-4149-A9FB-DBD63F73C817}" type="presParOf" srcId="{F10D8BC2-CCFF-4F1A-A699-DE70E208A7D1}" destId="{DDC85FA3-69F4-4CE2-B605-0EB5540A2377}" srcOrd="0" destOrd="0" presId="urn:microsoft.com/office/officeart/2005/8/layout/hList1"/>
    <dgm:cxn modelId="{A4072BE5-D220-48ED-8D0F-8CB4CF2BEC57}" type="presParOf" srcId="{F10D8BC2-CCFF-4F1A-A699-DE70E208A7D1}" destId="{8EB01166-A683-42AD-9F78-6F61FBC62EA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kumimoji="0" lang="en-US" altLang="en-US" b="0" i="0" u="none" strike="noStrike" cap="none" normalizeH="0" baseline="0" dirty="0" err="1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c.value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 =</a:t>
          </a:r>
          <a:r>
            <a:rPr kumimoji="0" lang="tr-TR" altLang="en-US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 &lt;</a:t>
          </a:r>
          <a:r>
            <a:rPr kumimoji="0" lang="tr-TR" altLang="en-US" b="0" i="0" u="none" strike="noStrike" cap="none" normalizeH="0" baseline="0" dirty="0" err="1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value</a:t>
          </a:r>
          <a:r>
            <a:rPr kumimoji="0" lang="tr-TR" altLang="en-US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&gt;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AA6A7957-1E66-4D8C-9F75-AF6A43963595}">
      <dgm:prSet phldrT="[Text]"/>
      <dgm:spPr/>
      <dgm:t>
        <a:bodyPr/>
        <a:lstStyle/>
        <a:p>
          <a:r>
            <a:rPr lang="tr-TR" b="0" i="0" dirty="0" err="1"/>
            <a:t>To</a:t>
          </a:r>
          <a:r>
            <a:rPr lang="tr-TR" b="0" i="0" dirty="0"/>
            <a:t> a </a:t>
          </a:r>
          <a:r>
            <a:rPr lang="tr-TR" b="0" i="0" dirty="0" err="1"/>
            <a:t>cell</a:t>
          </a:r>
          <a:endParaRPr lang="en-US" dirty="0"/>
        </a:p>
      </dgm:t>
    </dgm:pt>
    <dgm:pt modelId="{3FC7E46B-9B2F-4D33-AC57-1BE20CC36F73}" type="parTrans" cxnId="{C01446A2-4281-4093-AB2C-376A52BE2DB2}">
      <dgm:prSet/>
      <dgm:spPr/>
      <dgm:t>
        <a:bodyPr/>
        <a:lstStyle/>
        <a:p>
          <a:endParaRPr lang="en-US"/>
        </a:p>
      </dgm:t>
    </dgm:pt>
    <dgm:pt modelId="{4881C9D0-97FA-40CC-B013-3DBD9D6DBD38}" type="sibTrans" cxnId="{C01446A2-4281-4093-AB2C-376A52BE2DB2}">
      <dgm:prSet/>
      <dgm:spPr/>
      <dgm:t>
        <a:bodyPr/>
        <a:lstStyle/>
        <a:p>
          <a:endParaRPr lang="en-US"/>
        </a:p>
      </dgm:t>
    </dgm:pt>
    <dgm:pt modelId="{68D7AD9A-D9CA-4EBB-8999-3EC05EF3CE1E}">
      <dgm:prSet phldrT="[Text]"/>
      <dgm:spPr/>
      <dgm:t>
        <a:bodyPr/>
        <a:lstStyle/>
        <a:p>
          <a:r>
            <a:rPr lang="tr-TR" b="0" i="0"/>
            <a:t>Assign </a:t>
          </a:r>
          <a:r>
            <a:rPr lang="tr-TR" b="0" i="0" dirty="0"/>
            <a:t>a </a:t>
          </a:r>
          <a:r>
            <a:rPr lang="tr-TR" b="0" i="0" dirty="0" err="1"/>
            <a:t>value</a:t>
          </a:r>
          <a:endParaRPr lang="en-US" dirty="0"/>
        </a:p>
      </dgm:t>
    </dgm:pt>
    <dgm:pt modelId="{A0812B6A-F985-424F-946E-9FEC1CD1EF00}" type="parTrans" cxnId="{F1755D5E-7EA8-4482-AC0A-6AFEE78DF30B}">
      <dgm:prSet/>
      <dgm:spPr/>
      <dgm:t>
        <a:bodyPr/>
        <a:lstStyle/>
        <a:p>
          <a:endParaRPr lang="en-US"/>
        </a:p>
      </dgm:t>
    </dgm:pt>
    <dgm:pt modelId="{4CC300DC-644B-4367-B05B-E6CDA48A474D}" type="sibTrans" cxnId="{F1755D5E-7EA8-4482-AC0A-6AFEE78DF30B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1755D5E-7EA8-4482-AC0A-6AFEE78DF30B}" srcId="{394A2318-F2C6-4EC2-9D98-68FF93724840}" destId="{68D7AD9A-D9CA-4EBB-8999-3EC05EF3CE1E}" srcOrd="0" destOrd="0" parTransId="{A0812B6A-F985-424F-946E-9FEC1CD1EF00}" sibTransId="{4CC300DC-644B-4367-B05B-E6CDA48A474D}"/>
    <dgm:cxn modelId="{7AB1FA94-C15A-404B-A039-31AEB9C7220C}" type="presOf" srcId="{68D7AD9A-D9CA-4EBB-8999-3EC05EF3CE1E}" destId="{94F5C663-61CE-45BF-BF21-41E96F48D783}" srcOrd="0" destOrd="0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C01446A2-4281-4093-AB2C-376A52BE2DB2}" srcId="{394A2318-F2C6-4EC2-9D98-68FF93724840}" destId="{AA6A7957-1E66-4D8C-9F75-AF6A43963595}" srcOrd="1" destOrd="0" parTransId="{3FC7E46B-9B2F-4D33-AC57-1BE20CC36F73}" sibTransId="{4881C9D0-97FA-40CC-B013-3DBD9D6DBD38}"/>
    <dgm:cxn modelId="{B774A8A2-EF12-43F0-B183-23C69BBCAB94}" type="presOf" srcId="{AA6A7957-1E66-4D8C-9F75-AF6A43963595}" destId="{94F5C663-61CE-45BF-BF21-41E96F48D783}" srcOrd="0" destOrd="1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en-US" dirty="0" err="1"/>
            <a:t>penpyxl.load_workbook</a:t>
          </a:r>
          <a:r>
            <a:rPr lang="en-US" dirty="0"/>
            <a:t>()</a:t>
          </a:r>
          <a:r>
            <a:rPr lang="en-US" b="0" i="0" dirty="0"/>
            <a:t> 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88300EC1-1031-451F-BBE9-AA1D82BAB84C}">
      <dgm:prSet phldrT="[Text]"/>
      <dgm:spPr/>
      <dgm:t>
        <a:bodyPr/>
        <a:lstStyle/>
        <a:p>
          <a:r>
            <a:rPr lang="en-US" b="0" i="0" dirty="0"/>
            <a:t>to open an existing workbook</a:t>
          </a:r>
          <a:endParaRPr lang="en-US" dirty="0"/>
        </a:p>
      </dgm:t>
    </dgm:pt>
    <dgm:pt modelId="{FDA9C2AF-5CE5-45D5-A1E7-7E826EE7E809}" type="parTrans" cxnId="{446FC1AE-7B77-41E2-9AA1-F551B869CA78}">
      <dgm:prSet/>
      <dgm:spPr/>
      <dgm:t>
        <a:bodyPr/>
        <a:lstStyle/>
        <a:p>
          <a:endParaRPr lang="en-US"/>
        </a:p>
      </dgm:t>
    </dgm:pt>
    <dgm:pt modelId="{1FE5F6D7-1834-4FCA-B7BF-82A10C6E7E55}" type="sibTrans" cxnId="{446FC1AE-7B77-41E2-9AA1-F551B869CA78}">
      <dgm:prSet/>
      <dgm:spPr/>
      <dgm:t>
        <a:bodyPr/>
        <a:lstStyle/>
        <a:p>
          <a:endParaRPr lang="en-US"/>
        </a:p>
      </dgm:t>
    </dgm:pt>
    <dgm:pt modelId="{053FCE61-3D37-4A14-A18A-C504F4E3F9C3}">
      <dgm:prSet phldrT="[Text]"/>
      <dgm:spPr/>
      <dgm:t>
        <a:bodyPr/>
        <a:lstStyle/>
        <a:p>
          <a:r>
            <a:rPr kumimoji="0" lang="en-US" altLang="en-US" b="0" i="0" u="none" strike="noStrike" cap="none" normalizeH="0" baseline="0">
              <a:ln>
                <a:noFill/>
              </a:ln>
              <a:solidFill>
                <a:srgbClr val="660099"/>
              </a:solidFill>
              <a:effectLst/>
              <a:latin typeface="JetBrains Mono"/>
            </a:rPr>
            <a:t>filename </a:t>
          </a:r>
          <a:r>
            <a:rPr kumimoji="0" lang="en-US" altLang="en-US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= </a:t>
          </a:r>
          <a:r>
            <a:rPr kumimoji="0" lang="en-US" altLang="en-US" b="0" i="0" u="none" strike="noStrike" cap="none" normalizeH="0" baseline="0">
              <a:ln>
                <a:noFill/>
              </a:ln>
              <a:solidFill>
                <a:srgbClr val="067D17"/>
              </a:solidFill>
              <a:effectLst/>
              <a:latin typeface="JetBrains Mono"/>
            </a:rPr>
            <a:t>'empty_book.xlsx'</a:t>
          </a:r>
          <a:endParaRPr lang="en-US" dirty="0"/>
        </a:p>
      </dgm:t>
    </dgm:pt>
    <dgm:pt modelId="{78658FC7-3C64-4719-9157-C94F19EC0B86}" type="parTrans" cxnId="{A50032B5-8CE0-436F-BECE-D8263DEAABE6}">
      <dgm:prSet/>
      <dgm:spPr/>
      <dgm:t>
        <a:bodyPr/>
        <a:lstStyle/>
        <a:p>
          <a:endParaRPr lang="en-US"/>
        </a:p>
      </dgm:t>
    </dgm:pt>
    <dgm:pt modelId="{D1BB21C7-FC4D-4E74-9C3F-DB73401C381B}" type="sibTrans" cxnId="{A50032B5-8CE0-436F-BECE-D8263DEAABE6}">
      <dgm:prSet/>
      <dgm:spPr/>
      <dgm:t>
        <a:bodyPr/>
        <a:lstStyle/>
        <a:p>
          <a:endParaRPr lang="en-US"/>
        </a:p>
      </dgm:t>
    </dgm:pt>
    <dgm:pt modelId="{DF9D6029-DCBC-443B-9D90-538A5982D00A}">
      <dgm:prSet phldrT="[Text]"/>
      <dgm:spPr/>
      <dgm:t>
        <a:bodyPr/>
        <a:lstStyle/>
        <a:p>
          <a:r>
            <a:rPr lang="tr-TR" dirty="0" err="1"/>
            <a:t>Keyword</a:t>
          </a:r>
          <a:r>
            <a:rPr lang="tr-TR" dirty="0"/>
            <a:t> </a:t>
          </a:r>
          <a:r>
            <a:rPr lang="tr-TR" dirty="0" err="1"/>
            <a:t>argument</a:t>
          </a:r>
          <a:endParaRPr lang="en-US" dirty="0"/>
        </a:p>
      </dgm:t>
    </dgm:pt>
    <dgm:pt modelId="{67E295AF-0D91-46D4-9A82-A3964F6ABCE9}" type="parTrans" cxnId="{8CCFB50F-34CA-4686-8B5F-3C0B04615382}">
      <dgm:prSet/>
      <dgm:spPr/>
      <dgm:t>
        <a:bodyPr/>
        <a:lstStyle/>
        <a:p>
          <a:endParaRPr lang="en-US"/>
        </a:p>
      </dgm:t>
    </dgm:pt>
    <dgm:pt modelId="{34513221-2B7D-450F-A5FA-9801B7272649}" type="sibTrans" cxnId="{8CCFB50F-34CA-4686-8B5F-3C0B04615382}">
      <dgm:prSet/>
      <dgm:spPr/>
      <dgm:t>
        <a:bodyPr/>
        <a:lstStyle/>
        <a:p>
          <a:endParaRPr lang="en-US"/>
        </a:p>
      </dgm:t>
    </dgm:pt>
    <dgm:pt modelId="{66B98873-0341-448B-84A2-73357320B049}">
      <dgm:prSet phldrT="[Text]"/>
      <dgm:spPr/>
      <dgm:t>
        <a:bodyPr/>
        <a:lstStyle/>
        <a:p>
          <a:r>
            <a:rPr lang="tr-TR" dirty="0" err="1"/>
            <a:t>Tells</a:t>
          </a:r>
          <a:r>
            <a:rPr lang="tr-TR" dirty="0"/>
            <a:t> </a:t>
          </a:r>
          <a:r>
            <a:rPr lang="tr-TR" dirty="0" err="1"/>
            <a:t>the</a:t>
          </a:r>
          <a:r>
            <a:rPr lang="tr-TR" dirty="0"/>
            <a:t> name of </a:t>
          </a:r>
          <a:r>
            <a:rPr lang="tr-TR" dirty="0" err="1"/>
            <a:t>the</a:t>
          </a:r>
          <a:r>
            <a:rPr lang="tr-TR" dirty="0"/>
            <a:t> file</a:t>
          </a:r>
          <a:endParaRPr lang="en-US" dirty="0"/>
        </a:p>
      </dgm:t>
    </dgm:pt>
    <dgm:pt modelId="{74628933-6457-4171-A99E-54CBB1CBB191}" type="parTrans" cxnId="{E9B87E57-5EBF-48C3-BFBA-C375F66C5239}">
      <dgm:prSet/>
      <dgm:spPr/>
      <dgm:t>
        <a:bodyPr/>
        <a:lstStyle/>
        <a:p>
          <a:endParaRPr lang="en-US"/>
        </a:p>
      </dgm:t>
    </dgm:pt>
    <dgm:pt modelId="{C87DEF41-1461-4EEC-B824-5A0D1215B22B}" type="sibTrans" cxnId="{E9B87E57-5EBF-48C3-BFBA-C375F66C5239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2">
        <dgm:presLayoutVars>
          <dgm:bulletEnabled val="1"/>
        </dgm:presLayoutVars>
      </dgm:prSet>
      <dgm:spPr/>
    </dgm:pt>
    <dgm:pt modelId="{E0C4C35D-6F3D-4584-BF1F-07799CA2C80B}" type="pres">
      <dgm:prSet presAssocID="{FAE5E193-D10B-476C-95D0-02D8D3495238}" presName="space" presStyleCnt="0"/>
      <dgm:spPr/>
    </dgm:pt>
    <dgm:pt modelId="{AAB1AE56-86B4-4476-A127-E159FB3B62D3}" type="pres">
      <dgm:prSet presAssocID="{053FCE61-3D37-4A14-A18A-C504F4E3F9C3}" presName="composite" presStyleCnt="0"/>
      <dgm:spPr/>
    </dgm:pt>
    <dgm:pt modelId="{CDB6ACDF-3880-44D0-9EE3-44E0A2327131}" type="pres">
      <dgm:prSet presAssocID="{053FCE61-3D37-4A14-A18A-C504F4E3F9C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1092F0A-2DB2-4093-ACC3-459C15743FF4}" type="pres">
      <dgm:prSet presAssocID="{053FCE61-3D37-4A14-A18A-C504F4E3F9C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CCFB50F-34CA-4686-8B5F-3C0B04615382}" srcId="{053FCE61-3D37-4A14-A18A-C504F4E3F9C3}" destId="{DF9D6029-DCBC-443B-9D90-538A5982D00A}" srcOrd="0" destOrd="0" parTransId="{67E295AF-0D91-46D4-9A82-A3964F6ABCE9}" sibTransId="{34513221-2B7D-450F-A5FA-9801B7272649}"/>
    <dgm:cxn modelId="{8BDBBF1D-B4F3-4BFB-9633-2145CBF66508}" type="presOf" srcId="{DF9D6029-DCBC-443B-9D90-538A5982D00A}" destId="{C1092F0A-2DB2-4093-ACC3-459C15743FF4}" srcOrd="0" destOrd="0" presId="urn:microsoft.com/office/officeart/2005/8/layout/hList1"/>
    <dgm:cxn modelId="{BDC45832-FA16-46F2-BBD6-FD1F6707910A}" type="presOf" srcId="{053FCE61-3D37-4A14-A18A-C504F4E3F9C3}" destId="{CDB6ACDF-3880-44D0-9EE3-44E0A2327131}" srcOrd="0" destOrd="0" presId="urn:microsoft.com/office/officeart/2005/8/layout/hList1"/>
    <dgm:cxn modelId="{B8E2715B-435E-4930-A6FE-90779B2B29C7}" type="presOf" srcId="{88300EC1-1031-451F-BBE9-AA1D82BAB84C}" destId="{94F5C663-61CE-45BF-BF21-41E96F48D783}" srcOrd="0" destOrd="0" presId="urn:microsoft.com/office/officeart/2005/8/layout/hList1"/>
    <dgm:cxn modelId="{E9B87E57-5EBF-48C3-BFBA-C375F66C5239}" srcId="{053FCE61-3D37-4A14-A18A-C504F4E3F9C3}" destId="{66B98873-0341-448B-84A2-73357320B049}" srcOrd="1" destOrd="0" parTransId="{74628933-6457-4171-A99E-54CBB1CBB191}" sibTransId="{C87DEF41-1461-4EEC-B824-5A0D1215B22B}"/>
    <dgm:cxn modelId="{91E47084-8B02-4877-B7C0-87113F09E220}" type="presOf" srcId="{66B98873-0341-448B-84A2-73357320B049}" destId="{C1092F0A-2DB2-4093-ACC3-459C15743FF4}" srcOrd="0" destOrd="1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446FC1AE-7B77-41E2-9AA1-F551B869CA78}" srcId="{394A2318-F2C6-4EC2-9D98-68FF93724840}" destId="{88300EC1-1031-451F-BBE9-AA1D82BAB84C}" srcOrd="0" destOrd="0" parTransId="{FDA9C2AF-5CE5-45D5-A1E7-7E826EE7E809}" sibTransId="{1FE5F6D7-1834-4FCA-B7BF-82A10C6E7E55}"/>
    <dgm:cxn modelId="{A50032B5-8CE0-436F-BECE-D8263DEAABE6}" srcId="{C78304F4-D179-4721-A6B5-32064CF4DFDC}" destId="{053FCE61-3D37-4A14-A18A-C504F4E3F9C3}" srcOrd="1" destOrd="0" parTransId="{78658FC7-3C64-4719-9157-C94F19EC0B86}" sibTransId="{D1BB21C7-FC4D-4E74-9C3F-DB73401C381B}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F8375B73-B7C5-446D-AF70-5F11347E581F}" type="presParOf" srcId="{6990C48B-54EC-471F-B665-1DBB19BEC324}" destId="{E0C4C35D-6F3D-4584-BF1F-07799CA2C80B}" srcOrd="1" destOrd="0" presId="urn:microsoft.com/office/officeart/2005/8/layout/hList1"/>
    <dgm:cxn modelId="{A49F45F4-B5C7-4788-B9C0-C5D75059B076}" type="presParOf" srcId="{6990C48B-54EC-471F-B665-1DBB19BEC324}" destId="{AAB1AE56-86B4-4476-A127-E159FB3B62D3}" srcOrd="2" destOrd="0" presId="urn:microsoft.com/office/officeart/2005/8/layout/hList1"/>
    <dgm:cxn modelId="{EE34FC20-4732-4851-AFF2-0B26E4FE552A}" type="presParOf" srcId="{AAB1AE56-86B4-4476-A127-E159FB3B62D3}" destId="{CDB6ACDF-3880-44D0-9EE3-44E0A2327131}" srcOrd="0" destOrd="0" presId="urn:microsoft.com/office/officeart/2005/8/layout/hList1"/>
    <dgm:cxn modelId="{2B9BB54A-6EF3-427F-A695-828591CA20B6}" type="presParOf" srcId="{AAB1AE56-86B4-4476-A127-E159FB3B62D3}" destId="{C1092F0A-2DB2-4093-ACC3-459C15743FF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tr-TR" b="0" i="0" dirty="0" err="1"/>
            <a:t>Steps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76E2C635-FC02-4F78-AE11-27DE955DE602}">
      <dgm:prSet phldrT="[Text]"/>
      <dgm:spPr/>
      <dgm:t>
        <a:bodyPr/>
        <a:lstStyle/>
        <a:p>
          <a:r>
            <a:rPr lang="en-US" b="0" i="0" dirty="0"/>
            <a:t>add some data</a:t>
          </a:r>
          <a:endParaRPr lang="en-US" dirty="0"/>
        </a:p>
      </dgm:t>
    </dgm:pt>
    <dgm:pt modelId="{88743CEF-EABF-4FD0-B731-5626066A605B}" type="parTrans" cxnId="{840C3A71-E8D4-45B7-BF83-184DC7740864}">
      <dgm:prSet/>
      <dgm:spPr/>
      <dgm:t>
        <a:bodyPr/>
        <a:lstStyle/>
        <a:p>
          <a:endParaRPr lang="en-US"/>
        </a:p>
      </dgm:t>
    </dgm:pt>
    <dgm:pt modelId="{0FBE7AB4-7E70-4D5E-8DFC-CA6CCB5A38D3}" type="sibTrans" cxnId="{840C3A71-E8D4-45B7-BF83-184DC7740864}">
      <dgm:prSet/>
      <dgm:spPr/>
      <dgm:t>
        <a:bodyPr/>
        <a:lstStyle/>
        <a:p>
          <a:endParaRPr lang="en-US"/>
        </a:p>
      </dgm:t>
    </dgm:pt>
    <dgm:pt modelId="{E866BD9E-49A4-41FE-9145-AC1BDA50FB4D}">
      <dgm:prSet phldrT="[Text]"/>
      <dgm:spPr/>
      <dgm:t>
        <a:bodyPr/>
        <a:lstStyle/>
        <a:p>
          <a:r>
            <a:rPr lang="en-US" b="0" i="0" dirty="0"/>
            <a:t>create a sheet</a:t>
          </a:r>
          <a:r>
            <a:rPr lang="tr-TR" b="0" i="0" dirty="0"/>
            <a:t> </a:t>
          </a:r>
          <a:r>
            <a:rPr lang="en-US" b="0" i="0" dirty="0"/>
            <a:t>from scratch</a:t>
          </a:r>
          <a:endParaRPr lang="en-US" dirty="0"/>
        </a:p>
      </dgm:t>
    </dgm:pt>
    <dgm:pt modelId="{ED1A6C06-21A3-4DE5-A0C8-784142484CCB}" type="parTrans" cxnId="{6318C262-7169-4C39-815C-DDADFF1E5D87}">
      <dgm:prSet/>
      <dgm:spPr/>
      <dgm:t>
        <a:bodyPr/>
        <a:lstStyle/>
        <a:p>
          <a:endParaRPr lang="en-US"/>
        </a:p>
      </dgm:t>
    </dgm:pt>
    <dgm:pt modelId="{07811F1A-984D-4D7F-B73F-3507116A9B83}" type="sibTrans" cxnId="{6318C262-7169-4C39-815C-DDADFF1E5D87}">
      <dgm:prSet/>
      <dgm:spPr/>
      <dgm:t>
        <a:bodyPr/>
        <a:lstStyle/>
        <a:p>
          <a:endParaRPr lang="en-US"/>
        </a:p>
      </dgm:t>
    </dgm:pt>
    <dgm:pt modelId="{BD726AF5-BFA0-418C-8709-E8E05703A686}">
      <dgm:prSet phldrT="[Text]"/>
      <dgm:spPr/>
      <dgm:t>
        <a:bodyPr/>
        <a:lstStyle/>
        <a:p>
          <a:r>
            <a:rPr lang="en-US" b="0" i="0" dirty="0"/>
            <a:t>then plot it</a:t>
          </a:r>
          <a:endParaRPr lang="en-US" dirty="0"/>
        </a:p>
      </dgm:t>
    </dgm:pt>
    <dgm:pt modelId="{3FD9023B-BA7C-4539-908B-4E684AE9F23A}" type="parTrans" cxnId="{20DBBF03-5A86-4422-B6DB-057B2F98B2F0}">
      <dgm:prSet/>
      <dgm:spPr/>
      <dgm:t>
        <a:bodyPr/>
        <a:lstStyle/>
        <a:p>
          <a:endParaRPr lang="en-US"/>
        </a:p>
      </dgm:t>
    </dgm:pt>
    <dgm:pt modelId="{6867FBBE-34A8-4AB0-99F5-2654DEBD6137}" type="sibTrans" cxnId="{20DBBF03-5A86-4422-B6DB-057B2F98B2F0}">
      <dgm:prSet/>
      <dgm:spPr/>
      <dgm:t>
        <a:bodyPr/>
        <a:lstStyle/>
        <a:p>
          <a:endParaRPr lang="en-US"/>
        </a:p>
      </dgm:t>
    </dgm:pt>
    <dgm:pt modelId="{38B0627C-59C8-4C5E-9EEE-555AA8861079}">
      <dgm:prSet phldrT="[Text]"/>
      <dgm:spPr/>
      <dgm:t>
        <a:bodyPr/>
        <a:lstStyle/>
        <a:p>
          <a:r>
            <a:rPr lang="tr-TR" dirty="0" err="1"/>
            <a:t>Explore</a:t>
          </a:r>
          <a:endParaRPr lang="en-US" dirty="0"/>
        </a:p>
      </dgm:t>
    </dgm:pt>
    <dgm:pt modelId="{36309796-AEBC-472B-88D0-B25D8C604FEC}" type="parTrans" cxnId="{17F2884D-5798-434B-8457-FCDA0FD6DF37}">
      <dgm:prSet/>
      <dgm:spPr/>
      <dgm:t>
        <a:bodyPr/>
        <a:lstStyle/>
        <a:p>
          <a:endParaRPr lang="en-US"/>
        </a:p>
      </dgm:t>
    </dgm:pt>
    <dgm:pt modelId="{763A15EE-4A85-4256-8DFF-373F005630C8}" type="sibTrans" cxnId="{17F2884D-5798-434B-8457-FCDA0FD6DF37}">
      <dgm:prSet/>
      <dgm:spPr/>
      <dgm:t>
        <a:bodyPr/>
        <a:lstStyle/>
        <a:p>
          <a:endParaRPr lang="en-US"/>
        </a:p>
      </dgm:t>
    </dgm:pt>
    <dgm:pt modelId="{DF4F62C8-53A3-43F3-BA5B-3BF9FF7335EB}">
      <dgm:prSet phldrT="[Text]"/>
      <dgm:spPr/>
      <dgm:t>
        <a:bodyPr/>
        <a:lstStyle/>
        <a:p>
          <a:r>
            <a:rPr lang="en-US" b="0" i="0" dirty="0"/>
            <a:t>limited cell style</a:t>
          </a:r>
          <a:endParaRPr lang="en-US" dirty="0"/>
        </a:p>
      </dgm:t>
    </dgm:pt>
    <dgm:pt modelId="{F9B5E102-5BF4-43DA-8F99-8EC54D80C839}" type="parTrans" cxnId="{ADD1EA04-E9BD-4386-AA4F-15AFA590AF39}">
      <dgm:prSet/>
      <dgm:spPr/>
      <dgm:t>
        <a:bodyPr/>
        <a:lstStyle/>
        <a:p>
          <a:endParaRPr lang="en-US"/>
        </a:p>
      </dgm:t>
    </dgm:pt>
    <dgm:pt modelId="{7F2A174B-163A-4EB1-A547-2735C4BD8582}" type="sibTrans" cxnId="{ADD1EA04-E9BD-4386-AA4F-15AFA590AF39}">
      <dgm:prSet/>
      <dgm:spPr/>
      <dgm:t>
        <a:bodyPr/>
        <a:lstStyle/>
        <a:p>
          <a:endParaRPr lang="en-US"/>
        </a:p>
      </dgm:t>
    </dgm:pt>
    <dgm:pt modelId="{7B681670-41FF-4629-8A9A-13F78A3A7565}">
      <dgm:prSet phldrT="[Text]"/>
      <dgm:spPr/>
      <dgm:t>
        <a:bodyPr/>
        <a:lstStyle/>
        <a:p>
          <a:r>
            <a:rPr lang="en-US" b="0" i="0"/>
            <a:t>formatting</a:t>
          </a:r>
          <a:endParaRPr lang="en-US" dirty="0"/>
        </a:p>
      </dgm:t>
    </dgm:pt>
    <dgm:pt modelId="{960D3185-BDF3-4E19-82EA-555CE4D37679}" type="parTrans" cxnId="{DAB58A6A-50F7-47F2-B501-8A00B8666B25}">
      <dgm:prSet/>
      <dgm:spPr/>
      <dgm:t>
        <a:bodyPr/>
        <a:lstStyle/>
        <a:p>
          <a:endParaRPr lang="en-US"/>
        </a:p>
      </dgm:t>
    </dgm:pt>
    <dgm:pt modelId="{FC6EA82A-6966-47D6-AFD6-1B9642E5EFB2}" type="sibTrans" cxnId="{DAB58A6A-50F7-47F2-B501-8A00B8666B25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2">
        <dgm:presLayoutVars>
          <dgm:bulletEnabled val="1"/>
        </dgm:presLayoutVars>
      </dgm:prSet>
      <dgm:spPr/>
    </dgm:pt>
    <dgm:pt modelId="{D5711DDF-FCCE-4007-A6F6-75CA416A39D6}" type="pres">
      <dgm:prSet presAssocID="{FAE5E193-D10B-476C-95D0-02D8D3495238}" presName="space" presStyleCnt="0"/>
      <dgm:spPr/>
    </dgm:pt>
    <dgm:pt modelId="{A8708BE5-94EB-4170-BE6B-7453B5B28981}" type="pres">
      <dgm:prSet presAssocID="{38B0627C-59C8-4C5E-9EEE-555AA8861079}" presName="composite" presStyleCnt="0"/>
      <dgm:spPr/>
    </dgm:pt>
    <dgm:pt modelId="{720CEBC1-FFF7-4EE5-8453-B36A5DC6CEB7}" type="pres">
      <dgm:prSet presAssocID="{38B0627C-59C8-4C5E-9EEE-555AA886107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70CD3D1-4A44-4751-B320-ED691BE8369A}" type="pres">
      <dgm:prSet presAssocID="{38B0627C-59C8-4C5E-9EEE-555AA886107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0DBBF03-5A86-4422-B6DB-057B2F98B2F0}" srcId="{394A2318-F2C6-4EC2-9D98-68FF93724840}" destId="{BD726AF5-BFA0-418C-8709-E8E05703A686}" srcOrd="2" destOrd="0" parTransId="{3FD9023B-BA7C-4539-908B-4E684AE9F23A}" sibTransId="{6867FBBE-34A8-4AB0-99F5-2654DEBD6137}"/>
    <dgm:cxn modelId="{ADD1EA04-E9BD-4386-AA4F-15AFA590AF39}" srcId="{38B0627C-59C8-4C5E-9EEE-555AA8861079}" destId="{DF4F62C8-53A3-43F3-BA5B-3BF9FF7335EB}" srcOrd="0" destOrd="0" parTransId="{F9B5E102-5BF4-43DA-8F99-8EC54D80C839}" sibTransId="{7F2A174B-163A-4EB1-A547-2735C4BD8582}"/>
    <dgm:cxn modelId="{24873528-7ED4-474C-B7ED-2AB17405D0D5}" type="presOf" srcId="{DF4F62C8-53A3-43F3-BA5B-3BF9FF7335EB}" destId="{070CD3D1-4A44-4751-B320-ED691BE8369A}" srcOrd="0" destOrd="0" presId="urn:microsoft.com/office/officeart/2005/8/layout/hList1"/>
    <dgm:cxn modelId="{6318C262-7169-4C39-815C-DDADFF1E5D87}" srcId="{394A2318-F2C6-4EC2-9D98-68FF93724840}" destId="{E866BD9E-49A4-41FE-9145-AC1BDA50FB4D}" srcOrd="0" destOrd="0" parTransId="{ED1A6C06-21A3-4DE5-A0C8-784142484CCB}" sibTransId="{07811F1A-984D-4D7F-B73F-3507116A9B83}"/>
    <dgm:cxn modelId="{DAB58A6A-50F7-47F2-B501-8A00B8666B25}" srcId="{38B0627C-59C8-4C5E-9EEE-555AA8861079}" destId="{7B681670-41FF-4629-8A9A-13F78A3A7565}" srcOrd="1" destOrd="0" parTransId="{960D3185-BDF3-4E19-82EA-555CE4D37679}" sibTransId="{FC6EA82A-6966-47D6-AFD6-1B9642E5EFB2}"/>
    <dgm:cxn modelId="{17F2884D-5798-434B-8457-FCDA0FD6DF37}" srcId="{C78304F4-D179-4721-A6B5-32064CF4DFDC}" destId="{38B0627C-59C8-4C5E-9EEE-555AA8861079}" srcOrd="1" destOrd="0" parTransId="{36309796-AEBC-472B-88D0-B25D8C604FEC}" sibTransId="{763A15EE-4A85-4256-8DFF-373F005630C8}"/>
    <dgm:cxn modelId="{840C3A71-E8D4-45B7-BF83-184DC7740864}" srcId="{394A2318-F2C6-4EC2-9D98-68FF93724840}" destId="{76E2C635-FC02-4F78-AE11-27DE955DE602}" srcOrd="1" destOrd="0" parTransId="{88743CEF-EABF-4FD0-B731-5626066A605B}" sibTransId="{0FBE7AB4-7E70-4D5E-8DFC-CA6CCB5A38D3}"/>
    <dgm:cxn modelId="{0AE38358-06EF-4785-B909-B1DBFCD934DA}" type="presOf" srcId="{38B0627C-59C8-4C5E-9EEE-555AA8861079}" destId="{720CEBC1-FFF7-4EE5-8453-B36A5DC6CEB7}" srcOrd="0" destOrd="0" presId="urn:microsoft.com/office/officeart/2005/8/layout/hList1"/>
    <dgm:cxn modelId="{8C42D37E-B05C-41B8-A5DF-677FA044535B}" type="presOf" srcId="{BD726AF5-BFA0-418C-8709-E8E05703A686}" destId="{94F5C663-61CE-45BF-BF21-41E96F48D783}" srcOrd="0" destOrd="2" presId="urn:microsoft.com/office/officeart/2005/8/layout/hList1"/>
    <dgm:cxn modelId="{901C3482-A502-4D28-B1E2-0457D7AD30BD}" type="presOf" srcId="{E866BD9E-49A4-41FE-9145-AC1BDA50FB4D}" destId="{94F5C663-61CE-45BF-BF21-41E96F48D783}" srcOrd="0" destOrd="0" presId="urn:microsoft.com/office/officeart/2005/8/layout/hList1"/>
    <dgm:cxn modelId="{1B748898-2E11-47DA-A007-8968D49CED01}" type="presOf" srcId="{76E2C635-FC02-4F78-AE11-27DE955DE602}" destId="{94F5C663-61CE-45BF-BF21-41E96F48D783}" srcOrd="0" destOrd="1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7267F1E8-BF14-4920-8258-BB6ADFFB71DF}" type="presOf" srcId="{7B681670-41FF-4629-8A9A-13F78A3A7565}" destId="{070CD3D1-4A44-4751-B320-ED691BE8369A}" srcOrd="0" destOrd="1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CB8A1AF5-604A-4EC7-A27A-163FB18176A1}" type="presParOf" srcId="{6990C48B-54EC-471F-B665-1DBB19BEC324}" destId="{D5711DDF-FCCE-4007-A6F6-75CA416A39D6}" srcOrd="1" destOrd="0" presId="urn:microsoft.com/office/officeart/2005/8/layout/hList1"/>
    <dgm:cxn modelId="{D2ED451E-C994-45C2-BAD3-4303D5FE0F0C}" type="presParOf" srcId="{6990C48B-54EC-471F-B665-1DBB19BEC324}" destId="{A8708BE5-94EB-4170-BE6B-7453B5B28981}" srcOrd="2" destOrd="0" presId="urn:microsoft.com/office/officeart/2005/8/layout/hList1"/>
    <dgm:cxn modelId="{37D8DCA4-1602-43F7-BB85-AFE8CC5B06F7}" type="presParOf" srcId="{A8708BE5-94EB-4170-BE6B-7453B5B28981}" destId="{720CEBC1-FFF7-4EE5-8453-B36A5DC6CEB7}" srcOrd="0" destOrd="0" presId="urn:microsoft.com/office/officeart/2005/8/layout/hList1"/>
    <dgm:cxn modelId="{4D5419B0-FC4E-4818-B1E1-0525B1A8EA94}" type="presParOf" srcId="{A8708BE5-94EB-4170-BE6B-7453B5B28981}" destId="{070CD3D1-4A44-4751-B320-ED691BE8369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en-US" dirty="0" err="1"/>
            <a:t>Workbook.save</a:t>
          </a:r>
          <a:r>
            <a:rPr lang="en-US" dirty="0"/>
            <a:t>()</a:t>
          </a:r>
          <a:r>
            <a:rPr lang="en-US" b="0" i="0" dirty="0"/>
            <a:t> 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82C2825C-C31D-4214-B203-DD29E27BE2DB}">
      <dgm:prSet phldrT="[Text]"/>
      <dgm:spPr/>
      <dgm:t>
        <a:bodyPr/>
        <a:lstStyle/>
        <a:p>
          <a:r>
            <a:rPr lang="en-US" b="0" i="0" dirty="0"/>
            <a:t>The simplest and safest way to save a workbook object</a:t>
          </a:r>
          <a:endParaRPr lang="en-US" dirty="0"/>
        </a:p>
      </dgm:t>
    </dgm:pt>
    <dgm:pt modelId="{A9E49F6D-521E-4177-B612-0F902C6BA5B7}" type="parTrans" cxnId="{F96980CA-F61A-493D-AE09-C0967CCB6C45}">
      <dgm:prSet/>
      <dgm:spPr/>
      <dgm:t>
        <a:bodyPr/>
        <a:lstStyle/>
        <a:p>
          <a:endParaRPr lang="en-US"/>
        </a:p>
      </dgm:t>
    </dgm:pt>
    <dgm:pt modelId="{9F05BEE1-EBCC-4D44-9A42-09C1CF5BB3D5}" type="sibTrans" cxnId="{F96980CA-F61A-493D-AE09-C0967CCB6C45}">
      <dgm:prSet/>
      <dgm:spPr/>
      <dgm:t>
        <a:bodyPr/>
        <a:lstStyle/>
        <a:p>
          <a:endParaRPr lang="en-US"/>
        </a:p>
      </dgm:t>
    </dgm:pt>
    <dgm:pt modelId="{38A91AE6-DE6E-4E89-8248-1D19462CE6EF}">
      <dgm:prSet phldrT="[Text]"/>
      <dgm:spPr/>
      <dgm:t>
        <a:bodyPr/>
        <a:lstStyle/>
        <a:p>
          <a:r>
            <a:rPr lang="tr-TR" dirty="0" err="1"/>
            <a:t>Notice</a:t>
          </a:r>
          <a:endParaRPr lang="en-US" dirty="0"/>
        </a:p>
      </dgm:t>
    </dgm:pt>
    <dgm:pt modelId="{294D995D-BED4-4287-B320-923DB02AE0A8}" type="parTrans" cxnId="{A4FD7DD3-1411-4B1F-9D9A-48946075BF13}">
      <dgm:prSet/>
      <dgm:spPr/>
      <dgm:t>
        <a:bodyPr/>
        <a:lstStyle/>
        <a:p>
          <a:endParaRPr lang="en-US"/>
        </a:p>
      </dgm:t>
    </dgm:pt>
    <dgm:pt modelId="{D21D70D9-D083-43D5-92D7-857E0D92AB29}" type="sibTrans" cxnId="{A4FD7DD3-1411-4B1F-9D9A-48946075BF13}">
      <dgm:prSet/>
      <dgm:spPr/>
      <dgm:t>
        <a:bodyPr/>
        <a:lstStyle/>
        <a:p>
          <a:endParaRPr lang="en-US"/>
        </a:p>
      </dgm:t>
    </dgm:pt>
    <dgm:pt modelId="{51FB3B73-5963-411D-8F28-478656F98A98}">
      <dgm:prSet phldrT="[Text]"/>
      <dgm:spPr/>
      <dgm:t>
        <a:bodyPr/>
        <a:lstStyle/>
        <a:p>
          <a:r>
            <a:rPr lang="en-US" b="0" i="0"/>
            <a:t>This operation will overwrite existing files without warning</a:t>
          </a:r>
          <a:endParaRPr lang="en-US" dirty="0"/>
        </a:p>
      </dgm:t>
    </dgm:pt>
    <dgm:pt modelId="{60F10861-DC1E-439A-BFD8-258D6D2359E6}" type="parTrans" cxnId="{2C6D589D-D5C3-4309-AA66-FD42A2FEDA54}">
      <dgm:prSet/>
      <dgm:spPr/>
      <dgm:t>
        <a:bodyPr/>
        <a:lstStyle/>
        <a:p>
          <a:endParaRPr lang="en-US"/>
        </a:p>
      </dgm:t>
    </dgm:pt>
    <dgm:pt modelId="{99AA8410-001B-4DB7-8309-441A1934A73A}" type="sibTrans" cxnId="{2C6D589D-D5C3-4309-AA66-FD42A2FEDA54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2">
        <dgm:presLayoutVars>
          <dgm:bulletEnabled val="1"/>
        </dgm:presLayoutVars>
      </dgm:prSet>
      <dgm:spPr/>
    </dgm:pt>
    <dgm:pt modelId="{9E91FCFA-AF8E-49CA-B8C0-72025846913C}" type="pres">
      <dgm:prSet presAssocID="{FAE5E193-D10B-476C-95D0-02D8D3495238}" presName="space" presStyleCnt="0"/>
      <dgm:spPr/>
    </dgm:pt>
    <dgm:pt modelId="{B1DDD0A6-F4B5-405D-9BF9-A6E4F0792CE6}" type="pres">
      <dgm:prSet presAssocID="{38A91AE6-DE6E-4E89-8248-1D19462CE6EF}" presName="composite" presStyleCnt="0"/>
      <dgm:spPr/>
    </dgm:pt>
    <dgm:pt modelId="{A4EEA47F-BE58-472A-B43C-4AF951D00FBE}" type="pres">
      <dgm:prSet presAssocID="{38A91AE6-DE6E-4E89-8248-1D19462CE6E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9046E41-81F8-4062-8ECB-0CB0B2A7560E}" type="pres">
      <dgm:prSet presAssocID="{38A91AE6-DE6E-4E89-8248-1D19462CE6E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C54BD39-1115-41E3-A776-904D521D2064}" type="presOf" srcId="{38A91AE6-DE6E-4E89-8248-1D19462CE6EF}" destId="{A4EEA47F-BE58-472A-B43C-4AF951D00FBE}" srcOrd="0" destOrd="0" presId="urn:microsoft.com/office/officeart/2005/8/layout/hList1"/>
    <dgm:cxn modelId="{6608FF68-683B-4B24-8536-089A7E139BA7}" type="presOf" srcId="{82C2825C-C31D-4214-B203-DD29E27BE2DB}" destId="{94F5C663-61CE-45BF-BF21-41E96F48D783}" srcOrd="0" destOrd="0" presId="urn:microsoft.com/office/officeart/2005/8/layout/hList1"/>
    <dgm:cxn modelId="{58B6225A-DB9B-417B-BC0C-8800555819EC}" type="presOf" srcId="{51FB3B73-5963-411D-8F28-478656F98A98}" destId="{89046E41-81F8-4062-8ECB-0CB0B2A7560E}" srcOrd="0" destOrd="0" presId="urn:microsoft.com/office/officeart/2005/8/layout/hList1"/>
    <dgm:cxn modelId="{2C6D589D-D5C3-4309-AA66-FD42A2FEDA54}" srcId="{38A91AE6-DE6E-4E89-8248-1D19462CE6EF}" destId="{51FB3B73-5963-411D-8F28-478656F98A98}" srcOrd="0" destOrd="0" parTransId="{60F10861-DC1E-439A-BFD8-258D6D2359E6}" sibTransId="{99AA8410-001B-4DB7-8309-441A1934A73A}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F96980CA-F61A-493D-AE09-C0967CCB6C45}" srcId="{394A2318-F2C6-4EC2-9D98-68FF93724840}" destId="{82C2825C-C31D-4214-B203-DD29E27BE2DB}" srcOrd="0" destOrd="0" parTransId="{A9E49F6D-521E-4177-B612-0F902C6BA5B7}" sibTransId="{9F05BEE1-EBCC-4D44-9A42-09C1CF5BB3D5}"/>
    <dgm:cxn modelId="{A4FD7DD3-1411-4B1F-9D9A-48946075BF13}" srcId="{C78304F4-D179-4721-A6B5-32064CF4DFDC}" destId="{38A91AE6-DE6E-4E89-8248-1D19462CE6EF}" srcOrd="1" destOrd="0" parTransId="{294D995D-BED4-4287-B320-923DB02AE0A8}" sibTransId="{D21D70D9-D083-43D5-92D7-857E0D92AB29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E97F50AD-1D3B-448E-919C-08AF765FC712}" type="presParOf" srcId="{6990C48B-54EC-471F-B665-1DBB19BEC324}" destId="{9E91FCFA-AF8E-49CA-B8C0-72025846913C}" srcOrd="1" destOrd="0" presId="urn:microsoft.com/office/officeart/2005/8/layout/hList1"/>
    <dgm:cxn modelId="{8C407668-6F20-421F-8841-5DC8B5B6E637}" type="presParOf" srcId="{6990C48B-54EC-471F-B665-1DBB19BEC324}" destId="{B1DDD0A6-F4B5-405D-9BF9-A6E4F0792CE6}" srcOrd="2" destOrd="0" presId="urn:microsoft.com/office/officeart/2005/8/layout/hList1"/>
    <dgm:cxn modelId="{D63E0F0D-5317-4D29-9B5C-C1EC20979102}" type="presParOf" srcId="{B1DDD0A6-F4B5-405D-9BF9-A6E4F0792CE6}" destId="{A4EEA47F-BE58-472A-B43C-4AF951D00FBE}" srcOrd="0" destOrd="0" presId="urn:microsoft.com/office/officeart/2005/8/layout/hList1"/>
    <dgm:cxn modelId="{1020C2BE-81AA-4D27-AAB6-3EBDB663FE99}" type="presParOf" srcId="{B1DDD0A6-F4B5-405D-9BF9-A6E4F0792CE6}" destId="{89046E41-81F8-4062-8ECB-0CB0B2A7560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en-US" b="0" i="1" dirty="0" err="1"/>
            <a:t>wb.template</a:t>
          </a:r>
          <a:r>
            <a:rPr lang="en-US" b="0" i="0" dirty="0"/>
            <a:t> 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38A91AE6-DE6E-4E89-8248-1D19462CE6EF}">
      <dgm:prSet phldrT="[Text]"/>
      <dgm:spPr/>
      <dgm:t>
        <a:bodyPr/>
        <a:lstStyle/>
        <a:p>
          <a:r>
            <a:rPr lang="en-US" b="0" i="1" dirty="0" err="1"/>
            <a:t>wb.template</a:t>
          </a:r>
          <a:r>
            <a:rPr lang="en-US" b="0" i="1" dirty="0"/>
            <a:t>=True</a:t>
          </a:r>
          <a:endParaRPr lang="en-US" dirty="0"/>
        </a:p>
      </dgm:t>
    </dgm:pt>
    <dgm:pt modelId="{294D995D-BED4-4287-B320-923DB02AE0A8}" type="parTrans" cxnId="{A4FD7DD3-1411-4B1F-9D9A-48946075BF13}">
      <dgm:prSet/>
      <dgm:spPr/>
      <dgm:t>
        <a:bodyPr/>
        <a:lstStyle/>
        <a:p>
          <a:endParaRPr lang="en-US"/>
        </a:p>
      </dgm:t>
    </dgm:pt>
    <dgm:pt modelId="{D21D70D9-D083-43D5-92D7-857E0D92AB29}" type="sibTrans" cxnId="{A4FD7DD3-1411-4B1F-9D9A-48946075BF13}">
      <dgm:prSet/>
      <dgm:spPr/>
      <dgm:t>
        <a:bodyPr/>
        <a:lstStyle/>
        <a:p>
          <a:endParaRPr lang="en-US"/>
        </a:p>
      </dgm:t>
    </dgm:pt>
    <dgm:pt modelId="{82C2825C-C31D-4214-B203-DD29E27BE2DB}">
      <dgm:prSet phldrT="[Text]"/>
      <dgm:spPr/>
      <dgm:t>
        <a:bodyPr/>
        <a:lstStyle/>
        <a:p>
          <a:r>
            <a:rPr lang="tr-TR" b="0" i="0" dirty="0" err="1"/>
            <a:t>Attribute</a:t>
          </a:r>
          <a:r>
            <a:rPr lang="tr-TR" b="0" i="0" dirty="0"/>
            <a:t> </a:t>
          </a:r>
          <a:r>
            <a:rPr lang="tr-TR" b="0" i="0" dirty="0" err="1"/>
            <a:t>to</a:t>
          </a:r>
          <a:r>
            <a:rPr lang="tr-TR" b="0" i="0" dirty="0"/>
            <a:t> </a:t>
          </a:r>
          <a:r>
            <a:rPr lang="tr-TR" b="0" i="0" dirty="0" err="1"/>
            <a:t>tell</a:t>
          </a:r>
          <a:r>
            <a:rPr lang="tr-TR" b="0" i="0" dirty="0"/>
            <a:t> </a:t>
          </a:r>
          <a:r>
            <a:rPr lang="tr-TR" b="0" i="0" dirty="0" err="1"/>
            <a:t>the</a:t>
          </a:r>
          <a:r>
            <a:rPr lang="tr-TR" b="0" i="0" dirty="0"/>
            <a:t> file is a </a:t>
          </a:r>
          <a:r>
            <a:rPr lang="tr-TR" b="0" i="0" dirty="0" err="1"/>
            <a:t>templae</a:t>
          </a:r>
          <a:endParaRPr lang="en-US" dirty="0"/>
        </a:p>
      </dgm:t>
    </dgm:pt>
    <dgm:pt modelId="{9F05BEE1-EBCC-4D44-9A42-09C1CF5BB3D5}" type="sibTrans" cxnId="{F96980CA-F61A-493D-AE09-C0967CCB6C45}">
      <dgm:prSet/>
      <dgm:spPr/>
      <dgm:t>
        <a:bodyPr/>
        <a:lstStyle/>
        <a:p>
          <a:endParaRPr lang="en-US"/>
        </a:p>
      </dgm:t>
    </dgm:pt>
    <dgm:pt modelId="{A9E49F6D-521E-4177-B612-0F902C6BA5B7}" type="parTrans" cxnId="{F96980CA-F61A-493D-AE09-C0967CCB6C45}">
      <dgm:prSet/>
      <dgm:spPr/>
      <dgm:t>
        <a:bodyPr/>
        <a:lstStyle/>
        <a:p>
          <a:endParaRPr lang="en-US"/>
        </a:p>
      </dgm:t>
    </dgm:pt>
    <dgm:pt modelId="{51BF9729-D9C2-4A09-8829-79C692AA9B6A}">
      <dgm:prSet phldrT="[Text]"/>
      <dgm:spPr/>
      <dgm:t>
        <a:bodyPr/>
        <a:lstStyle/>
        <a:p>
          <a:r>
            <a:rPr lang="en-US" b="0" i="0"/>
            <a:t>to </a:t>
          </a:r>
          <a:r>
            <a:rPr lang="en-US" b="0" i="0" dirty="0"/>
            <a:t>save a workbook as a template</a:t>
          </a:r>
          <a:endParaRPr lang="en-US" dirty="0"/>
        </a:p>
      </dgm:t>
    </dgm:pt>
    <dgm:pt modelId="{6FE953E7-7D3F-4432-A04C-0F0FA51CBD69}" type="parTrans" cxnId="{AA559331-257D-455F-A402-3C5926035F88}">
      <dgm:prSet/>
      <dgm:spPr/>
      <dgm:t>
        <a:bodyPr/>
        <a:lstStyle/>
        <a:p>
          <a:endParaRPr lang="en-US"/>
        </a:p>
      </dgm:t>
    </dgm:pt>
    <dgm:pt modelId="{D3D2C8BD-D752-4515-8FB5-F8B397756AC8}" type="sibTrans" cxnId="{AA559331-257D-455F-A402-3C5926035F88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2">
        <dgm:presLayoutVars>
          <dgm:bulletEnabled val="1"/>
        </dgm:presLayoutVars>
      </dgm:prSet>
      <dgm:spPr/>
    </dgm:pt>
    <dgm:pt modelId="{9E91FCFA-AF8E-49CA-B8C0-72025846913C}" type="pres">
      <dgm:prSet presAssocID="{FAE5E193-D10B-476C-95D0-02D8D3495238}" presName="space" presStyleCnt="0"/>
      <dgm:spPr/>
    </dgm:pt>
    <dgm:pt modelId="{B1DDD0A6-F4B5-405D-9BF9-A6E4F0792CE6}" type="pres">
      <dgm:prSet presAssocID="{38A91AE6-DE6E-4E89-8248-1D19462CE6EF}" presName="composite" presStyleCnt="0"/>
      <dgm:spPr/>
    </dgm:pt>
    <dgm:pt modelId="{A4EEA47F-BE58-472A-B43C-4AF951D00FBE}" type="pres">
      <dgm:prSet presAssocID="{38A91AE6-DE6E-4E89-8248-1D19462CE6E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9046E41-81F8-4062-8ECB-0CB0B2A7560E}" type="pres">
      <dgm:prSet presAssocID="{38A91AE6-DE6E-4E89-8248-1D19462CE6E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A559331-257D-455F-A402-3C5926035F88}" srcId="{38A91AE6-DE6E-4E89-8248-1D19462CE6EF}" destId="{51BF9729-D9C2-4A09-8829-79C692AA9B6A}" srcOrd="0" destOrd="0" parTransId="{6FE953E7-7D3F-4432-A04C-0F0FA51CBD69}" sibTransId="{D3D2C8BD-D752-4515-8FB5-F8B397756AC8}"/>
    <dgm:cxn modelId="{7FD2BE31-DEAD-4324-919D-91B87B07F245}" type="presOf" srcId="{51BF9729-D9C2-4A09-8829-79C692AA9B6A}" destId="{89046E41-81F8-4062-8ECB-0CB0B2A7560E}" srcOrd="0" destOrd="0" presId="urn:microsoft.com/office/officeart/2005/8/layout/hList1"/>
    <dgm:cxn modelId="{7C54BD39-1115-41E3-A776-904D521D2064}" type="presOf" srcId="{38A91AE6-DE6E-4E89-8248-1D19462CE6EF}" destId="{A4EEA47F-BE58-472A-B43C-4AF951D00FBE}" srcOrd="0" destOrd="0" presId="urn:microsoft.com/office/officeart/2005/8/layout/hList1"/>
    <dgm:cxn modelId="{6608FF68-683B-4B24-8536-089A7E139BA7}" type="presOf" srcId="{82C2825C-C31D-4214-B203-DD29E27BE2DB}" destId="{94F5C663-61CE-45BF-BF21-41E96F48D783}" srcOrd="0" destOrd="0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F96980CA-F61A-493D-AE09-C0967CCB6C45}" srcId="{394A2318-F2C6-4EC2-9D98-68FF93724840}" destId="{82C2825C-C31D-4214-B203-DD29E27BE2DB}" srcOrd="0" destOrd="0" parTransId="{A9E49F6D-521E-4177-B612-0F902C6BA5B7}" sibTransId="{9F05BEE1-EBCC-4D44-9A42-09C1CF5BB3D5}"/>
    <dgm:cxn modelId="{A4FD7DD3-1411-4B1F-9D9A-48946075BF13}" srcId="{C78304F4-D179-4721-A6B5-32064CF4DFDC}" destId="{38A91AE6-DE6E-4E89-8248-1D19462CE6EF}" srcOrd="1" destOrd="0" parTransId="{294D995D-BED4-4287-B320-923DB02AE0A8}" sibTransId="{D21D70D9-D083-43D5-92D7-857E0D92AB29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E97F50AD-1D3B-448E-919C-08AF765FC712}" type="presParOf" srcId="{6990C48B-54EC-471F-B665-1DBB19BEC324}" destId="{9E91FCFA-AF8E-49CA-B8C0-72025846913C}" srcOrd="1" destOrd="0" presId="urn:microsoft.com/office/officeart/2005/8/layout/hList1"/>
    <dgm:cxn modelId="{8C407668-6F20-421F-8841-5DC8B5B6E637}" type="presParOf" srcId="{6990C48B-54EC-471F-B665-1DBB19BEC324}" destId="{B1DDD0A6-F4B5-405D-9BF9-A6E4F0792CE6}" srcOrd="2" destOrd="0" presId="urn:microsoft.com/office/officeart/2005/8/layout/hList1"/>
    <dgm:cxn modelId="{D63E0F0D-5317-4D29-9B5C-C1EC20979102}" type="presParOf" srcId="{B1DDD0A6-F4B5-405D-9BF9-A6E4F0792CE6}" destId="{A4EEA47F-BE58-472A-B43C-4AF951D00FBE}" srcOrd="0" destOrd="0" presId="urn:microsoft.com/office/officeart/2005/8/layout/hList1"/>
    <dgm:cxn modelId="{1020C2BE-81AA-4D27-AAB6-3EBDB663FE99}" type="presParOf" srcId="{B1DDD0A6-F4B5-405D-9BF9-A6E4F0792CE6}" destId="{89046E41-81F8-4062-8ECB-0CB0B2A7560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en-US" b="0" i="0" dirty="0"/>
            <a:t>Stream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B31BD7C3-AD8D-47EA-AF7C-EC42D6759AAF}">
      <dgm:prSet phldrT="[Text]"/>
      <dgm:spPr/>
      <dgm:t>
        <a:bodyPr/>
        <a:lstStyle/>
        <a:p>
          <a:r>
            <a:rPr lang="en-US" b="0" i="0" dirty="0"/>
            <a:t>to save the file to a stream</a:t>
          </a:r>
          <a:endParaRPr lang="en-US" dirty="0"/>
        </a:p>
      </dgm:t>
    </dgm:pt>
    <dgm:pt modelId="{8DC25520-892C-47FB-B19C-9CFCB55018DD}" type="parTrans" cxnId="{375D33E7-0E5D-4BD6-A18C-CB8445E4E1C6}">
      <dgm:prSet/>
      <dgm:spPr/>
      <dgm:t>
        <a:bodyPr/>
        <a:lstStyle/>
        <a:p>
          <a:endParaRPr lang="en-US"/>
        </a:p>
      </dgm:t>
    </dgm:pt>
    <dgm:pt modelId="{953B195D-F16E-4849-9EDC-ADC12951D3B9}" type="sibTrans" cxnId="{375D33E7-0E5D-4BD6-A18C-CB8445E4E1C6}">
      <dgm:prSet/>
      <dgm:spPr/>
      <dgm:t>
        <a:bodyPr/>
        <a:lstStyle/>
        <a:p>
          <a:endParaRPr lang="en-US"/>
        </a:p>
      </dgm:t>
    </dgm:pt>
    <dgm:pt modelId="{62B17DFD-BB93-4BF4-881E-E6B33F3A0AC8}">
      <dgm:prSet phldrT="[Text]"/>
      <dgm:spPr/>
      <dgm:t>
        <a:bodyPr/>
        <a:lstStyle/>
        <a:p>
          <a:r>
            <a:rPr lang="en-US" dirty="0" err="1"/>
            <a:t>NamedTemporaryFile</a:t>
          </a:r>
          <a:r>
            <a:rPr lang="en-US" dirty="0"/>
            <a:t>()</a:t>
          </a:r>
        </a:p>
      </dgm:t>
    </dgm:pt>
    <dgm:pt modelId="{747D6FD3-5D1D-4541-A812-25E4C3D533E3}" type="parTrans" cxnId="{A391A503-2143-4590-A822-C9EF1042A8E5}">
      <dgm:prSet/>
      <dgm:spPr/>
      <dgm:t>
        <a:bodyPr/>
        <a:lstStyle/>
        <a:p>
          <a:endParaRPr lang="en-US"/>
        </a:p>
      </dgm:t>
    </dgm:pt>
    <dgm:pt modelId="{BE12FA43-B0E2-4D7C-8FA4-66A5CBDFB810}" type="sibTrans" cxnId="{A391A503-2143-4590-A822-C9EF1042A8E5}">
      <dgm:prSet/>
      <dgm:spPr/>
      <dgm:t>
        <a:bodyPr/>
        <a:lstStyle/>
        <a:p>
          <a:endParaRPr lang="en-US"/>
        </a:p>
      </dgm:t>
    </dgm:pt>
    <dgm:pt modelId="{AAE94288-D83D-4AED-BA87-6DD410058B03}">
      <dgm:prSet phldrT="[Text]"/>
      <dgm:spPr/>
      <dgm:t>
        <a:bodyPr/>
        <a:lstStyle/>
        <a:p>
          <a:r>
            <a:rPr lang="en-US" b="0" i="0" dirty="0"/>
            <a:t>provide a </a:t>
          </a:r>
          <a:r>
            <a:rPr lang="en-US" dirty="0" err="1"/>
            <a:t>NamedTemporaryFile</a:t>
          </a:r>
          <a:r>
            <a:rPr lang="en-US" dirty="0"/>
            <a:t>()</a:t>
          </a:r>
        </a:p>
      </dgm:t>
    </dgm:pt>
    <dgm:pt modelId="{85EA88CD-E950-452F-8458-745B36C7F173}" type="parTrans" cxnId="{51B23477-750C-4B77-A2B4-28E74A801DE5}">
      <dgm:prSet/>
      <dgm:spPr/>
      <dgm:t>
        <a:bodyPr/>
        <a:lstStyle/>
        <a:p>
          <a:endParaRPr lang="en-US"/>
        </a:p>
      </dgm:t>
    </dgm:pt>
    <dgm:pt modelId="{1CDF10EC-213D-4FC0-998C-55B273DEAE40}" type="sibTrans" cxnId="{51B23477-750C-4B77-A2B4-28E74A801DE5}">
      <dgm:prSet/>
      <dgm:spPr/>
      <dgm:t>
        <a:bodyPr/>
        <a:lstStyle/>
        <a:p>
          <a:endParaRPr lang="en-US"/>
        </a:p>
      </dgm:t>
    </dgm:pt>
    <dgm:pt modelId="{3683571E-0351-4D6E-8A9A-D32319DD4D79}">
      <dgm:prSet phldrT="[Text]"/>
      <dgm:spPr/>
      <dgm:t>
        <a:bodyPr/>
        <a:lstStyle/>
        <a:p>
          <a:r>
            <a:rPr lang="en-US" b="0" i="0"/>
            <a:t>when </a:t>
          </a:r>
          <a:r>
            <a:rPr lang="en-US" b="0" i="0" dirty="0"/>
            <a:t>using a web application such as Pyramid, Flask or Django</a:t>
          </a:r>
          <a:endParaRPr lang="en-US" dirty="0"/>
        </a:p>
      </dgm:t>
    </dgm:pt>
    <dgm:pt modelId="{43F964B2-AEDD-440B-A9AA-EAA7B51EC3EA}" type="parTrans" cxnId="{1137FC3C-5128-4A0D-91C9-4C09CBD7A88D}">
      <dgm:prSet/>
      <dgm:spPr/>
      <dgm:t>
        <a:bodyPr/>
        <a:lstStyle/>
        <a:p>
          <a:endParaRPr lang="en-US"/>
        </a:p>
      </dgm:t>
    </dgm:pt>
    <dgm:pt modelId="{FECB55B9-E949-4FF2-B739-665A725BA56E}" type="sibTrans" cxnId="{1137FC3C-5128-4A0D-91C9-4C09CBD7A88D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2">
        <dgm:presLayoutVars>
          <dgm:bulletEnabled val="1"/>
        </dgm:presLayoutVars>
      </dgm:prSet>
      <dgm:spPr/>
    </dgm:pt>
    <dgm:pt modelId="{321B3712-BD07-433B-A66B-23EF4B4399E8}" type="pres">
      <dgm:prSet presAssocID="{FAE5E193-D10B-476C-95D0-02D8D3495238}" presName="space" presStyleCnt="0"/>
      <dgm:spPr/>
    </dgm:pt>
    <dgm:pt modelId="{FE6C7661-2B37-4843-8F92-1A50E1D85F0C}" type="pres">
      <dgm:prSet presAssocID="{62B17DFD-BB93-4BF4-881E-E6B33F3A0AC8}" presName="composite" presStyleCnt="0"/>
      <dgm:spPr/>
    </dgm:pt>
    <dgm:pt modelId="{3C83337A-4E9D-453A-B7A1-6384C1F268A6}" type="pres">
      <dgm:prSet presAssocID="{62B17DFD-BB93-4BF4-881E-E6B33F3A0AC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E4A6CA8-804F-4354-82AC-AF04A4261272}" type="pres">
      <dgm:prSet presAssocID="{62B17DFD-BB93-4BF4-881E-E6B33F3A0AC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391A503-2143-4590-A822-C9EF1042A8E5}" srcId="{C78304F4-D179-4721-A6B5-32064CF4DFDC}" destId="{62B17DFD-BB93-4BF4-881E-E6B33F3A0AC8}" srcOrd="1" destOrd="0" parTransId="{747D6FD3-5D1D-4541-A812-25E4C3D533E3}" sibTransId="{BE12FA43-B0E2-4D7C-8FA4-66A5CBDFB810}"/>
    <dgm:cxn modelId="{C5ED2B1B-8669-4A65-9CFA-FA1606DF8C66}" type="presOf" srcId="{62B17DFD-BB93-4BF4-881E-E6B33F3A0AC8}" destId="{3C83337A-4E9D-453A-B7A1-6384C1F268A6}" srcOrd="0" destOrd="0" presId="urn:microsoft.com/office/officeart/2005/8/layout/hList1"/>
    <dgm:cxn modelId="{4964A723-AE37-4931-B2AA-140E8D483744}" type="presOf" srcId="{B31BD7C3-AD8D-47EA-AF7C-EC42D6759AAF}" destId="{94F5C663-61CE-45BF-BF21-41E96F48D783}" srcOrd="0" destOrd="0" presId="urn:microsoft.com/office/officeart/2005/8/layout/hList1"/>
    <dgm:cxn modelId="{1137FC3C-5128-4A0D-91C9-4C09CBD7A88D}" srcId="{394A2318-F2C6-4EC2-9D98-68FF93724840}" destId="{3683571E-0351-4D6E-8A9A-D32319DD4D79}" srcOrd="1" destOrd="0" parTransId="{43F964B2-AEDD-440B-A9AA-EAA7B51EC3EA}" sibTransId="{FECB55B9-E949-4FF2-B739-665A725BA56E}"/>
    <dgm:cxn modelId="{51B23477-750C-4B77-A2B4-28E74A801DE5}" srcId="{62B17DFD-BB93-4BF4-881E-E6B33F3A0AC8}" destId="{AAE94288-D83D-4AED-BA87-6DD410058B03}" srcOrd="0" destOrd="0" parTransId="{85EA88CD-E950-452F-8458-745B36C7F173}" sibTransId="{1CDF10EC-213D-4FC0-998C-55B273DEAE40}"/>
    <dgm:cxn modelId="{7756FE98-CCF3-49B8-B215-8E2B8BF33CB8}" type="presOf" srcId="{3683571E-0351-4D6E-8A9A-D32319DD4D79}" destId="{94F5C663-61CE-45BF-BF21-41E96F48D783}" srcOrd="0" destOrd="1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B78E40B5-CF4C-49D7-B4FC-D5A1CDD611DD}" type="presOf" srcId="{AAE94288-D83D-4AED-BA87-6DD410058B03}" destId="{8E4A6CA8-804F-4354-82AC-AF04A4261272}" srcOrd="0" destOrd="0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375D33E7-0E5D-4BD6-A18C-CB8445E4E1C6}" srcId="{394A2318-F2C6-4EC2-9D98-68FF93724840}" destId="{B31BD7C3-AD8D-47EA-AF7C-EC42D6759AAF}" srcOrd="0" destOrd="0" parTransId="{8DC25520-892C-47FB-B19C-9CFCB55018DD}" sibTransId="{953B195D-F16E-4849-9EDC-ADC12951D3B9}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F74631EE-7C2A-466F-B39E-B31264F0D0CA}" type="presParOf" srcId="{6990C48B-54EC-471F-B665-1DBB19BEC324}" destId="{321B3712-BD07-433B-A66B-23EF4B4399E8}" srcOrd="1" destOrd="0" presId="urn:microsoft.com/office/officeart/2005/8/layout/hList1"/>
    <dgm:cxn modelId="{70823AFF-A178-46E2-9A93-67A625B164B8}" type="presParOf" srcId="{6990C48B-54EC-471F-B665-1DBB19BEC324}" destId="{FE6C7661-2B37-4843-8F92-1A50E1D85F0C}" srcOrd="2" destOrd="0" presId="urn:microsoft.com/office/officeart/2005/8/layout/hList1"/>
    <dgm:cxn modelId="{CD94900E-9AB5-4885-8834-5C950ED0E6C9}" type="presParOf" srcId="{FE6C7661-2B37-4843-8F92-1A50E1D85F0C}" destId="{3C83337A-4E9D-453A-B7A1-6384C1F268A6}" srcOrd="0" destOrd="0" presId="urn:microsoft.com/office/officeart/2005/8/layout/hList1"/>
    <dgm:cxn modelId="{EDE56F19-58AA-45B3-90BC-0088C3276732}" type="presParOf" srcId="{FE6C7661-2B37-4843-8F92-1A50E1D85F0C}" destId="{8E4A6CA8-804F-4354-82AC-AF04A426127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4A2318-F2C6-4EC2-9D98-68FF93724840}">
      <dgm:prSet phldrT="[Text]"/>
      <dgm:spPr/>
      <dgm:t>
        <a:bodyPr/>
        <a:lstStyle/>
        <a:p>
          <a:r>
            <a:rPr lang="tr-TR" dirty="0" err="1"/>
            <a:t>Usage</a:t>
          </a:r>
          <a:endParaRPr lang="en-US" dirty="0"/>
        </a:p>
      </dgm:t>
    </dgm:pt>
    <dgm:pt modelId="{BCFFFBC7-D097-45D2-8B44-C9CAA2129473}" type="parTrans" cxnId="{432C74C3-A9ED-4628-88D0-D074A1C62706}">
      <dgm:prSet/>
      <dgm:spPr/>
      <dgm:t>
        <a:bodyPr/>
        <a:lstStyle/>
        <a:p>
          <a:endParaRPr lang="en-US"/>
        </a:p>
      </dgm:t>
    </dgm:pt>
    <dgm:pt modelId="{FAE5E193-D10B-476C-95D0-02D8D3495238}" type="sibTrans" cxnId="{432C74C3-A9ED-4628-88D0-D074A1C62706}">
      <dgm:prSet/>
      <dgm:spPr/>
      <dgm:t>
        <a:bodyPr/>
        <a:lstStyle/>
        <a:p>
          <a:endParaRPr lang="en-US"/>
        </a:p>
      </dgm:t>
    </dgm:pt>
    <dgm:pt modelId="{C9BF7637-9726-40C5-B27C-993F420E8241}">
      <dgm:prSet phldrT="[Text]"/>
      <dgm:spPr/>
      <dgm:t>
        <a:bodyPr/>
        <a:lstStyle/>
        <a:p>
          <a:r>
            <a:rPr lang="en-US" b="0" i="0" dirty="0"/>
            <a:t>to determine the formatting for numbers</a:t>
          </a:r>
          <a:endParaRPr lang="en-US" dirty="0"/>
        </a:p>
      </dgm:t>
    </dgm:pt>
    <dgm:pt modelId="{F3E84059-86A0-4D27-A12B-6D3AA689EE2D}" type="parTrans" cxnId="{23210474-84C8-46DA-B0DC-D43835F18787}">
      <dgm:prSet/>
      <dgm:spPr/>
      <dgm:t>
        <a:bodyPr/>
        <a:lstStyle/>
        <a:p>
          <a:endParaRPr lang="en-US"/>
        </a:p>
      </dgm:t>
    </dgm:pt>
    <dgm:pt modelId="{E8AE2060-5035-4C6B-BC0C-E8AFEFF5FF76}" type="sibTrans" cxnId="{23210474-84C8-46DA-B0DC-D43835F18787}">
      <dgm:prSet/>
      <dgm:spPr/>
      <dgm:t>
        <a:bodyPr/>
        <a:lstStyle/>
        <a:p>
          <a:endParaRPr lang="en-US"/>
        </a:p>
      </dgm:t>
    </dgm:pt>
    <dgm:pt modelId="{028E2B33-0D04-476B-985F-3643FBF05FAB}">
      <dgm:prSet phldrT="[Text]"/>
      <dgm:spPr/>
      <dgm:t>
        <a:bodyPr/>
        <a:lstStyle/>
        <a:p>
          <a:r>
            <a:rPr lang="en-US" b="0" i="0" dirty="0"/>
            <a:t>to change the look of data</a:t>
          </a:r>
          <a:endParaRPr lang="en-US" dirty="0"/>
        </a:p>
      </dgm:t>
    </dgm:pt>
    <dgm:pt modelId="{960C8090-AB08-4E3C-8998-71E4936AE840}" type="parTrans" cxnId="{10C63C41-4CE6-431B-8585-128D0B823943}">
      <dgm:prSet/>
      <dgm:spPr/>
      <dgm:t>
        <a:bodyPr/>
        <a:lstStyle/>
        <a:p>
          <a:endParaRPr lang="en-US"/>
        </a:p>
      </dgm:t>
    </dgm:pt>
    <dgm:pt modelId="{D69A1BCC-26C7-4C7B-A67D-A6729CE17659}" type="sibTrans" cxnId="{10C63C41-4CE6-431B-8585-128D0B823943}">
      <dgm:prSet/>
      <dgm:spPr/>
      <dgm:t>
        <a:bodyPr/>
        <a:lstStyle/>
        <a:p>
          <a:endParaRPr lang="en-US"/>
        </a:p>
      </dgm:t>
    </dgm:pt>
    <dgm:pt modelId="{1B6182A8-0131-49F7-870B-2F593146BD7A}">
      <dgm:prSet phldrT="[Text]"/>
      <dgm:spPr/>
      <dgm:t>
        <a:bodyPr/>
        <a:lstStyle/>
        <a:p>
          <a:r>
            <a:rPr lang="en-US" b="0" i="0" dirty="0"/>
            <a:t>while displayed on screen. </a:t>
          </a:r>
          <a:endParaRPr lang="en-US" dirty="0"/>
        </a:p>
      </dgm:t>
    </dgm:pt>
    <dgm:pt modelId="{C1D23E6D-65EB-4082-A75C-B26F9EC601A4}" type="parTrans" cxnId="{A1AFEB71-46B5-4898-8C1D-5D34A7FC6AAE}">
      <dgm:prSet/>
      <dgm:spPr/>
      <dgm:t>
        <a:bodyPr/>
        <a:lstStyle/>
        <a:p>
          <a:endParaRPr lang="en-US"/>
        </a:p>
      </dgm:t>
    </dgm:pt>
    <dgm:pt modelId="{14F1B99A-E169-4F64-8087-6F02960BE158}" type="sibTrans" cxnId="{A1AFEB71-46B5-4898-8C1D-5D34A7FC6AAE}">
      <dgm:prSet/>
      <dgm:spPr/>
      <dgm:t>
        <a:bodyPr/>
        <a:lstStyle/>
        <a:p>
          <a:endParaRPr lang="en-US"/>
        </a:p>
      </dgm:t>
    </dgm:pt>
    <dgm:pt modelId="{7303D395-3F2E-4246-853E-018DFC4006C6}">
      <dgm:prSet phldrT="[Text]"/>
      <dgm:spPr/>
      <dgm:t>
        <a:bodyPr/>
        <a:lstStyle/>
        <a:p>
          <a:r>
            <a:rPr lang="en-US" b="0" i="0"/>
            <a:t>can be applied to</a:t>
          </a:r>
          <a:endParaRPr lang="en-US" dirty="0"/>
        </a:p>
      </dgm:t>
    </dgm:pt>
    <dgm:pt modelId="{553405CD-C338-4E24-B81F-E29BC8D974B8}" type="parTrans" cxnId="{C4D633CB-7554-4064-9AE9-55F941FFB3D3}">
      <dgm:prSet/>
      <dgm:spPr/>
      <dgm:t>
        <a:bodyPr/>
        <a:lstStyle/>
        <a:p>
          <a:endParaRPr lang="en-US"/>
        </a:p>
      </dgm:t>
    </dgm:pt>
    <dgm:pt modelId="{A204AE09-8FF0-4AAA-BF41-A86BDE27B79D}" type="sibTrans" cxnId="{C4D633CB-7554-4064-9AE9-55F941FFB3D3}">
      <dgm:prSet/>
      <dgm:spPr/>
      <dgm:t>
        <a:bodyPr/>
        <a:lstStyle/>
        <a:p>
          <a:endParaRPr lang="en-US"/>
        </a:p>
      </dgm:t>
    </dgm:pt>
    <dgm:pt modelId="{4F2A665A-8982-47E2-8BA7-813B2A0EF1D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font to set font size, color, underlining, etc.</a:t>
          </a:r>
          <a:endParaRPr lang="en-US" dirty="0"/>
        </a:p>
      </dgm:t>
    </dgm:pt>
    <dgm:pt modelId="{27E76725-1F9B-4734-971C-C185042F11E8}" type="parTrans" cxnId="{EFA9B20D-29A0-4B62-9AED-A5D7AFD483C8}">
      <dgm:prSet/>
      <dgm:spPr/>
      <dgm:t>
        <a:bodyPr/>
        <a:lstStyle/>
        <a:p>
          <a:endParaRPr lang="en-US"/>
        </a:p>
      </dgm:t>
    </dgm:pt>
    <dgm:pt modelId="{A1A57BB2-39AD-42AA-B32E-BB7C656DAC9C}" type="sibTrans" cxnId="{EFA9B20D-29A0-4B62-9AED-A5D7AFD483C8}">
      <dgm:prSet/>
      <dgm:spPr/>
      <dgm:t>
        <a:bodyPr/>
        <a:lstStyle/>
        <a:p>
          <a:endParaRPr lang="en-US"/>
        </a:p>
      </dgm:t>
    </dgm:pt>
    <dgm:pt modelId="{287625C6-375B-4DEA-BD97-718AAEE02ED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fill to set a pattern or color gradient</a:t>
          </a:r>
        </a:p>
      </dgm:t>
    </dgm:pt>
    <dgm:pt modelId="{87F5CA18-7B3D-4C57-8EC2-5415DD14A1B8}" type="parTrans" cxnId="{2035CA6E-8EB9-4A5F-B066-E198E7415AE7}">
      <dgm:prSet/>
      <dgm:spPr/>
      <dgm:t>
        <a:bodyPr/>
        <a:lstStyle/>
        <a:p>
          <a:endParaRPr lang="en-US"/>
        </a:p>
      </dgm:t>
    </dgm:pt>
    <dgm:pt modelId="{8C14CE2E-38E5-47EA-BFF9-411A231A3909}" type="sibTrans" cxnId="{2035CA6E-8EB9-4A5F-B066-E198E7415AE7}">
      <dgm:prSet/>
      <dgm:spPr/>
      <dgm:t>
        <a:bodyPr/>
        <a:lstStyle/>
        <a:p>
          <a:endParaRPr lang="en-US"/>
        </a:p>
      </dgm:t>
    </dgm:pt>
    <dgm:pt modelId="{9FEFC25E-BE25-4FDF-9D96-1021F15AF03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border to set borders on a cell</a:t>
          </a:r>
        </a:p>
      </dgm:t>
    </dgm:pt>
    <dgm:pt modelId="{EFA68EB5-0724-48ED-AC25-2A052F6DC8AF}" type="parTrans" cxnId="{9DC08330-6F95-4CC0-8BFA-5CC0DB7FE72F}">
      <dgm:prSet/>
      <dgm:spPr/>
      <dgm:t>
        <a:bodyPr/>
        <a:lstStyle/>
        <a:p>
          <a:endParaRPr lang="en-US"/>
        </a:p>
      </dgm:t>
    </dgm:pt>
    <dgm:pt modelId="{A8BEA853-A4B1-48A5-A19D-262675596567}" type="sibTrans" cxnId="{9DC08330-6F95-4CC0-8BFA-5CC0DB7FE72F}">
      <dgm:prSet/>
      <dgm:spPr/>
      <dgm:t>
        <a:bodyPr/>
        <a:lstStyle/>
        <a:p>
          <a:endParaRPr lang="en-US"/>
        </a:p>
      </dgm:t>
    </dgm:pt>
    <dgm:pt modelId="{F51C60CF-9A49-4838-9B33-3249B81285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cell alignment</a:t>
          </a:r>
        </a:p>
      </dgm:t>
    </dgm:pt>
    <dgm:pt modelId="{505F4A3C-EC7C-4221-BEBE-6B1A94F7A2EC}" type="parTrans" cxnId="{869DB074-2B50-4A09-8CAC-82E342A54EB5}">
      <dgm:prSet/>
      <dgm:spPr/>
      <dgm:t>
        <a:bodyPr/>
        <a:lstStyle/>
        <a:p>
          <a:endParaRPr lang="en-US"/>
        </a:p>
      </dgm:t>
    </dgm:pt>
    <dgm:pt modelId="{0C0236EB-5B49-4B06-B3D2-CDEA8BFDC069}" type="sibTrans" cxnId="{869DB074-2B50-4A09-8CAC-82E342A54EB5}">
      <dgm:prSet/>
      <dgm:spPr/>
      <dgm:t>
        <a:bodyPr/>
        <a:lstStyle/>
        <a:p>
          <a:endParaRPr lang="en-US"/>
        </a:p>
      </dgm:t>
    </dgm:pt>
    <dgm:pt modelId="{60BE4319-36C0-4DB8-898B-774165E4079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protection</a:t>
          </a:r>
        </a:p>
      </dgm:t>
    </dgm:pt>
    <dgm:pt modelId="{E3215AAE-A2B7-4B4C-9640-FC67A458CBE0}" type="parTrans" cxnId="{26C58DEA-7F96-4DC4-8923-559E66A1C4EF}">
      <dgm:prSet/>
      <dgm:spPr/>
      <dgm:t>
        <a:bodyPr/>
        <a:lstStyle/>
        <a:p>
          <a:endParaRPr lang="en-US"/>
        </a:p>
      </dgm:t>
    </dgm:pt>
    <dgm:pt modelId="{4C116F2F-98A4-49F2-8CE7-2547C4A66097}" type="sibTrans" cxnId="{26C58DEA-7F96-4DC4-8923-559E66A1C4EF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97458EAC-1495-4A62-A00C-C3146E7027AD}" type="pres">
      <dgm:prSet presAssocID="{394A2318-F2C6-4EC2-9D98-68FF93724840}" presName="composite" presStyleCnt="0"/>
      <dgm:spPr/>
    </dgm:pt>
    <dgm:pt modelId="{9B169057-C027-4778-8D6B-2846474468C5}" type="pres">
      <dgm:prSet presAssocID="{394A2318-F2C6-4EC2-9D98-68FF9372484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F5C663-61CE-45BF-BF21-41E96F48D783}" type="pres">
      <dgm:prSet presAssocID="{394A2318-F2C6-4EC2-9D98-68FF93724840}" presName="desTx" presStyleLbl="alignAccFollowNode1" presStyleIdx="0" presStyleCnt="2">
        <dgm:presLayoutVars>
          <dgm:bulletEnabled val="1"/>
        </dgm:presLayoutVars>
      </dgm:prSet>
      <dgm:spPr/>
    </dgm:pt>
    <dgm:pt modelId="{6B6124D0-BD58-40C7-BB6F-59F1CD179C1E}" type="pres">
      <dgm:prSet presAssocID="{FAE5E193-D10B-476C-95D0-02D8D3495238}" presName="space" presStyleCnt="0"/>
      <dgm:spPr/>
    </dgm:pt>
    <dgm:pt modelId="{13AF1871-049A-4149-8957-3CCD12D3DBB4}" type="pres">
      <dgm:prSet presAssocID="{7303D395-3F2E-4246-853E-018DFC4006C6}" presName="composite" presStyleCnt="0"/>
      <dgm:spPr/>
    </dgm:pt>
    <dgm:pt modelId="{E19B802F-37E8-45D7-83A7-0A4E850B9C45}" type="pres">
      <dgm:prSet presAssocID="{7303D395-3F2E-4246-853E-018DFC4006C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3615F22-014B-44A9-A043-F8E63220EA05}" type="pres">
      <dgm:prSet presAssocID="{7303D395-3F2E-4246-853E-018DFC4006C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2FA6608-43E4-4DEF-829C-3ED0D5C4A9C0}" type="presOf" srcId="{9FEFC25E-BE25-4FDF-9D96-1021F15AF038}" destId="{13615F22-014B-44A9-A043-F8E63220EA05}" srcOrd="0" destOrd="2" presId="urn:microsoft.com/office/officeart/2005/8/layout/hList1"/>
    <dgm:cxn modelId="{EFA9B20D-29A0-4B62-9AED-A5D7AFD483C8}" srcId="{7303D395-3F2E-4246-853E-018DFC4006C6}" destId="{4F2A665A-8982-47E2-8BA7-813B2A0EF1D0}" srcOrd="0" destOrd="0" parTransId="{27E76725-1F9B-4734-971C-C185042F11E8}" sibTransId="{A1A57BB2-39AD-42AA-B32E-BB7C656DAC9C}"/>
    <dgm:cxn modelId="{26335720-4F9E-4992-907E-384AEEA28102}" type="presOf" srcId="{7303D395-3F2E-4246-853E-018DFC4006C6}" destId="{E19B802F-37E8-45D7-83A7-0A4E850B9C45}" srcOrd="0" destOrd="0" presId="urn:microsoft.com/office/officeart/2005/8/layout/hList1"/>
    <dgm:cxn modelId="{9DC08330-6F95-4CC0-8BFA-5CC0DB7FE72F}" srcId="{7303D395-3F2E-4246-853E-018DFC4006C6}" destId="{9FEFC25E-BE25-4FDF-9D96-1021F15AF038}" srcOrd="2" destOrd="0" parTransId="{EFA68EB5-0724-48ED-AC25-2A052F6DC8AF}" sibTransId="{A8BEA853-A4B1-48A5-A19D-262675596567}"/>
    <dgm:cxn modelId="{10C63C41-4CE6-431B-8585-128D0B823943}" srcId="{394A2318-F2C6-4EC2-9D98-68FF93724840}" destId="{028E2B33-0D04-476B-985F-3643FBF05FAB}" srcOrd="0" destOrd="0" parTransId="{960C8090-AB08-4E3C-8998-71E4936AE840}" sibTransId="{D69A1BCC-26C7-4C7B-A67D-A6729CE17659}"/>
    <dgm:cxn modelId="{F0576546-1754-486F-B441-15878967F896}" type="presOf" srcId="{028E2B33-0D04-476B-985F-3643FBF05FAB}" destId="{94F5C663-61CE-45BF-BF21-41E96F48D783}" srcOrd="0" destOrd="0" presId="urn:microsoft.com/office/officeart/2005/8/layout/hList1"/>
    <dgm:cxn modelId="{2035CA6E-8EB9-4A5F-B066-E198E7415AE7}" srcId="{7303D395-3F2E-4246-853E-018DFC4006C6}" destId="{287625C6-375B-4DEA-BD97-718AAEE02ED7}" srcOrd="1" destOrd="0" parTransId="{87F5CA18-7B3D-4C57-8EC2-5415DD14A1B8}" sibTransId="{8C14CE2E-38E5-47EA-BFF9-411A231A3909}"/>
    <dgm:cxn modelId="{A1AFEB71-46B5-4898-8C1D-5D34A7FC6AAE}" srcId="{394A2318-F2C6-4EC2-9D98-68FF93724840}" destId="{1B6182A8-0131-49F7-870B-2F593146BD7A}" srcOrd="1" destOrd="0" parTransId="{C1D23E6D-65EB-4082-A75C-B26F9EC601A4}" sibTransId="{14F1B99A-E169-4F64-8087-6F02960BE158}"/>
    <dgm:cxn modelId="{23210474-84C8-46DA-B0DC-D43835F18787}" srcId="{394A2318-F2C6-4EC2-9D98-68FF93724840}" destId="{C9BF7637-9726-40C5-B27C-993F420E8241}" srcOrd="2" destOrd="0" parTransId="{F3E84059-86A0-4D27-A12B-6D3AA689EE2D}" sibTransId="{E8AE2060-5035-4C6B-BC0C-E8AFEFF5FF76}"/>
    <dgm:cxn modelId="{869DB074-2B50-4A09-8CAC-82E342A54EB5}" srcId="{7303D395-3F2E-4246-853E-018DFC4006C6}" destId="{F51C60CF-9A49-4838-9B33-3249B812854C}" srcOrd="3" destOrd="0" parTransId="{505F4A3C-EC7C-4221-BEBE-6B1A94F7A2EC}" sibTransId="{0C0236EB-5B49-4B06-B3D2-CDEA8BFDC069}"/>
    <dgm:cxn modelId="{77EB6287-16AF-493E-9BD0-725C77719FED}" type="presOf" srcId="{1B6182A8-0131-49F7-870B-2F593146BD7A}" destId="{94F5C663-61CE-45BF-BF21-41E96F48D783}" srcOrd="0" destOrd="1" presId="urn:microsoft.com/office/officeart/2005/8/layout/hList1"/>
    <dgm:cxn modelId="{FC7FC6A1-88DA-4B89-9B1F-28E1E0FF03FE}" type="presOf" srcId="{394A2318-F2C6-4EC2-9D98-68FF93724840}" destId="{9B169057-C027-4778-8D6B-2846474468C5}" srcOrd="0" destOrd="0" presId="urn:microsoft.com/office/officeart/2005/8/layout/hList1"/>
    <dgm:cxn modelId="{6DD596B7-8F05-4D0C-BCC7-7FD03B568737}" type="presOf" srcId="{C9BF7637-9726-40C5-B27C-993F420E8241}" destId="{94F5C663-61CE-45BF-BF21-41E96F48D783}" srcOrd="0" destOrd="2" presId="urn:microsoft.com/office/officeart/2005/8/layout/hList1"/>
    <dgm:cxn modelId="{432C74C3-A9ED-4628-88D0-D074A1C62706}" srcId="{C78304F4-D179-4721-A6B5-32064CF4DFDC}" destId="{394A2318-F2C6-4EC2-9D98-68FF93724840}" srcOrd="0" destOrd="0" parTransId="{BCFFFBC7-D097-45D2-8B44-C9CAA2129473}" sibTransId="{FAE5E193-D10B-476C-95D0-02D8D3495238}"/>
    <dgm:cxn modelId="{C4D633CB-7554-4064-9AE9-55F941FFB3D3}" srcId="{C78304F4-D179-4721-A6B5-32064CF4DFDC}" destId="{7303D395-3F2E-4246-853E-018DFC4006C6}" srcOrd="1" destOrd="0" parTransId="{553405CD-C338-4E24-B81F-E29BC8D974B8}" sibTransId="{A204AE09-8FF0-4AAA-BF41-A86BDE27B79D}"/>
    <dgm:cxn modelId="{11BF85D8-0C03-4964-AB62-311272BE40D6}" type="presOf" srcId="{4F2A665A-8982-47E2-8BA7-813B2A0EF1D0}" destId="{13615F22-014B-44A9-A043-F8E63220EA05}" srcOrd="0" destOrd="0" presId="urn:microsoft.com/office/officeart/2005/8/layout/hList1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3AD5ECE6-7BF8-4B78-A9BE-86C652371AEE}" type="presOf" srcId="{287625C6-375B-4DEA-BD97-718AAEE02ED7}" destId="{13615F22-014B-44A9-A043-F8E63220EA05}" srcOrd="0" destOrd="1" presId="urn:microsoft.com/office/officeart/2005/8/layout/hList1"/>
    <dgm:cxn modelId="{26C58DEA-7F96-4DC4-8923-559E66A1C4EF}" srcId="{7303D395-3F2E-4246-853E-018DFC4006C6}" destId="{60BE4319-36C0-4DB8-898B-774165E40796}" srcOrd="4" destOrd="0" parTransId="{E3215AAE-A2B7-4B4C-9640-FC67A458CBE0}" sibTransId="{4C116F2F-98A4-49F2-8CE7-2547C4A66097}"/>
    <dgm:cxn modelId="{75F232FE-6176-4C7B-B9F3-ED2FB76CE0ED}" type="presOf" srcId="{60BE4319-36C0-4DB8-898B-774165E40796}" destId="{13615F22-014B-44A9-A043-F8E63220EA05}" srcOrd="0" destOrd="4" presId="urn:microsoft.com/office/officeart/2005/8/layout/hList1"/>
    <dgm:cxn modelId="{2EBF14FF-0591-4409-AEA4-ED8C175837F1}" type="presOf" srcId="{F51C60CF-9A49-4838-9B33-3249B812854C}" destId="{13615F22-014B-44A9-A043-F8E63220EA05}" srcOrd="0" destOrd="3" presId="urn:microsoft.com/office/officeart/2005/8/layout/hList1"/>
    <dgm:cxn modelId="{38E7D328-96F7-49D7-8B78-44D9825E22FA}" type="presParOf" srcId="{6990C48B-54EC-471F-B665-1DBB19BEC324}" destId="{97458EAC-1495-4A62-A00C-C3146E7027AD}" srcOrd="0" destOrd="0" presId="urn:microsoft.com/office/officeart/2005/8/layout/hList1"/>
    <dgm:cxn modelId="{2AE59656-21D8-4B03-B782-4FC60DB57A23}" type="presParOf" srcId="{97458EAC-1495-4A62-A00C-C3146E7027AD}" destId="{9B169057-C027-4778-8D6B-2846474468C5}" srcOrd="0" destOrd="0" presId="urn:microsoft.com/office/officeart/2005/8/layout/hList1"/>
    <dgm:cxn modelId="{B18E96B8-F29F-4837-BA5D-3B16E57F1293}" type="presParOf" srcId="{97458EAC-1495-4A62-A00C-C3146E7027AD}" destId="{94F5C663-61CE-45BF-BF21-41E96F48D783}" srcOrd="1" destOrd="0" presId="urn:microsoft.com/office/officeart/2005/8/layout/hList1"/>
    <dgm:cxn modelId="{0BD85C61-4FE0-485B-BEDA-AA99116EB4BF}" type="presParOf" srcId="{6990C48B-54EC-471F-B665-1DBB19BEC324}" destId="{6B6124D0-BD58-40C7-BB6F-59F1CD179C1E}" srcOrd="1" destOrd="0" presId="urn:microsoft.com/office/officeart/2005/8/layout/hList1"/>
    <dgm:cxn modelId="{07D7DB5E-21FD-45C2-9EC9-3BEFF7A7ED15}" type="presParOf" srcId="{6990C48B-54EC-471F-B665-1DBB19BEC324}" destId="{13AF1871-049A-4149-8957-3CCD12D3DBB4}" srcOrd="2" destOrd="0" presId="urn:microsoft.com/office/officeart/2005/8/layout/hList1"/>
    <dgm:cxn modelId="{04219DDA-6F92-45DE-AA9A-F589C946EADC}" type="presParOf" srcId="{13AF1871-049A-4149-8957-3CCD12D3DBB4}" destId="{E19B802F-37E8-45D7-83A7-0A4E850B9C45}" srcOrd="0" destOrd="0" presId="urn:microsoft.com/office/officeart/2005/8/layout/hList1"/>
    <dgm:cxn modelId="{1D28CEA8-086C-43A9-BEDF-0CBB892DA667}" type="presParOf" srcId="{13AF1871-049A-4149-8957-3CCD12D3DBB4}" destId="{13615F22-014B-44A9-A043-F8E63220EA0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0BE4319-36C0-4DB8-898B-774165E40796}">
      <dgm:prSet/>
      <dgm:spPr/>
      <dgm:t>
        <a:bodyPr/>
        <a:lstStyle/>
        <a:p>
          <a:r>
            <a:rPr lang="en-US" b="0" i="0" dirty="0"/>
            <a:t>stops unwanted side-effects</a:t>
          </a:r>
        </a:p>
      </dgm:t>
    </dgm:pt>
    <dgm:pt modelId="{E3215AAE-A2B7-4B4C-9640-FC67A458CBE0}" type="parTrans" cxnId="{26C58DEA-7F96-4DC4-8923-559E66A1C4EF}">
      <dgm:prSet/>
      <dgm:spPr/>
      <dgm:t>
        <a:bodyPr/>
        <a:lstStyle/>
        <a:p>
          <a:endParaRPr lang="en-US"/>
        </a:p>
      </dgm:t>
    </dgm:pt>
    <dgm:pt modelId="{4C116F2F-98A4-49F2-8CE7-2547C4A66097}" type="sibTrans" cxnId="{26C58DEA-7F96-4DC4-8923-559E66A1C4EF}">
      <dgm:prSet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en-US" dirty="0"/>
            <a:t>Cell Styles</a:t>
          </a:r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0B525BCA-546A-4276-B89F-E83CDFA92646}">
      <dgm:prSet/>
      <dgm:spPr/>
      <dgm:t>
        <a:bodyPr/>
        <a:lstStyle/>
        <a:p>
          <a:r>
            <a:rPr lang="en-US" b="0" i="0" dirty="0"/>
            <a:t>are shared between objects and once they have been assigned, they cannot be changed</a:t>
          </a:r>
          <a:endParaRPr lang="en-US" dirty="0"/>
        </a:p>
      </dgm:t>
    </dgm:pt>
    <dgm:pt modelId="{64B714F8-A4C6-4B31-98CB-AF41CF96EED4}" type="parTrans" cxnId="{0B30543C-681B-4432-AA8A-E5AB46B9EADC}">
      <dgm:prSet/>
      <dgm:spPr/>
      <dgm:t>
        <a:bodyPr/>
        <a:lstStyle/>
        <a:p>
          <a:endParaRPr lang="en-US"/>
        </a:p>
      </dgm:t>
    </dgm:pt>
    <dgm:pt modelId="{12287F1B-05D7-455C-94F1-42C7CF2FDA2A}" type="sibTrans" cxnId="{0B30543C-681B-4432-AA8A-E5AB46B9EADC}">
      <dgm:prSet/>
      <dgm:spPr/>
      <dgm:t>
        <a:bodyPr/>
        <a:lstStyle/>
        <a:p>
          <a:endParaRPr lang="en-US"/>
        </a:p>
      </dgm:t>
    </dgm:pt>
    <dgm:pt modelId="{4BF6CF66-7A8F-4A7E-926D-124BDF6BABD3}">
      <dgm:prSet/>
      <dgm:spPr/>
      <dgm:t>
        <a:bodyPr/>
        <a:lstStyle/>
        <a:p>
          <a:r>
            <a:rPr lang="en-US" b="0" i="0" dirty="0"/>
            <a:t>such as changing the style for lots of cells</a:t>
          </a:r>
        </a:p>
      </dgm:t>
    </dgm:pt>
    <dgm:pt modelId="{BEE03143-9184-4727-879B-186684CF7210}" type="parTrans" cxnId="{41C4B559-E39A-4398-8EEE-86E5CE1DC094}">
      <dgm:prSet/>
      <dgm:spPr/>
      <dgm:t>
        <a:bodyPr/>
        <a:lstStyle/>
        <a:p>
          <a:endParaRPr lang="en-US"/>
        </a:p>
      </dgm:t>
    </dgm:pt>
    <dgm:pt modelId="{22ADA21F-6860-4FE4-9D19-F104BD3F2C42}" type="sibTrans" cxnId="{41C4B559-E39A-4398-8EEE-86E5CE1DC094}">
      <dgm:prSet/>
      <dgm:spPr/>
      <dgm:t>
        <a:bodyPr/>
        <a:lstStyle/>
        <a:p>
          <a:endParaRPr lang="en-US"/>
        </a:p>
      </dgm:t>
    </dgm:pt>
    <dgm:pt modelId="{854509D4-591C-490D-93C0-B1542C6D6549}">
      <dgm:prSet/>
      <dgm:spPr/>
      <dgm:t>
        <a:bodyPr/>
        <a:lstStyle/>
        <a:p>
          <a:r>
            <a:rPr lang="en-US" b="0" i="0"/>
            <a:t>when </a:t>
          </a:r>
          <a:r>
            <a:rPr lang="en-US" b="0" i="0" dirty="0"/>
            <a:t>only one changes</a:t>
          </a:r>
        </a:p>
      </dgm:t>
    </dgm:pt>
    <dgm:pt modelId="{4CC4A143-AA43-4F46-A7D7-87F48571EE0C}" type="parTrans" cxnId="{09F42088-A084-4668-B886-F5902F8A4C81}">
      <dgm:prSet/>
      <dgm:spPr/>
      <dgm:t>
        <a:bodyPr/>
        <a:lstStyle/>
        <a:p>
          <a:endParaRPr lang="en-US"/>
        </a:p>
      </dgm:t>
    </dgm:pt>
    <dgm:pt modelId="{48AAD1DA-C066-4C04-9684-3561609BCCED}" type="sibTrans" cxnId="{09F42088-A084-4668-B886-F5902F8A4C81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2">
        <dgm:presLayoutVars>
          <dgm:bulletEnabled val="1"/>
        </dgm:presLayoutVars>
      </dgm:prSet>
      <dgm:spPr/>
    </dgm:pt>
    <dgm:pt modelId="{86A02105-EAED-4D8C-8FD7-48A38839175E}" type="pres">
      <dgm:prSet presAssocID="{6F5FAEC9-57F3-4DC7-B74B-5C54C1E38F79}" presName="space" presStyleCnt="0"/>
      <dgm:spPr/>
    </dgm:pt>
    <dgm:pt modelId="{212CAA83-3FB1-47E8-854B-6BC48B4E2399}" type="pres">
      <dgm:prSet presAssocID="{60BE4319-36C0-4DB8-898B-774165E40796}" presName="composite" presStyleCnt="0"/>
      <dgm:spPr/>
    </dgm:pt>
    <dgm:pt modelId="{7E9F14BF-248A-42F6-B036-9FA3662CCB4A}" type="pres">
      <dgm:prSet presAssocID="{60BE4319-36C0-4DB8-898B-774165E4079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CE6F942-DD05-4759-AB92-441B9A349306}" type="pres">
      <dgm:prSet presAssocID="{60BE4319-36C0-4DB8-898B-774165E4079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14C2750A-1D4C-42E2-83E0-884575FA28D1}" type="presOf" srcId="{0B525BCA-546A-4276-B89F-E83CDFA92646}" destId="{4FF7C416-F19C-4395-990B-6CB5CC392105}" srcOrd="0" destOrd="0" presId="urn:microsoft.com/office/officeart/2005/8/layout/hList1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0B30543C-681B-4432-AA8A-E5AB46B9EADC}" srcId="{385F095F-4171-49ED-95D8-3D1BFEA411D9}" destId="{0B525BCA-546A-4276-B89F-E83CDFA92646}" srcOrd="0" destOrd="0" parTransId="{64B714F8-A4C6-4B31-98CB-AF41CF96EED4}" sibTransId="{12287F1B-05D7-455C-94F1-42C7CF2FDA2A}"/>
    <dgm:cxn modelId="{41C4B559-E39A-4398-8EEE-86E5CE1DC094}" srcId="{60BE4319-36C0-4DB8-898B-774165E40796}" destId="{4BF6CF66-7A8F-4A7E-926D-124BDF6BABD3}" srcOrd="0" destOrd="0" parTransId="{BEE03143-9184-4727-879B-186684CF7210}" sibTransId="{22ADA21F-6860-4FE4-9D19-F104BD3F2C42}"/>
    <dgm:cxn modelId="{09F42088-A084-4668-B886-F5902F8A4C81}" srcId="{60BE4319-36C0-4DB8-898B-774165E40796}" destId="{854509D4-591C-490D-93C0-B1542C6D6549}" srcOrd="1" destOrd="0" parTransId="{4CC4A143-AA43-4F46-A7D7-87F48571EE0C}" sibTransId="{48AAD1DA-C066-4C04-9684-3561609BCCED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D4F589E0-0089-476D-9620-B650F60EFA5E}" type="presOf" srcId="{854509D4-591C-490D-93C0-B1542C6D6549}" destId="{BCE6F942-DD05-4759-AB92-441B9A349306}" srcOrd="0" destOrd="1" presId="urn:microsoft.com/office/officeart/2005/8/layout/hList1"/>
    <dgm:cxn modelId="{26C58DEA-7F96-4DC4-8923-559E66A1C4EF}" srcId="{C78304F4-D179-4721-A6B5-32064CF4DFDC}" destId="{60BE4319-36C0-4DB8-898B-774165E40796}" srcOrd="1" destOrd="0" parTransId="{E3215AAE-A2B7-4B4C-9640-FC67A458CBE0}" sibTransId="{4C116F2F-98A4-49F2-8CE7-2547C4A66097}"/>
    <dgm:cxn modelId="{33C5EBF7-DFB5-4518-BEB8-9419FF2291B1}" type="presOf" srcId="{4BF6CF66-7A8F-4A7E-926D-124BDF6BABD3}" destId="{BCE6F942-DD05-4759-AB92-441B9A349306}" srcOrd="0" destOrd="0" presId="urn:microsoft.com/office/officeart/2005/8/layout/hList1"/>
    <dgm:cxn modelId="{0DC25BFE-CB4B-4F47-920D-86A892850E70}" type="presOf" srcId="{60BE4319-36C0-4DB8-898B-774165E40796}" destId="{7E9F14BF-248A-42F6-B036-9FA3662CCB4A}" srcOrd="0" destOrd="0" presId="urn:microsoft.com/office/officeart/2005/8/layout/hList1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2D175186-B529-47E1-A4DA-488F2C4B3CE3}" type="presParOf" srcId="{6990C48B-54EC-471F-B665-1DBB19BEC324}" destId="{86A02105-EAED-4D8C-8FD7-48A38839175E}" srcOrd="1" destOrd="0" presId="urn:microsoft.com/office/officeart/2005/8/layout/hList1"/>
    <dgm:cxn modelId="{532CECBB-2347-44D0-9566-243D04A7D13B}" type="presParOf" srcId="{6990C48B-54EC-471F-B665-1DBB19BEC324}" destId="{212CAA83-3FB1-47E8-854B-6BC48B4E2399}" srcOrd="2" destOrd="0" presId="urn:microsoft.com/office/officeart/2005/8/layout/hList1"/>
    <dgm:cxn modelId="{12FD2514-054B-4D2B-A0F2-833C93969EE6}" type="presParOf" srcId="{212CAA83-3FB1-47E8-854B-6BC48B4E2399}" destId="{7E9F14BF-248A-42F6-B036-9FA3662CCB4A}" srcOrd="0" destOrd="0" presId="urn:microsoft.com/office/officeart/2005/8/layout/hList1"/>
    <dgm:cxn modelId="{FE6B048C-89CF-45A6-BB88-6DF19856EE5E}" type="presParOf" srcId="{212CAA83-3FB1-47E8-854B-6BC48B4E2399}" destId="{BCE6F942-DD05-4759-AB92-441B9A34930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tr-TR" b="0" i="0" dirty="0" err="1"/>
            <a:t>copy</a:t>
          </a:r>
          <a:r>
            <a:rPr lang="tr-TR" b="0" i="0" dirty="0"/>
            <a:t>()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854509D4-591C-490D-93C0-B1542C6D6549}">
      <dgm:prSet/>
      <dgm:spPr/>
      <dgm:t>
        <a:bodyPr/>
        <a:lstStyle/>
        <a:p>
          <a:r>
            <a:rPr lang="tr-TR" b="0" i="0" dirty="0" err="1"/>
            <a:t>What</a:t>
          </a:r>
          <a:r>
            <a:rPr lang="tr-TR" b="0" i="0" dirty="0"/>
            <a:t> is </a:t>
          </a:r>
          <a:r>
            <a:rPr lang="tr-TR" b="0" i="0" dirty="0" err="1"/>
            <a:t>copied</a:t>
          </a:r>
          <a:r>
            <a:rPr lang="tr-TR" b="0" i="0" dirty="0"/>
            <a:t>?</a:t>
          </a:r>
          <a:endParaRPr lang="en-US" b="0" i="0" dirty="0"/>
        </a:p>
      </dgm:t>
    </dgm:pt>
    <dgm:pt modelId="{4CC4A143-AA43-4F46-A7D7-87F48571EE0C}" type="parTrans" cxnId="{09F42088-A084-4668-B886-F5902F8A4C81}">
      <dgm:prSet/>
      <dgm:spPr/>
      <dgm:t>
        <a:bodyPr/>
        <a:lstStyle/>
        <a:p>
          <a:endParaRPr lang="en-US"/>
        </a:p>
      </dgm:t>
    </dgm:pt>
    <dgm:pt modelId="{48AAD1DA-C066-4C04-9684-3561609BCCED}" type="sibTrans" cxnId="{09F42088-A084-4668-B886-F5902F8A4C81}">
      <dgm:prSet/>
      <dgm:spPr/>
      <dgm:t>
        <a:bodyPr/>
        <a:lstStyle/>
        <a:p>
          <a:endParaRPr lang="en-US"/>
        </a:p>
      </dgm:t>
    </dgm:pt>
    <dgm:pt modelId="{344ED2B8-4ECF-4CE0-A049-A1D5B803C571}">
      <dgm:prSet/>
      <dgm:spPr/>
      <dgm:t>
        <a:bodyPr/>
        <a:lstStyle/>
        <a:p>
          <a:r>
            <a:rPr lang="tr-TR" b="0" i="0" dirty="0" err="1"/>
            <a:t>To</a:t>
          </a:r>
          <a:r>
            <a:rPr lang="tr-TR" b="0" i="0" dirty="0"/>
            <a:t> </a:t>
          </a:r>
          <a:r>
            <a:rPr lang="tr-TR" b="0" i="0" dirty="0" err="1"/>
            <a:t>copy</a:t>
          </a:r>
          <a:r>
            <a:rPr lang="tr-TR" b="0" i="0" dirty="0"/>
            <a:t> s</a:t>
          </a:r>
          <a:r>
            <a:rPr lang="en-US" b="0" i="0" dirty="0"/>
            <a:t>tyle</a:t>
          </a:r>
          <a:endParaRPr lang="en-US" dirty="0"/>
        </a:p>
      </dgm:t>
    </dgm:pt>
    <dgm:pt modelId="{F378FAAD-2ED0-4D90-82FE-870C5A31BFF6}" type="parTrans" cxnId="{FCD68E11-1775-45CA-9B65-4C8B2B27EF38}">
      <dgm:prSet/>
      <dgm:spPr/>
      <dgm:t>
        <a:bodyPr/>
        <a:lstStyle/>
        <a:p>
          <a:endParaRPr lang="en-US"/>
        </a:p>
      </dgm:t>
    </dgm:pt>
    <dgm:pt modelId="{0AD44132-3AF1-4DE7-89FE-14527B97A3EA}" type="sibTrans" cxnId="{FCD68E11-1775-45CA-9B65-4C8B2B27EF38}">
      <dgm:prSet/>
      <dgm:spPr/>
      <dgm:t>
        <a:bodyPr/>
        <a:lstStyle/>
        <a:p>
          <a:endParaRPr lang="en-US"/>
        </a:p>
      </dgm:t>
    </dgm:pt>
    <dgm:pt modelId="{04E4BDBF-E808-479F-B97E-540806537289}">
      <dgm:prSet/>
      <dgm:spPr/>
      <dgm:t>
        <a:bodyPr/>
        <a:lstStyle/>
        <a:p>
          <a:r>
            <a:rPr lang="tr-TR" b="0" i="0" dirty="0" err="1"/>
            <a:t>All</a:t>
          </a:r>
          <a:r>
            <a:rPr lang="tr-TR" b="0" i="0" dirty="0"/>
            <a:t> </a:t>
          </a:r>
          <a:r>
            <a:rPr lang="tr-TR" b="0" i="0" dirty="0" err="1"/>
            <a:t>styles</a:t>
          </a:r>
          <a:r>
            <a:rPr lang="tr-TR" b="0" i="0" dirty="0"/>
            <a:t> of </a:t>
          </a:r>
          <a:r>
            <a:rPr lang="tr-TR" b="0" i="0" dirty="0" err="1"/>
            <a:t>the</a:t>
          </a:r>
          <a:r>
            <a:rPr lang="tr-TR" b="0" i="0" dirty="0"/>
            <a:t> </a:t>
          </a:r>
          <a:r>
            <a:rPr lang="tr-TR" b="0" i="0" dirty="0" err="1"/>
            <a:t>source</a:t>
          </a:r>
          <a:endParaRPr lang="en-US" b="0" i="0" dirty="0"/>
        </a:p>
      </dgm:t>
    </dgm:pt>
    <dgm:pt modelId="{8E290E93-4E04-4833-937F-93C98E97686E}" type="parTrans" cxnId="{D5130C8B-36B6-4962-A430-495B0800F0C9}">
      <dgm:prSet/>
      <dgm:spPr/>
      <dgm:t>
        <a:bodyPr/>
        <a:lstStyle/>
        <a:p>
          <a:endParaRPr lang="en-US"/>
        </a:p>
      </dgm:t>
    </dgm:pt>
    <dgm:pt modelId="{8A078A0C-89D8-4FDF-8A5B-8BF53DDD4502}" type="sibTrans" cxnId="{D5130C8B-36B6-4962-A430-495B0800F0C9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2">
        <dgm:presLayoutVars>
          <dgm:bulletEnabled val="1"/>
        </dgm:presLayoutVars>
      </dgm:prSet>
      <dgm:spPr/>
    </dgm:pt>
    <dgm:pt modelId="{86A02105-EAED-4D8C-8FD7-48A38839175E}" type="pres">
      <dgm:prSet presAssocID="{6F5FAEC9-57F3-4DC7-B74B-5C54C1E38F79}" presName="space" presStyleCnt="0"/>
      <dgm:spPr/>
    </dgm:pt>
    <dgm:pt modelId="{123006ED-06D5-485B-9041-0A39F2DBAFCE}" type="pres">
      <dgm:prSet presAssocID="{854509D4-591C-490D-93C0-B1542C6D6549}" presName="composite" presStyleCnt="0"/>
      <dgm:spPr/>
    </dgm:pt>
    <dgm:pt modelId="{7D708473-78DE-4A4D-B706-45E896F7C9B5}" type="pres">
      <dgm:prSet presAssocID="{854509D4-591C-490D-93C0-B1542C6D654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FB2EDC9-1B42-4D48-94CD-4821862F58A6}" type="pres">
      <dgm:prSet presAssocID="{854509D4-591C-490D-93C0-B1542C6D654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FCD68E11-1775-45CA-9B65-4C8B2B27EF38}" srcId="{385F095F-4171-49ED-95D8-3D1BFEA411D9}" destId="{344ED2B8-4ECF-4CE0-A049-A1D5B803C571}" srcOrd="0" destOrd="0" parTransId="{F378FAAD-2ED0-4D90-82FE-870C5A31BFF6}" sibTransId="{0AD44132-3AF1-4DE7-89FE-14527B97A3EA}"/>
    <dgm:cxn modelId="{ED86A460-DAA2-4740-8751-18F3FF5FCAAB}" type="presOf" srcId="{854509D4-591C-490D-93C0-B1542C6D6549}" destId="{7D708473-78DE-4A4D-B706-45E896F7C9B5}" srcOrd="0" destOrd="0" presId="urn:microsoft.com/office/officeart/2005/8/layout/hList1"/>
    <dgm:cxn modelId="{09F42088-A084-4668-B886-F5902F8A4C81}" srcId="{C78304F4-D179-4721-A6B5-32064CF4DFDC}" destId="{854509D4-591C-490D-93C0-B1542C6D6549}" srcOrd="1" destOrd="0" parTransId="{4CC4A143-AA43-4F46-A7D7-87F48571EE0C}" sibTransId="{48AAD1DA-C066-4C04-9684-3561609BCCED}"/>
    <dgm:cxn modelId="{D5130C8B-36B6-4962-A430-495B0800F0C9}" srcId="{854509D4-591C-490D-93C0-B1542C6D6549}" destId="{04E4BDBF-E808-479F-B97E-540806537289}" srcOrd="0" destOrd="0" parTransId="{8E290E93-4E04-4833-937F-93C98E97686E}" sibTransId="{8A078A0C-89D8-4FDF-8A5B-8BF53DDD4502}"/>
    <dgm:cxn modelId="{BEE474AA-48A3-4D8C-ACE0-4F9F051F5B5E}" type="presOf" srcId="{04E4BDBF-E808-479F-B97E-540806537289}" destId="{4FB2EDC9-1B42-4D48-94CD-4821862F58A6}" srcOrd="0" destOrd="0" presId="urn:microsoft.com/office/officeart/2005/8/layout/hList1"/>
    <dgm:cxn modelId="{0CAA57D2-5EB3-4895-818A-73AC1275B3C3}" type="presOf" srcId="{344ED2B8-4ECF-4CE0-A049-A1D5B803C571}" destId="{4FF7C416-F19C-4395-990B-6CB5CC392105}" srcOrd="0" destOrd="0" presId="urn:microsoft.com/office/officeart/2005/8/layout/hList1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2D175186-B529-47E1-A4DA-488F2C4B3CE3}" type="presParOf" srcId="{6990C48B-54EC-471F-B665-1DBB19BEC324}" destId="{86A02105-EAED-4D8C-8FD7-48A38839175E}" srcOrd="1" destOrd="0" presId="urn:microsoft.com/office/officeart/2005/8/layout/hList1"/>
    <dgm:cxn modelId="{062D817F-4635-45D2-BF43-18B9FB05CC73}" type="presParOf" srcId="{6990C48B-54EC-471F-B665-1DBB19BEC324}" destId="{123006ED-06D5-485B-9041-0A39F2DBAFCE}" srcOrd="2" destOrd="0" presId="urn:microsoft.com/office/officeart/2005/8/layout/hList1"/>
    <dgm:cxn modelId="{BA36C9FA-45BB-4CB3-A8B3-B8C0CA90808E}" type="presParOf" srcId="{123006ED-06D5-485B-9041-0A39F2DBAFCE}" destId="{7D708473-78DE-4A4D-B706-45E896F7C9B5}" srcOrd="0" destOrd="0" presId="urn:microsoft.com/office/officeart/2005/8/layout/hList1"/>
    <dgm:cxn modelId="{2666E2E3-0087-4A43-B599-A171F78970AB}" type="presParOf" srcId="{123006ED-06D5-485B-9041-0A39F2DBAFCE}" destId="{4FB2EDC9-1B42-4D48-94CD-4821862F58A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tr-TR" b="0" i="0" dirty="0"/>
            <a:t>Formula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40422F7B-B36A-40A9-8B6B-78A71E30AD58}">
      <dgm:prSet/>
      <dgm:spPr/>
      <dgm:t>
        <a:bodyPr/>
        <a:lstStyle/>
        <a:p>
          <a:r>
            <a:rPr lang="en-US" b="0" i="0" dirty="0"/>
            <a:t>can configure cells</a:t>
          </a:r>
          <a:endParaRPr lang="en-US" dirty="0"/>
        </a:p>
      </dgm:t>
    </dgm:pt>
    <dgm:pt modelId="{9541992E-4E37-488D-8553-063C0F5F180B}" type="parTrans" cxnId="{29158791-8751-4A72-925B-71A3434432D8}">
      <dgm:prSet/>
      <dgm:spPr/>
      <dgm:t>
        <a:bodyPr/>
        <a:lstStyle/>
        <a:p>
          <a:endParaRPr lang="en-US"/>
        </a:p>
      </dgm:t>
    </dgm:pt>
    <dgm:pt modelId="{F27F5F1B-7B7B-4D97-A57D-6D78C687B0D0}" type="sibTrans" cxnId="{29158791-8751-4A72-925B-71A3434432D8}">
      <dgm:prSet/>
      <dgm:spPr/>
      <dgm:t>
        <a:bodyPr/>
        <a:lstStyle/>
        <a:p>
          <a:endParaRPr lang="en-US"/>
        </a:p>
      </dgm:t>
    </dgm:pt>
    <dgm:pt modelId="{F47000FE-7E42-46A0-9B99-C13844E6B5D9}">
      <dgm:prSet/>
      <dgm:spPr/>
      <dgm:t>
        <a:bodyPr/>
        <a:lstStyle/>
        <a:p>
          <a:r>
            <a:rPr lang="en-US" b="0" i="0" dirty="0"/>
            <a:t>to contain</a:t>
          </a:r>
          <a:r>
            <a:rPr lang="tr-TR" b="0" i="0" dirty="0"/>
            <a:t> </a:t>
          </a:r>
          <a:r>
            <a:rPr lang="en-US" b="0" i="0" dirty="0"/>
            <a:t>values calculated from other cells</a:t>
          </a:r>
          <a:endParaRPr lang="en-US" dirty="0"/>
        </a:p>
      </dgm:t>
    </dgm:pt>
    <dgm:pt modelId="{4FA3C999-B878-4C25-8AF0-7461D73CB532}" type="parTrans" cxnId="{F00C223F-1930-4A68-AA36-217CB39E27E7}">
      <dgm:prSet/>
      <dgm:spPr/>
      <dgm:t>
        <a:bodyPr/>
        <a:lstStyle/>
        <a:p>
          <a:endParaRPr lang="en-US"/>
        </a:p>
      </dgm:t>
    </dgm:pt>
    <dgm:pt modelId="{06943CED-B376-4DE8-BF0F-59F7AA21D981}" type="sibTrans" cxnId="{F00C223F-1930-4A68-AA36-217CB39E27E7}">
      <dgm:prSet/>
      <dgm:spPr/>
      <dgm:t>
        <a:bodyPr/>
        <a:lstStyle/>
        <a:p>
          <a:endParaRPr lang="en-US"/>
        </a:p>
      </dgm:t>
    </dgm:pt>
    <dgm:pt modelId="{EBFEEC90-DC7E-4907-ADD2-E0B7E167A5A8}">
      <dgm:prSet/>
      <dgm:spPr/>
      <dgm:t>
        <a:bodyPr/>
        <a:lstStyle/>
        <a:p>
          <a:r>
            <a:rPr lang="tr-TR" dirty="0" err="1"/>
            <a:t>Example</a:t>
          </a:r>
          <a:endParaRPr lang="en-US" dirty="0"/>
        </a:p>
      </dgm:t>
    </dgm:pt>
    <dgm:pt modelId="{51C3E1DE-C351-4C67-8E0C-3A39F59B0CFA}" type="parTrans" cxnId="{0992F6F9-7A7E-4DA0-A144-FFB2C6A590B5}">
      <dgm:prSet/>
      <dgm:spPr/>
      <dgm:t>
        <a:bodyPr/>
        <a:lstStyle/>
        <a:p>
          <a:endParaRPr lang="en-US"/>
        </a:p>
      </dgm:t>
    </dgm:pt>
    <dgm:pt modelId="{2F7EBAD2-185D-4576-8E33-1BD74AA580ED}" type="sibTrans" cxnId="{0992F6F9-7A7E-4DA0-A144-FFB2C6A590B5}">
      <dgm:prSet/>
      <dgm:spPr/>
      <dgm:t>
        <a:bodyPr/>
        <a:lstStyle/>
        <a:p>
          <a:endParaRPr lang="en-US"/>
        </a:p>
      </dgm:t>
    </dgm:pt>
    <dgm:pt modelId="{498833DD-5526-4D84-A9D8-994DB20B26F5}">
      <dgm:prSet/>
      <dgm:spPr/>
      <dgm:t>
        <a:bodyPr/>
        <a:lstStyle/>
        <a:p>
          <a:r>
            <a:rPr lang="en-US" dirty="0"/>
            <a:t>sheet['B9'] = '=SUM(B1:B8)'</a:t>
          </a:r>
        </a:p>
      </dgm:t>
    </dgm:pt>
    <dgm:pt modelId="{92AF458C-94BB-4963-BDF1-0F9AA07FC68E}" type="parTrans" cxnId="{6E2F7A26-12A1-490A-8163-CD3FB8C424D7}">
      <dgm:prSet/>
      <dgm:spPr/>
      <dgm:t>
        <a:bodyPr/>
        <a:lstStyle/>
        <a:p>
          <a:endParaRPr lang="en-US"/>
        </a:p>
      </dgm:t>
    </dgm:pt>
    <dgm:pt modelId="{D1FBFF0D-4065-423C-9B27-923DD70D7A46}" type="sibTrans" cxnId="{6E2F7A26-12A1-490A-8163-CD3FB8C424D7}">
      <dgm:prSet/>
      <dgm:spPr/>
      <dgm:t>
        <a:bodyPr/>
        <a:lstStyle/>
        <a:p>
          <a:endParaRPr lang="en-US"/>
        </a:p>
      </dgm:t>
    </dgm:pt>
    <dgm:pt modelId="{807CBF37-E89A-420C-8FF8-1E1AC8548EB5}">
      <dgm:prSet/>
      <dgm:spPr/>
      <dgm:t>
        <a:bodyPr/>
        <a:lstStyle/>
        <a:p>
          <a:r>
            <a:rPr lang="en-US"/>
            <a:t>store =SUM(B1:B8) as the value in cell B9</a:t>
          </a:r>
          <a:endParaRPr lang="en-US" dirty="0"/>
        </a:p>
      </dgm:t>
    </dgm:pt>
    <dgm:pt modelId="{DD95EB3B-B2F6-40AD-BB30-9E8DA1BC24C8}" type="parTrans" cxnId="{483EA913-2D15-47C4-9626-E526E318BA11}">
      <dgm:prSet/>
      <dgm:spPr/>
      <dgm:t>
        <a:bodyPr/>
        <a:lstStyle/>
        <a:p>
          <a:endParaRPr lang="en-US"/>
        </a:p>
      </dgm:t>
    </dgm:pt>
    <dgm:pt modelId="{7555788D-391A-4A37-809D-FD773FA74A06}" type="sibTrans" cxnId="{483EA913-2D15-47C4-9626-E526E318BA11}">
      <dgm:prSet/>
      <dgm:spPr/>
      <dgm:t>
        <a:bodyPr/>
        <a:lstStyle/>
        <a:p>
          <a:endParaRPr lang="en-US"/>
        </a:p>
      </dgm:t>
    </dgm:pt>
    <dgm:pt modelId="{A0CCC1EC-0DAB-413A-B224-FF8A7A55EC0B}">
      <dgm:prSet/>
      <dgm:spPr/>
      <dgm:t>
        <a:bodyPr/>
        <a:lstStyle/>
        <a:p>
          <a:r>
            <a:rPr lang="en-US" b="0" i="0"/>
            <a:t>begin with an equal sign</a:t>
          </a:r>
          <a:endParaRPr lang="en-US" dirty="0"/>
        </a:p>
      </dgm:t>
    </dgm:pt>
    <dgm:pt modelId="{FE0DC563-57A5-4FCD-BE08-53B485737D60}" type="parTrans" cxnId="{D2AA769F-146A-467C-822A-AB891BA6FBF7}">
      <dgm:prSet/>
      <dgm:spPr/>
      <dgm:t>
        <a:bodyPr/>
        <a:lstStyle/>
        <a:p>
          <a:endParaRPr lang="en-US"/>
        </a:p>
      </dgm:t>
    </dgm:pt>
    <dgm:pt modelId="{956942C9-2EDE-45A0-8122-C66819923531}" type="sibTrans" cxnId="{D2AA769F-146A-467C-822A-AB891BA6FBF7}">
      <dgm:prSet/>
      <dgm:spPr/>
      <dgm:t>
        <a:bodyPr/>
        <a:lstStyle/>
        <a:p>
          <a:endParaRPr lang="en-US"/>
        </a:p>
      </dgm:t>
    </dgm:pt>
    <dgm:pt modelId="{01CBC302-DD35-44B0-8006-1B4C60686DBC}">
      <dgm:prSet/>
      <dgm:spPr/>
      <dgm:t>
        <a:bodyPr/>
        <a:lstStyle/>
        <a:p>
          <a:r>
            <a:rPr lang="tr-TR" dirty="0" err="1"/>
            <a:t>Text</a:t>
          </a:r>
          <a:r>
            <a:rPr lang="tr-TR" dirty="0"/>
            <a:t> </a:t>
          </a:r>
          <a:r>
            <a:rPr lang="tr-TR" dirty="0" err="1"/>
            <a:t>value</a:t>
          </a:r>
          <a:endParaRPr lang="en-US" dirty="0"/>
        </a:p>
      </dgm:t>
    </dgm:pt>
    <dgm:pt modelId="{8101124C-9675-424A-8AB6-7EE0E6699C72}" type="parTrans" cxnId="{E0C76A44-1135-4477-AE6A-F43BA0825D1F}">
      <dgm:prSet/>
      <dgm:spPr/>
      <dgm:t>
        <a:bodyPr/>
        <a:lstStyle/>
        <a:p>
          <a:endParaRPr lang="en-US"/>
        </a:p>
      </dgm:t>
    </dgm:pt>
    <dgm:pt modelId="{C46EAE04-1CE8-4607-81CF-574AEAB5F18F}" type="sibTrans" cxnId="{E0C76A44-1135-4477-AE6A-F43BA0825D1F}">
      <dgm:prSet/>
      <dgm:spPr/>
      <dgm:t>
        <a:bodyPr/>
        <a:lstStyle/>
        <a:p>
          <a:endParaRPr lang="en-US"/>
        </a:p>
      </dgm:t>
    </dgm:pt>
    <dgm:pt modelId="{38913725-1871-4A26-B975-0B5DB0E99D8B}">
      <dgm:prSet/>
      <dgm:spPr/>
      <dgm:t>
        <a:bodyPr/>
        <a:lstStyle/>
        <a:p>
          <a:r>
            <a:rPr lang="en-US"/>
            <a:t>A </a:t>
          </a:r>
          <a:r>
            <a:rPr lang="en-US" dirty="0"/>
            <a:t>formula is set just like any other text value in a cell</a:t>
          </a:r>
        </a:p>
      </dgm:t>
    </dgm:pt>
    <dgm:pt modelId="{3079A599-3304-4B5C-87B6-2892D6708B67}" type="parTrans" cxnId="{7CC04D0B-4E1F-4CA5-A8A5-2843FF88D0E0}">
      <dgm:prSet/>
      <dgm:spPr/>
      <dgm:t>
        <a:bodyPr/>
        <a:lstStyle/>
        <a:p>
          <a:endParaRPr lang="en-US"/>
        </a:p>
      </dgm:t>
    </dgm:pt>
    <dgm:pt modelId="{4027C9E0-28D5-438E-9ACB-85D71FF3DF33}" type="sibTrans" cxnId="{7CC04D0B-4E1F-4CA5-A8A5-2843FF88D0E0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3">
        <dgm:presLayoutVars>
          <dgm:bulletEnabled val="1"/>
        </dgm:presLayoutVars>
      </dgm:prSet>
      <dgm:spPr/>
    </dgm:pt>
    <dgm:pt modelId="{86A02105-EAED-4D8C-8FD7-48A38839175E}" type="pres">
      <dgm:prSet presAssocID="{6F5FAEC9-57F3-4DC7-B74B-5C54C1E38F79}" presName="space" presStyleCnt="0"/>
      <dgm:spPr/>
    </dgm:pt>
    <dgm:pt modelId="{8453C465-7932-43A8-812F-913CBA9941D1}" type="pres">
      <dgm:prSet presAssocID="{01CBC302-DD35-44B0-8006-1B4C60686DBC}" presName="composite" presStyleCnt="0"/>
      <dgm:spPr/>
    </dgm:pt>
    <dgm:pt modelId="{07191609-E019-4A28-9163-36D5D2D99637}" type="pres">
      <dgm:prSet presAssocID="{01CBC302-DD35-44B0-8006-1B4C60686DB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0955D53-93C9-4910-89FF-F639696FDC94}" type="pres">
      <dgm:prSet presAssocID="{01CBC302-DD35-44B0-8006-1B4C60686DBC}" presName="desTx" presStyleLbl="alignAccFollowNode1" presStyleIdx="1" presStyleCnt="3">
        <dgm:presLayoutVars>
          <dgm:bulletEnabled val="1"/>
        </dgm:presLayoutVars>
      </dgm:prSet>
      <dgm:spPr/>
    </dgm:pt>
    <dgm:pt modelId="{A79F6E43-4C06-4D8E-8FB8-97CEB1FA2E25}" type="pres">
      <dgm:prSet presAssocID="{C46EAE04-1CE8-4607-81CF-574AEAB5F18F}" presName="space" presStyleCnt="0"/>
      <dgm:spPr/>
    </dgm:pt>
    <dgm:pt modelId="{3B805A45-B536-4222-A5A1-CD08DDB1E4D4}" type="pres">
      <dgm:prSet presAssocID="{EBFEEC90-DC7E-4907-ADD2-E0B7E167A5A8}" presName="composite" presStyleCnt="0"/>
      <dgm:spPr/>
    </dgm:pt>
    <dgm:pt modelId="{48393A64-C4F0-4815-A49E-805D149BD789}" type="pres">
      <dgm:prSet presAssocID="{EBFEEC90-DC7E-4907-ADD2-E0B7E167A5A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624C9E0-FC24-48A6-B6EA-80D2247E4FCD}" type="pres">
      <dgm:prSet presAssocID="{EBFEEC90-DC7E-4907-ADD2-E0B7E167A5A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7CC04D0B-4E1F-4CA5-A8A5-2843FF88D0E0}" srcId="{01CBC302-DD35-44B0-8006-1B4C60686DBC}" destId="{38913725-1871-4A26-B975-0B5DB0E99D8B}" srcOrd="0" destOrd="0" parTransId="{3079A599-3304-4B5C-87B6-2892D6708B67}" sibTransId="{4027C9E0-28D5-438E-9ACB-85D71FF3DF33}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483EA913-2D15-47C4-9626-E526E318BA11}" srcId="{EBFEEC90-DC7E-4907-ADD2-E0B7E167A5A8}" destId="{807CBF37-E89A-420C-8FF8-1E1AC8548EB5}" srcOrd="1" destOrd="0" parTransId="{DD95EB3B-B2F6-40AD-BB30-9E8DA1BC24C8}" sibTransId="{7555788D-391A-4A37-809D-FD773FA74A06}"/>
    <dgm:cxn modelId="{6E2F7A26-12A1-490A-8163-CD3FB8C424D7}" srcId="{EBFEEC90-DC7E-4907-ADD2-E0B7E167A5A8}" destId="{498833DD-5526-4D84-A9D8-994DB20B26F5}" srcOrd="0" destOrd="0" parTransId="{92AF458C-94BB-4963-BDF1-0F9AA07FC68E}" sibTransId="{D1FBFF0D-4065-423C-9B27-923DD70D7A46}"/>
    <dgm:cxn modelId="{F00C223F-1930-4A68-AA36-217CB39E27E7}" srcId="{385F095F-4171-49ED-95D8-3D1BFEA411D9}" destId="{F47000FE-7E42-46A0-9B99-C13844E6B5D9}" srcOrd="2" destOrd="0" parTransId="{4FA3C999-B878-4C25-8AF0-7461D73CB532}" sibTransId="{06943CED-B376-4DE8-BF0F-59F7AA21D981}"/>
    <dgm:cxn modelId="{83FB3761-BB53-40D6-86D3-97B4FBFD9FE8}" type="presOf" srcId="{EBFEEC90-DC7E-4907-ADD2-E0B7E167A5A8}" destId="{48393A64-C4F0-4815-A49E-805D149BD789}" srcOrd="0" destOrd="0" presId="urn:microsoft.com/office/officeart/2005/8/layout/hList1"/>
    <dgm:cxn modelId="{D04A4364-4A0B-4D82-8226-93E6C19649A2}" type="presOf" srcId="{498833DD-5526-4D84-A9D8-994DB20B26F5}" destId="{7624C9E0-FC24-48A6-B6EA-80D2247E4FCD}" srcOrd="0" destOrd="0" presId="urn:microsoft.com/office/officeart/2005/8/layout/hList1"/>
    <dgm:cxn modelId="{E0C76A44-1135-4477-AE6A-F43BA0825D1F}" srcId="{C78304F4-D179-4721-A6B5-32064CF4DFDC}" destId="{01CBC302-DD35-44B0-8006-1B4C60686DBC}" srcOrd="1" destOrd="0" parTransId="{8101124C-9675-424A-8AB6-7EE0E6699C72}" sibTransId="{C46EAE04-1CE8-4607-81CF-574AEAB5F18F}"/>
    <dgm:cxn modelId="{2A0B347E-ED0D-4217-BFCF-B8853189AFB3}" type="presOf" srcId="{807CBF37-E89A-420C-8FF8-1E1AC8548EB5}" destId="{7624C9E0-FC24-48A6-B6EA-80D2247E4FCD}" srcOrd="0" destOrd="1" presId="urn:microsoft.com/office/officeart/2005/8/layout/hList1"/>
    <dgm:cxn modelId="{32ACD47F-4C93-4CCF-A048-516E16218D2E}" type="presOf" srcId="{A0CCC1EC-0DAB-413A-B224-FF8A7A55EC0B}" destId="{4FF7C416-F19C-4395-990B-6CB5CC392105}" srcOrd="0" destOrd="0" presId="urn:microsoft.com/office/officeart/2005/8/layout/hList1"/>
    <dgm:cxn modelId="{F58DF284-60E0-4F9A-AFB9-E7206084BC1B}" type="presOf" srcId="{F47000FE-7E42-46A0-9B99-C13844E6B5D9}" destId="{4FF7C416-F19C-4395-990B-6CB5CC392105}" srcOrd="0" destOrd="2" presId="urn:microsoft.com/office/officeart/2005/8/layout/hList1"/>
    <dgm:cxn modelId="{29158791-8751-4A72-925B-71A3434432D8}" srcId="{385F095F-4171-49ED-95D8-3D1BFEA411D9}" destId="{40422F7B-B36A-40A9-8B6B-78A71E30AD58}" srcOrd="1" destOrd="0" parTransId="{9541992E-4E37-488D-8553-063C0F5F180B}" sibTransId="{F27F5F1B-7B7B-4D97-A57D-6D78C687B0D0}"/>
    <dgm:cxn modelId="{D2AA769F-146A-467C-822A-AB891BA6FBF7}" srcId="{385F095F-4171-49ED-95D8-3D1BFEA411D9}" destId="{A0CCC1EC-0DAB-413A-B224-FF8A7A55EC0B}" srcOrd="0" destOrd="0" parTransId="{FE0DC563-57A5-4FCD-BE08-53B485737D60}" sibTransId="{956942C9-2EDE-45A0-8122-C66819923531}"/>
    <dgm:cxn modelId="{43D595B0-1170-45AB-AC6F-4A2B700D2DC3}" type="presOf" srcId="{38913725-1871-4A26-B975-0B5DB0E99D8B}" destId="{F0955D53-93C9-4910-89FF-F639696FDC94}" srcOrd="0" destOrd="0" presId="urn:microsoft.com/office/officeart/2005/8/layout/hList1"/>
    <dgm:cxn modelId="{1512C6BC-D1B5-44B5-B335-2A3BBFAB58C4}" type="presOf" srcId="{01CBC302-DD35-44B0-8006-1B4C60686DBC}" destId="{07191609-E019-4A28-9163-36D5D2D99637}" srcOrd="0" destOrd="0" presId="urn:microsoft.com/office/officeart/2005/8/layout/hList1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EB7B3CED-1E98-45DB-A869-ECD0D9FCAE5C}" type="presOf" srcId="{40422F7B-B36A-40A9-8B6B-78A71E30AD58}" destId="{4FF7C416-F19C-4395-990B-6CB5CC392105}" srcOrd="0" destOrd="1" presId="urn:microsoft.com/office/officeart/2005/8/layout/hList1"/>
    <dgm:cxn modelId="{0992F6F9-7A7E-4DA0-A144-FFB2C6A590B5}" srcId="{C78304F4-D179-4721-A6B5-32064CF4DFDC}" destId="{EBFEEC90-DC7E-4907-ADD2-E0B7E167A5A8}" srcOrd="2" destOrd="0" parTransId="{51C3E1DE-C351-4C67-8E0C-3A39F59B0CFA}" sibTransId="{2F7EBAD2-185D-4576-8E33-1BD74AA580ED}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2D175186-B529-47E1-A4DA-488F2C4B3CE3}" type="presParOf" srcId="{6990C48B-54EC-471F-B665-1DBB19BEC324}" destId="{86A02105-EAED-4D8C-8FD7-48A38839175E}" srcOrd="1" destOrd="0" presId="urn:microsoft.com/office/officeart/2005/8/layout/hList1"/>
    <dgm:cxn modelId="{EA02DD2B-FD46-4287-985A-7B483E366DA7}" type="presParOf" srcId="{6990C48B-54EC-471F-B665-1DBB19BEC324}" destId="{8453C465-7932-43A8-812F-913CBA9941D1}" srcOrd="2" destOrd="0" presId="urn:microsoft.com/office/officeart/2005/8/layout/hList1"/>
    <dgm:cxn modelId="{80468F28-73B0-4A45-A405-1AC2FD729D16}" type="presParOf" srcId="{8453C465-7932-43A8-812F-913CBA9941D1}" destId="{07191609-E019-4A28-9163-36D5D2D99637}" srcOrd="0" destOrd="0" presId="urn:microsoft.com/office/officeart/2005/8/layout/hList1"/>
    <dgm:cxn modelId="{73457798-0969-42AD-9AC9-5754FD2C7BDA}" type="presParOf" srcId="{8453C465-7932-43A8-812F-913CBA9941D1}" destId="{F0955D53-93C9-4910-89FF-F639696FDC94}" srcOrd="1" destOrd="0" presId="urn:microsoft.com/office/officeart/2005/8/layout/hList1"/>
    <dgm:cxn modelId="{DDF023DE-E338-4C62-906E-FB7CC0A45F88}" type="presParOf" srcId="{6990C48B-54EC-471F-B665-1DBB19BEC324}" destId="{A79F6E43-4C06-4D8E-8FB8-97CEB1FA2E25}" srcOrd="3" destOrd="0" presId="urn:microsoft.com/office/officeart/2005/8/layout/hList1"/>
    <dgm:cxn modelId="{09F20011-BB7A-43F1-B80D-A3D0CEC887B8}" type="presParOf" srcId="{6990C48B-54EC-471F-B665-1DBB19BEC324}" destId="{3B805A45-B536-4222-A5A1-CD08DDB1E4D4}" srcOrd="4" destOrd="0" presId="urn:microsoft.com/office/officeart/2005/8/layout/hList1"/>
    <dgm:cxn modelId="{3365EB7A-5FEE-4A91-A041-754B1F205C99}" type="presParOf" srcId="{3B805A45-B536-4222-A5A1-CD08DDB1E4D4}" destId="{48393A64-C4F0-4815-A49E-805D149BD789}" srcOrd="0" destOrd="0" presId="urn:microsoft.com/office/officeart/2005/8/layout/hList1"/>
    <dgm:cxn modelId="{A08EFDCE-28CB-45BC-872C-5606075CFA31}" type="presParOf" srcId="{3B805A45-B536-4222-A5A1-CD08DDB1E4D4}" destId="{7624C9E0-FC24-48A6-B6EA-80D2247E4FC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tr-TR" b="0" i="0" dirty="0"/>
            <a:t>Reading </a:t>
          </a:r>
          <a:r>
            <a:rPr lang="tr-TR" b="0" i="0" dirty="0" err="1"/>
            <a:t>the</a:t>
          </a:r>
          <a:r>
            <a:rPr lang="tr-TR" b="0" i="0" dirty="0"/>
            <a:t> </a:t>
          </a:r>
          <a:r>
            <a:rPr lang="tr-TR" b="0" i="0" dirty="0" err="1"/>
            <a:t>formula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8A2261AB-032B-4A5D-95FC-C02BEC0859C5}">
      <dgm:prSet/>
      <dgm:spPr/>
      <dgm:t>
        <a:bodyPr/>
        <a:lstStyle/>
        <a:p>
          <a:r>
            <a:rPr lang="en-US" b="0" i="0" dirty="0"/>
            <a:t>You can also read the formula in a cell</a:t>
          </a:r>
          <a:endParaRPr lang="en-US" dirty="0"/>
        </a:p>
      </dgm:t>
    </dgm:pt>
    <dgm:pt modelId="{AD74D815-FC79-4362-8597-A3F26B4BC04D}" type="parTrans" cxnId="{C9E2F091-7FD1-44E7-AAE0-3A1402B7E50A}">
      <dgm:prSet/>
      <dgm:spPr/>
      <dgm:t>
        <a:bodyPr/>
        <a:lstStyle/>
        <a:p>
          <a:endParaRPr lang="en-US"/>
        </a:p>
      </dgm:t>
    </dgm:pt>
    <dgm:pt modelId="{0D97333A-03D4-412F-9136-6BD85CD0E22C}" type="sibTrans" cxnId="{C9E2F091-7FD1-44E7-AAE0-3A1402B7E50A}">
      <dgm:prSet/>
      <dgm:spPr/>
      <dgm:t>
        <a:bodyPr/>
        <a:lstStyle/>
        <a:p>
          <a:endParaRPr lang="en-US"/>
        </a:p>
      </dgm:t>
    </dgm:pt>
    <dgm:pt modelId="{5EBC9892-0CE3-4AE5-9FE9-2B381CAA3A21}">
      <dgm:prSet/>
      <dgm:spPr/>
      <dgm:t>
        <a:bodyPr/>
        <a:lstStyle/>
        <a:p>
          <a:r>
            <a:rPr lang="en-US" b="0" i="0" dirty="0"/>
            <a:t>just as any value</a:t>
          </a:r>
          <a:endParaRPr lang="en-US" dirty="0"/>
        </a:p>
      </dgm:t>
    </dgm:pt>
    <dgm:pt modelId="{0DE43EC4-864A-48B2-B029-841B47278A8B}" type="parTrans" cxnId="{11820AA4-DDEC-4FC1-903B-30A0D56E72FB}">
      <dgm:prSet/>
      <dgm:spPr/>
      <dgm:t>
        <a:bodyPr/>
        <a:lstStyle/>
        <a:p>
          <a:endParaRPr lang="en-US"/>
        </a:p>
      </dgm:t>
    </dgm:pt>
    <dgm:pt modelId="{45342D0D-B7C3-461C-81E4-07811F428F9E}" type="sibTrans" cxnId="{11820AA4-DDEC-4FC1-903B-30A0D56E72FB}">
      <dgm:prSet/>
      <dgm:spPr/>
      <dgm:t>
        <a:bodyPr/>
        <a:lstStyle/>
        <a:p>
          <a:endParaRPr lang="en-US"/>
        </a:p>
      </dgm:t>
    </dgm:pt>
    <dgm:pt modelId="{A40C00B9-9C34-4CFE-81CD-0B5AE389C547}">
      <dgm:prSet/>
      <dgm:spPr/>
      <dgm:t>
        <a:bodyPr/>
        <a:lstStyle/>
        <a:p>
          <a:r>
            <a:rPr lang="en-US" dirty="0" err="1"/>
            <a:t>data_only</a:t>
          </a:r>
          <a:r>
            <a:rPr lang="en-US" dirty="0"/>
            <a:t> keyword</a:t>
          </a:r>
        </a:p>
      </dgm:t>
    </dgm:pt>
    <dgm:pt modelId="{D0A39A2F-F19A-4D57-B196-6491BE3391D5}" type="parTrans" cxnId="{BCB0834D-36EC-4BB1-B363-D891283D0C91}">
      <dgm:prSet/>
      <dgm:spPr/>
      <dgm:t>
        <a:bodyPr/>
        <a:lstStyle/>
        <a:p>
          <a:endParaRPr lang="en-US"/>
        </a:p>
      </dgm:t>
    </dgm:pt>
    <dgm:pt modelId="{453061BB-6A3F-497E-9131-8736A961ED07}" type="sibTrans" cxnId="{BCB0834D-36EC-4BB1-B363-D891283D0C91}">
      <dgm:prSet/>
      <dgm:spPr/>
      <dgm:t>
        <a:bodyPr/>
        <a:lstStyle/>
        <a:p>
          <a:endParaRPr lang="en-US"/>
        </a:p>
      </dgm:t>
    </dgm:pt>
    <dgm:pt modelId="{D8376871-D650-45C1-B57A-3EDE37BE589F}">
      <dgm:prSet/>
      <dgm:spPr/>
      <dgm:t>
        <a:bodyPr/>
        <a:lstStyle/>
        <a:p>
          <a:r>
            <a:rPr lang="en-US" dirty="0"/>
            <a:t>pass </a:t>
          </a:r>
          <a:r>
            <a:rPr lang="en-US" b="1" dirty="0"/>
            <a:t>True</a:t>
          </a:r>
          <a:r>
            <a:rPr lang="en-US" dirty="0"/>
            <a:t> for the</a:t>
          </a:r>
          <a:r>
            <a:rPr lang="tr-TR" dirty="0"/>
            <a:t> </a:t>
          </a:r>
          <a:r>
            <a:rPr lang="en-US" b="1" dirty="0" err="1"/>
            <a:t>data_only</a:t>
          </a:r>
          <a:r>
            <a:rPr lang="tr-TR" b="1" dirty="0"/>
            <a:t> </a:t>
          </a:r>
          <a:r>
            <a:rPr lang="tr-TR" dirty="0" err="1"/>
            <a:t>keyword</a:t>
          </a:r>
          <a:r>
            <a:rPr lang="tr-TR" dirty="0"/>
            <a:t> </a:t>
          </a:r>
          <a:r>
            <a:rPr lang="en-US" dirty="0"/>
            <a:t>argument to </a:t>
          </a:r>
          <a:r>
            <a:rPr lang="en-US" dirty="0" err="1"/>
            <a:t>load_workbook</a:t>
          </a:r>
          <a:r>
            <a:rPr lang="en-US" dirty="0"/>
            <a:t>()</a:t>
          </a:r>
        </a:p>
      </dgm:t>
    </dgm:pt>
    <dgm:pt modelId="{C68FC5F8-F0FC-48BD-B5D1-432B2FFE9C25}" type="parTrans" cxnId="{25F249BE-76FC-4E99-ACDE-5E10C6EAA0D5}">
      <dgm:prSet/>
      <dgm:spPr/>
      <dgm:t>
        <a:bodyPr/>
        <a:lstStyle/>
        <a:p>
          <a:endParaRPr lang="en-US"/>
        </a:p>
      </dgm:t>
    </dgm:pt>
    <dgm:pt modelId="{A7AD0FD4-892F-4C6D-9F53-2CAB7FF98D58}" type="sibTrans" cxnId="{25F249BE-76FC-4E99-ACDE-5E10C6EAA0D5}">
      <dgm:prSet/>
      <dgm:spPr/>
      <dgm:t>
        <a:bodyPr/>
        <a:lstStyle/>
        <a:p>
          <a:endParaRPr lang="en-US"/>
        </a:p>
      </dgm:t>
    </dgm:pt>
    <dgm:pt modelId="{72619371-0BDC-4F9B-95AA-BB835DA7C27F}">
      <dgm:prSet/>
      <dgm:spPr/>
      <dgm:t>
        <a:bodyPr/>
        <a:lstStyle/>
        <a:p>
          <a:r>
            <a:rPr lang="en-US" dirty="0"/>
            <a:t>to see the </a:t>
          </a:r>
          <a:r>
            <a:rPr lang="en-US" b="1" dirty="0"/>
            <a:t>result of the calculation</a:t>
          </a:r>
          <a:r>
            <a:rPr lang="en-US" dirty="0"/>
            <a:t> for the formula</a:t>
          </a:r>
        </a:p>
      </dgm:t>
    </dgm:pt>
    <dgm:pt modelId="{7418C34D-044B-4562-AEF8-641F77ACF90B}" type="parTrans" cxnId="{99F4B9DE-EF2A-4D13-974A-D32CEF425AC5}">
      <dgm:prSet/>
      <dgm:spPr/>
      <dgm:t>
        <a:bodyPr/>
        <a:lstStyle/>
        <a:p>
          <a:endParaRPr lang="en-US"/>
        </a:p>
      </dgm:t>
    </dgm:pt>
    <dgm:pt modelId="{56B2EB89-1C4B-4498-9F5B-663C73B4B93C}" type="sibTrans" cxnId="{99F4B9DE-EF2A-4D13-974A-D32CEF425AC5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2">
        <dgm:presLayoutVars>
          <dgm:bulletEnabled val="1"/>
        </dgm:presLayoutVars>
      </dgm:prSet>
      <dgm:spPr/>
    </dgm:pt>
    <dgm:pt modelId="{C85EF6A0-664F-44DA-A9E9-EDCCA6836881}" type="pres">
      <dgm:prSet presAssocID="{6F5FAEC9-57F3-4DC7-B74B-5C54C1E38F79}" presName="space" presStyleCnt="0"/>
      <dgm:spPr/>
    </dgm:pt>
    <dgm:pt modelId="{5078A07E-0C26-4831-8E8B-70B8420A1658}" type="pres">
      <dgm:prSet presAssocID="{A40C00B9-9C34-4CFE-81CD-0B5AE389C547}" presName="composite" presStyleCnt="0"/>
      <dgm:spPr/>
    </dgm:pt>
    <dgm:pt modelId="{7EF42BAB-BD6B-40F8-8A3F-09795DF6BCEB}" type="pres">
      <dgm:prSet presAssocID="{A40C00B9-9C34-4CFE-81CD-0B5AE389C54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BAE23E5-A302-48F8-A2AC-79F22FC3D843}" type="pres">
      <dgm:prSet presAssocID="{A40C00B9-9C34-4CFE-81CD-0B5AE389C54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BCB0834D-36EC-4BB1-B363-D891283D0C91}" srcId="{C78304F4-D179-4721-A6B5-32064CF4DFDC}" destId="{A40C00B9-9C34-4CFE-81CD-0B5AE389C547}" srcOrd="1" destOrd="0" parTransId="{D0A39A2F-F19A-4D57-B196-6491BE3391D5}" sibTransId="{453061BB-6A3F-497E-9131-8736A961ED07}"/>
    <dgm:cxn modelId="{04EA3E73-E3FC-4434-87E9-79CD2EC323BB}" type="presOf" srcId="{8A2261AB-032B-4A5D-95FC-C02BEC0859C5}" destId="{4FF7C416-F19C-4395-990B-6CB5CC392105}" srcOrd="0" destOrd="0" presId="urn:microsoft.com/office/officeart/2005/8/layout/hList1"/>
    <dgm:cxn modelId="{CD680E86-A66A-4AC9-AE1C-02EA27C47737}" type="presOf" srcId="{5EBC9892-0CE3-4AE5-9FE9-2B381CAA3A21}" destId="{4FF7C416-F19C-4395-990B-6CB5CC392105}" srcOrd="0" destOrd="1" presId="urn:microsoft.com/office/officeart/2005/8/layout/hList1"/>
    <dgm:cxn modelId="{C9E2F091-7FD1-44E7-AAE0-3A1402B7E50A}" srcId="{385F095F-4171-49ED-95D8-3D1BFEA411D9}" destId="{8A2261AB-032B-4A5D-95FC-C02BEC0859C5}" srcOrd="0" destOrd="0" parTransId="{AD74D815-FC79-4362-8597-A3F26B4BC04D}" sibTransId="{0D97333A-03D4-412F-9136-6BD85CD0E22C}"/>
    <dgm:cxn modelId="{35EB20A2-54B9-4403-A27B-97D449B59E05}" type="presOf" srcId="{72619371-0BDC-4F9B-95AA-BB835DA7C27F}" destId="{9BAE23E5-A302-48F8-A2AC-79F22FC3D843}" srcOrd="0" destOrd="1" presId="urn:microsoft.com/office/officeart/2005/8/layout/hList1"/>
    <dgm:cxn modelId="{11820AA4-DDEC-4FC1-903B-30A0D56E72FB}" srcId="{385F095F-4171-49ED-95D8-3D1BFEA411D9}" destId="{5EBC9892-0CE3-4AE5-9FE9-2B381CAA3A21}" srcOrd="1" destOrd="0" parTransId="{0DE43EC4-864A-48B2-B029-841B47278A8B}" sibTransId="{45342D0D-B7C3-461C-81E4-07811F428F9E}"/>
    <dgm:cxn modelId="{F764A5B5-E3B1-4945-B67D-E0DD40A66697}" type="presOf" srcId="{A40C00B9-9C34-4CFE-81CD-0B5AE389C547}" destId="{7EF42BAB-BD6B-40F8-8A3F-09795DF6BCEB}" srcOrd="0" destOrd="0" presId="urn:microsoft.com/office/officeart/2005/8/layout/hList1"/>
    <dgm:cxn modelId="{574932B8-2635-4F73-86A9-7326CA0A8EDB}" type="presOf" srcId="{D8376871-D650-45C1-B57A-3EDE37BE589F}" destId="{9BAE23E5-A302-48F8-A2AC-79F22FC3D843}" srcOrd="0" destOrd="0" presId="urn:microsoft.com/office/officeart/2005/8/layout/hList1"/>
    <dgm:cxn modelId="{25F249BE-76FC-4E99-ACDE-5E10C6EAA0D5}" srcId="{A40C00B9-9C34-4CFE-81CD-0B5AE389C547}" destId="{D8376871-D650-45C1-B57A-3EDE37BE589F}" srcOrd="0" destOrd="0" parTransId="{C68FC5F8-F0FC-48BD-B5D1-432B2FFE9C25}" sibTransId="{A7AD0FD4-892F-4C6D-9F53-2CAB7FF98D58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99F4B9DE-EF2A-4D13-974A-D32CEF425AC5}" srcId="{A40C00B9-9C34-4CFE-81CD-0B5AE389C547}" destId="{72619371-0BDC-4F9B-95AA-BB835DA7C27F}" srcOrd="1" destOrd="0" parTransId="{7418C34D-044B-4562-AEF8-641F77ACF90B}" sibTransId="{56B2EB89-1C4B-4498-9F5B-663C73B4B93C}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D64FDCF5-FCC6-478C-A36C-ADB3B3A81360}" type="presParOf" srcId="{6990C48B-54EC-471F-B665-1DBB19BEC324}" destId="{C85EF6A0-664F-44DA-A9E9-EDCCA6836881}" srcOrd="1" destOrd="0" presId="urn:microsoft.com/office/officeart/2005/8/layout/hList1"/>
    <dgm:cxn modelId="{07E0609E-7D67-4375-A5B5-B7CFE499E401}" type="presParOf" srcId="{6990C48B-54EC-471F-B665-1DBB19BEC324}" destId="{5078A07E-0C26-4831-8E8B-70B8420A1658}" srcOrd="2" destOrd="0" presId="urn:microsoft.com/office/officeart/2005/8/layout/hList1"/>
    <dgm:cxn modelId="{70B44F0F-EC5E-41E9-8694-91CF82EC94F6}" type="presParOf" srcId="{5078A07E-0C26-4831-8E8B-70B8420A1658}" destId="{7EF42BAB-BD6B-40F8-8A3F-09795DF6BCEB}" srcOrd="0" destOrd="0" presId="urn:microsoft.com/office/officeart/2005/8/layout/hList1"/>
    <dgm:cxn modelId="{C11A421E-BE11-495A-8F73-02C234131C5A}" type="presParOf" srcId="{5078A07E-0C26-4831-8E8B-70B8420A1658}" destId="{9BAE23E5-A302-48F8-A2AC-79F22FC3D8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tr-TR" b="0" i="0" dirty="0" err="1"/>
            <a:t>Adjusting</a:t>
          </a:r>
          <a:r>
            <a:rPr lang="tr-TR" b="0" i="0" dirty="0"/>
            <a:t> </a:t>
          </a:r>
          <a:r>
            <a:rPr lang="tr-TR" b="0" i="0" dirty="0" err="1"/>
            <a:t>cell</a:t>
          </a:r>
          <a:r>
            <a:rPr lang="tr-TR" b="0" i="0" dirty="0"/>
            <a:t> size </a:t>
          </a:r>
          <a:r>
            <a:rPr lang="tr-TR" b="0" i="0" dirty="0" err="1"/>
            <a:t>programmatically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96CBC225-8A9A-4535-A86C-51A07B64E2DA}">
      <dgm:prSet/>
      <dgm:spPr/>
      <dgm:t>
        <a:bodyPr/>
        <a:lstStyle/>
        <a:p>
          <a:r>
            <a:rPr lang="tr-TR" dirty="0" err="1"/>
            <a:t>to</a:t>
          </a:r>
          <a:r>
            <a:rPr lang="tr-TR" dirty="0"/>
            <a:t> </a:t>
          </a:r>
          <a:r>
            <a:rPr lang="en-US" dirty="0"/>
            <a:t>set a row</a:t>
          </a:r>
          <a:r>
            <a:rPr lang="tr-TR" dirty="0"/>
            <a:t> </a:t>
          </a:r>
          <a:r>
            <a:rPr lang="en-US" dirty="0"/>
            <a:t>or column’s size</a:t>
          </a:r>
        </a:p>
      </dgm:t>
    </dgm:pt>
    <dgm:pt modelId="{2310582E-D403-4B51-B899-F3A2129E45B5}" type="parTrans" cxnId="{5B29F8AA-3841-4DB4-B4ED-08B0322A0BDB}">
      <dgm:prSet/>
      <dgm:spPr/>
      <dgm:t>
        <a:bodyPr/>
        <a:lstStyle/>
        <a:p>
          <a:endParaRPr lang="en-US"/>
        </a:p>
      </dgm:t>
    </dgm:pt>
    <dgm:pt modelId="{FC8C66DD-384B-4567-94AB-7AEB1F673813}" type="sibTrans" cxnId="{5B29F8AA-3841-4DB4-B4ED-08B0322A0BDB}">
      <dgm:prSet/>
      <dgm:spPr/>
      <dgm:t>
        <a:bodyPr/>
        <a:lstStyle/>
        <a:p>
          <a:endParaRPr lang="en-US"/>
        </a:p>
      </dgm:t>
    </dgm:pt>
    <dgm:pt modelId="{CE019957-41D2-42EB-B9E9-E7EEEA1A0015}">
      <dgm:prSet/>
      <dgm:spPr/>
      <dgm:t>
        <a:bodyPr/>
        <a:lstStyle/>
        <a:p>
          <a:r>
            <a:rPr lang="en-US" dirty="0"/>
            <a:t>based on cells’ contents</a:t>
          </a:r>
        </a:p>
      </dgm:t>
    </dgm:pt>
    <dgm:pt modelId="{6169061F-EB19-4867-AAE3-EC7D4CE120B1}" type="parTrans" cxnId="{6527B3B5-C251-4102-A886-7E5AE3E95C84}">
      <dgm:prSet/>
      <dgm:spPr/>
      <dgm:t>
        <a:bodyPr/>
        <a:lstStyle/>
        <a:p>
          <a:endParaRPr lang="en-US"/>
        </a:p>
      </dgm:t>
    </dgm:pt>
    <dgm:pt modelId="{8A72A831-FD96-4419-88D0-8A305845B96F}" type="sibTrans" cxnId="{6527B3B5-C251-4102-A886-7E5AE3E95C84}">
      <dgm:prSet/>
      <dgm:spPr/>
      <dgm:t>
        <a:bodyPr/>
        <a:lstStyle/>
        <a:p>
          <a:endParaRPr lang="en-US"/>
        </a:p>
      </dgm:t>
    </dgm:pt>
    <dgm:pt modelId="{B53FB7EF-1761-470B-BC37-86531F3585CF}">
      <dgm:prSet/>
      <dgm:spPr/>
      <dgm:t>
        <a:bodyPr/>
        <a:lstStyle/>
        <a:p>
          <a:r>
            <a:rPr lang="en-US" dirty="0"/>
            <a:t>in a</a:t>
          </a:r>
          <a:r>
            <a:rPr lang="tr-TR" dirty="0"/>
            <a:t> </a:t>
          </a:r>
          <a:r>
            <a:rPr lang="en-US" dirty="0"/>
            <a:t>large number of spreadsheet files</a:t>
          </a:r>
        </a:p>
      </dgm:t>
    </dgm:pt>
    <dgm:pt modelId="{907106EE-6492-460D-9DD7-A4B7E38E2B2D}" type="parTrans" cxnId="{B1990573-CD3B-4CBC-BB8B-3448601E0C42}">
      <dgm:prSet/>
      <dgm:spPr/>
      <dgm:t>
        <a:bodyPr/>
        <a:lstStyle/>
        <a:p>
          <a:endParaRPr lang="en-US"/>
        </a:p>
      </dgm:t>
    </dgm:pt>
    <dgm:pt modelId="{0681537B-E46D-4EAE-B708-BC68D6D6DE15}" type="sibTrans" cxnId="{B1990573-CD3B-4CBC-BB8B-3448601E0C42}">
      <dgm:prSet/>
      <dgm:spPr/>
      <dgm:t>
        <a:bodyPr/>
        <a:lstStyle/>
        <a:p>
          <a:endParaRPr lang="en-US"/>
        </a:p>
      </dgm:t>
    </dgm:pt>
    <dgm:pt modelId="{A6B71B2C-4ADB-4EF1-8B68-A8E9CDB85924}">
      <dgm:prSet/>
      <dgm:spPr/>
      <dgm:t>
        <a:bodyPr/>
        <a:lstStyle/>
        <a:p>
          <a:r>
            <a:rPr lang="tr-TR" dirty="0"/>
            <a:t>Set </a:t>
          </a:r>
          <a:r>
            <a:rPr lang="tr-TR" dirty="0" err="1"/>
            <a:t>the</a:t>
          </a:r>
          <a:r>
            <a:rPr lang="tr-TR" dirty="0"/>
            <a:t> </a:t>
          </a:r>
          <a:r>
            <a:rPr lang="tr-TR" dirty="0" err="1"/>
            <a:t>attributes</a:t>
          </a:r>
          <a:r>
            <a:rPr lang="tr-TR" dirty="0"/>
            <a:t>: </a:t>
          </a:r>
          <a:r>
            <a:rPr lang="en-US" b="1" dirty="0" err="1"/>
            <a:t>row_dimensions</a:t>
          </a:r>
          <a:r>
            <a:rPr lang="tr-TR" b="1" dirty="0"/>
            <a:t>  </a:t>
          </a:r>
          <a:r>
            <a:rPr lang="en-US" b="1" dirty="0" err="1"/>
            <a:t>column_dimensions</a:t>
          </a:r>
          <a:endParaRPr lang="en-US" dirty="0"/>
        </a:p>
      </dgm:t>
    </dgm:pt>
    <dgm:pt modelId="{C8B5E367-DB17-42D2-A013-32AD5A07CF48}" type="parTrans" cxnId="{5E390A49-2D5A-48F3-93E2-FDAD8D1DC798}">
      <dgm:prSet/>
      <dgm:spPr/>
      <dgm:t>
        <a:bodyPr/>
        <a:lstStyle/>
        <a:p>
          <a:endParaRPr lang="en-US"/>
        </a:p>
      </dgm:t>
    </dgm:pt>
    <dgm:pt modelId="{F5E5F49E-DFBF-4FC0-AB42-8D4812AE7696}" type="sibTrans" cxnId="{5E390A49-2D5A-48F3-93E2-FDAD8D1DC798}">
      <dgm:prSet/>
      <dgm:spPr/>
      <dgm:t>
        <a:bodyPr/>
        <a:lstStyle/>
        <a:p>
          <a:endParaRPr lang="en-US"/>
        </a:p>
      </dgm:t>
    </dgm:pt>
    <dgm:pt modelId="{D2EB96C1-EBB1-43F0-B273-1C5F7DB03EA9}">
      <dgm:prSet/>
      <dgm:spPr/>
      <dgm:t>
        <a:bodyPr/>
        <a:lstStyle/>
        <a:p>
          <a:r>
            <a:rPr lang="en-US" b="0" i="0"/>
            <a:t>write </a:t>
          </a:r>
          <a:r>
            <a:rPr lang="en-US" b="0" i="0" dirty="0"/>
            <a:t>a Python</a:t>
          </a:r>
          <a:r>
            <a:rPr lang="tr-TR" b="0" i="0" dirty="0"/>
            <a:t> </a:t>
          </a:r>
          <a:r>
            <a:rPr lang="en-US" b="0" i="0" dirty="0"/>
            <a:t>program</a:t>
          </a:r>
          <a:endParaRPr lang="en-US" dirty="0"/>
        </a:p>
      </dgm:t>
    </dgm:pt>
    <dgm:pt modelId="{C3B881BB-C83E-4FEB-B8A4-E241C16ABA9F}" type="parTrans" cxnId="{C9A1CDD6-F042-46F5-8BA7-106A1F8FBDA5}">
      <dgm:prSet/>
      <dgm:spPr/>
      <dgm:t>
        <a:bodyPr/>
        <a:lstStyle/>
        <a:p>
          <a:endParaRPr lang="en-US"/>
        </a:p>
      </dgm:t>
    </dgm:pt>
    <dgm:pt modelId="{010A0586-AD3B-4475-ADF4-7128E53DAC82}" type="sibTrans" cxnId="{C9A1CDD6-F042-46F5-8BA7-106A1F8FBDA5}">
      <dgm:prSet/>
      <dgm:spPr/>
      <dgm:t>
        <a:bodyPr/>
        <a:lstStyle/>
        <a:p>
          <a:endParaRPr lang="en-US"/>
        </a:p>
      </dgm:t>
    </dgm:pt>
    <dgm:pt modelId="{CE0B3D31-D38C-4B29-A7AA-7A4C5F75F0E6}">
      <dgm:prSet/>
      <dgm:spPr/>
      <dgm:t>
        <a:bodyPr/>
        <a:lstStyle/>
        <a:p>
          <a:r>
            <a:rPr lang="tr-TR" dirty="0"/>
            <a:t>Control</a:t>
          </a:r>
          <a:endParaRPr lang="en-US" dirty="0"/>
        </a:p>
      </dgm:t>
    </dgm:pt>
    <dgm:pt modelId="{4507BAC9-E36A-4DA7-8633-986F8211D6B3}" type="parTrans" cxnId="{F9D62A82-B6E4-433B-B1FF-F1A427061463}">
      <dgm:prSet/>
      <dgm:spPr/>
      <dgm:t>
        <a:bodyPr/>
        <a:lstStyle/>
        <a:p>
          <a:endParaRPr lang="en-US"/>
        </a:p>
      </dgm:t>
    </dgm:pt>
    <dgm:pt modelId="{66F00841-1BFF-41BC-A24B-916D26552B12}" type="sibTrans" cxnId="{F9D62A82-B6E4-433B-B1FF-F1A427061463}">
      <dgm:prSet/>
      <dgm:spPr/>
      <dgm:t>
        <a:bodyPr/>
        <a:lstStyle/>
        <a:p>
          <a:endParaRPr lang="en-US"/>
        </a:p>
      </dgm:t>
    </dgm:pt>
    <dgm:pt modelId="{A5A4928C-4D14-4D84-840F-3EA912DFEA22}">
      <dgm:prSet/>
      <dgm:spPr/>
      <dgm:t>
        <a:bodyPr/>
        <a:lstStyle/>
        <a:p>
          <a:r>
            <a:rPr lang="en-US" dirty="0"/>
            <a:t>row heights</a:t>
          </a:r>
          <a:r>
            <a:rPr lang="tr-TR" dirty="0"/>
            <a:t> &amp; </a:t>
          </a:r>
          <a:r>
            <a:rPr lang="en-US" dirty="0"/>
            <a:t>column widths</a:t>
          </a:r>
        </a:p>
      </dgm:t>
    </dgm:pt>
    <dgm:pt modelId="{C87985E8-502C-42CE-9AD7-F61A807CFEDD}" type="parTrans" cxnId="{5674554B-6988-41D3-AF87-F449040A8805}">
      <dgm:prSet/>
      <dgm:spPr/>
      <dgm:t>
        <a:bodyPr/>
        <a:lstStyle/>
        <a:p>
          <a:endParaRPr lang="en-US"/>
        </a:p>
      </dgm:t>
    </dgm:pt>
    <dgm:pt modelId="{364BEBD5-70D0-4318-B51E-3D67E60BEEFA}" type="sibTrans" cxnId="{5674554B-6988-41D3-AF87-F449040A8805}">
      <dgm:prSet/>
      <dgm:spPr/>
      <dgm:t>
        <a:bodyPr/>
        <a:lstStyle/>
        <a:p>
          <a:endParaRPr lang="en-US"/>
        </a:p>
      </dgm:t>
    </dgm:pt>
    <dgm:pt modelId="{992928E9-423B-4D31-90DA-61A22E1C48CD}">
      <dgm:prSet/>
      <dgm:spPr/>
      <dgm:t>
        <a:bodyPr/>
        <a:lstStyle/>
        <a:p>
          <a:r>
            <a:rPr lang="en-US" dirty="0"/>
            <a:t>The row height</a:t>
          </a:r>
        </a:p>
      </dgm:t>
    </dgm:pt>
    <dgm:pt modelId="{E480386F-4D56-4332-8CE3-16F3B02FC3E8}" type="parTrans" cxnId="{6DCC7604-ACB6-44BB-9357-BDDDA6B22201}">
      <dgm:prSet/>
      <dgm:spPr/>
      <dgm:t>
        <a:bodyPr/>
        <a:lstStyle/>
        <a:p>
          <a:endParaRPr lang="en-US"/>
        </a:p>
      </dgm:t>
    </dgm:pt>
    <dgm:pt modelId="{0024ECFD-F606-48D7-A687-DF5A39541639}" type="sibTrans" cxnId="{6DCC7604-ACB6-44BB-9357-BDDDA6B22201}">
      <dgm:prSet/>
      <dgm:spPr/>
      <dgm:t>
        <a:bodyPr/>
        <a:lstStyle/>
        <a:p>
          <a:endParaRPr lang="en-US"/>
        </a:p>
      </dgm:t>
    </dgm:pt>
    <dgm:pt modelId="{DA5C2B9E-4F66-4754-9CB3-0244B878B56D}">
      <dgm:prSet/>
      <dgm:spPr/>
      <dgm:t>
        <a:bodyPr/>
        <a:lstStyle/>
        <a:p>
          <a:r>
            <a:rPr lang="en-US" dirty="0"/>
            <a:t>set to an integer or float value between 0 and 409. </a:t>
          </a:r>
        </a:p>
      </dgm:t>
    </dgm:pt>
    <dgm:pt modelId="{A7F8FAFE-DBAB-4DA1-8E96-B62DC3DAAECB}" type="parTrans" cxnId="{63519456-3517-464B-9CC2-406F4FCA100A}">
      <dgm:prSet/>
      <dgm:spPr/>
      <dgm:t>
        <a:bodyPr/>
        <a:lstStyle/>
        <a:p>
          <a:endParaRPr lang="en-US"/>
        </a:p>
      </dgm:t>
    </dgm:pt>
    <dgm:pt modelId="{58DE05F4-121B-4789-A5A2-CBAA51577334}" type="sibTrans" cxnId="{63519456-3517-464B-9CC2-406F4FCA100A}">
      <dgm:prSet/>
      <dgm:spPr/>
      <dgm:t>
        <a:bodyPr/>
        <a:lstStyle/>
        <a:p>
          <a:endParaRPr lang="en-US"/>
        </a:p>
      </dgm:t>
    </dgm:pt>
    <dgm:pt modelId="{CE4D545C-E1A4-44EC-9BB1-94A7B0331ACD}">
      <dgm:prSet/>
      <dgm:spPr/>
      <dgm:t>
        <a:bodyPr/>
        <a:lstStyle/>
        <a:p>
          <a:r>
            <a:rPr lang="en-US" dirty="0"/>
            <a:t>one point equals 1/72 of an inch</a:t>
          </a:r>
        </a:p>
      </dgm:t>
    </dgm:pt>
    <dgm:pt modelId="{CE9D3549-D8A2-49D8-B77E-4B0DA929D4AC}" type="parTrans" cxnId="{6347F878-5FCE-4F9F-91CD-36D0653EACF1}">
      <dgm:prSet/>
      <dgm:spPr/>
      <dgm:t>
        <a:bodyPr/>
        <a:lstStyle/>
        <a:p>
          <a:endParaRPr lang="en-US"/>
        </a:p>
      </dgm:t>
    </dgm:pt>
    <dgm:pt modelId="{1D230AC5-44E9-4A61-898E-7E8BEED4B21D}" type="sibTrans" cxnId="{6347F878-5FCE-4F9F-91CD-36D0653EACF1}">
      <dgm:prSet/>
      <dgm:spPr/>
      <dgm:t>
        <a:bodyPr/>
        <a:lstStyle/>
        <a:p>
          <a:endParaRPr lang="en-US"/>
        </a:p>
      </dgm:t>
    </dgm:pt>
    <dgm:pt modelId="{DD2AB211-402B-4E9C-B79C-CBE3B329FE3F}">
      <dgm:prSet/>
      <dgm:spPr/>
      <dgm:t>
        <a:bodyPr/>
        <a:lstStyle/>
        <a:p>
          <a:r>
            <a:rPr lang="en-US"/>
            <a:t>represents </a:t>
          </a:r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height measured in points</a:t>
          </a:r>
        </a:p>
      </dgm:t>
    </dgm:pt>
    <dgm:pt modelId="{C4179E8C-8E27-44BF-92DB-335CE6C71B35}" type="parTrans" cxnId="{CF447146-81F3-4E81-9A5C-5241036E35A4}">
      <dgm:prSet/>
      <dgm:spPr/>
      <dgm:t>
        <a:bodyPr/>
        <a:lstStyle/>
        <a:p>
          <a:endParaRPr lang="en-US"/>
        </a:p>
      </dgm:t>
    </dgm:pt>
    <dgm:pt modelId="{0862EBA1-3405-4681-9EC9-F38503E0AE5E}" type="sibTrans" cxnId="{CF447146-81F3-4E81-9A5C-5241036E35A4}">
      <dgm:prSet/>
      <dgm:spPr/>
      <dgm:t>
        <a:bodyPr/>
        <a:lstStyle/>
        <a:p>
          <a:endParaRPr lang="en-US"/>
        </a:p>
      </dgm:t>
    </dgm:pt>
    <dgm:pt modelId="{BCB4BEA0-BDE8-4ADA-94F7-8A27EE282BD1}">
      <dgm:prSet/>
      <dgm:spPr/>
      <dgm:t>
        <a:bodyPr/>
        <a:lstStyle/>
        <a:p>
          <a:r>
            <a:rPr lang="en-US" dirty="0"/>
            <a:t>column width</a:t>
          </a:r>
        </a:p>
      </dgm:t>
    </dgm:pt>
    <dgm:pt modelId="{F8438A24-5D01-4242-BAC8-CA4B84BA4E45}" type="parTrans" cxnId="{E29974B7-3BD8-4343-847C-5BEB568193CB}">
      <dgm:prSet/>
      <dgm:spPr/>
      <dgm:t>
        <a:bodyPr/>
        <a:lstStyle/>
        <a:p>
          <a:endParaRPr lang="en-US"/>
        </a:p>
      </dgm:t>
    </dgm:pt>
    <dgm:pt modelId="{F9738A73-5578-4F44-A278-F9A5467FCE00}" type="sibTrans" cxnId="{E29974B7-3BD8-4343-847C-5BEB568193CB}">
      <dgm:prSet/>
      <dgm:spPr/>
      <dgm:t>
        <a:bodyPr/>
        <a:lstStyle/>
        <a:p>
          <a:endParaRPr lang="en-US"/>
        </a:p>
      </dgm:t>
    </dgm:pt>
    <dgm:pt modelId="{613A162C-03A8-4779-8531-DD55A100FB15}">
      <dgm:prSet/>
      <dgm:spPr/>
      <dgm:t>
        <a:bodyPr/>
        <a:lstStyle/>
        <a:p>
          <a:r>
            <a:rPr lang="en-US" dirty="0"/>
            <a:t>can be set to an integer or</a:t>
          </a:r>
          <a:r>
            <a:rPr lang="tr-TR" dirty="0"/>
            <a:t> </a:t>
          </a:r>
          <a:r>
            <a:rPr lang="en-US" dirty="0"/>
            <a:t>float value</a:t>
          </a:r>
        </a:p>
      </dgm:t>
    </dgm:pt>
    <dgm:pt modelId="{7A62A53F-7445-4BBF-B0D2-53FF725469A3}" type="parTrans" cxnId="{9D98A16F-4912-4132-BA63-CF6B70DDC564}">
      <dgm:prSet/>
      <dgm:spPr/>
      <dgm:t>
        <a:bodyPr/>
        <a:lstStyle/>
        <a:p>
          <a:endParaRPr lang="en-US"/>
        </a:p>
      </dgm:t>
    </dgm:pt>
    <dgm:pt modelId="{38AFCDD2-1F68-4363-A108-C9C5687B0434}" type="sibTrans" cxnId="{9D98A16F-4912-4132-BA63-CF6B70DDC564}">
      <dgm:prSet/>
      <dgm:spPr/>
      <dgm:t>
        <a:bodyPr/>
        <a:lstStyle/>
        <a:p>
          <a:endParaRPr lang="en-US"/>
        </a:p>
      </dgm:t>
    </dgm:pt>
    <dgm:pt modelId="{848EC786-58BC-4F2A-B1C2-01037F2F6EA2}">
      <dgm:prSet/>
      <dgm:spPr/>
      <dgm:t>
        <a:bodyPr/>
        <a:lstStyle/>
        <a:p>
          <a:r>
            <a:rPr lang="en-US" dirty="0"/>
            <a:t>between 0 and 255</a:t>
          </a:r>
        </a:p>
      </dgm:t>
    </dgm:pt>
    <dgm:pt modelId="{629C8D9F-F5E6-40DA-940E-1488F6072D1F}" type="parTrans" cxnId="{4D9C77C5-409C-4E2D-A4FB-C0DF4B1A026C}">
      <dgm:prSet/>
      <dgm:spPr/>
      <dgm:t>
        <a:bodyPr/>
        <a:lstStyle/>
        <a:p>
          <a:endParaRPr lang="en-US"/>
        </a:p>
      </dgm:t>
    </dgm:pt>
    <dgm:pt modelId="{A22EDB05-8124-41E8-8784-91DD614CC640}" type="sibTrans" cxnId="{4D9C77C5-409C-4E2D-A4FB-C0DF4B1A026C}">
      <dgm:prSet/>
      <dgm:spPr/>
      <dgm:t>
        <a:bodyPr/>
        <a:lstStyle/>
        <a:p>
          <a:endParaRPr lang="en-US"/>
        </a:p>
      </dgm:t>
    </dgm:pt>
    <dgm:pt modelId="{CC29A2FD-B0F8-414D-993B-BF842BAE8F66}">
      <dgm:prSet/>
      <dgm:spPr/>
      <dgm:t>
        <a:bodyPr/>
        <a:lstStyle/>
        <a:p>
          <a:r>
            <a:rPr lang="en-US" dirty="0"/>
            <a:t>represents the number of characters</a:t>
          </a:r>
          <a:r>
            <a:rPr lang="tr-TR" dirty="0"/>
            <a:t> </a:t>
          </a:r>
          <a:r>
            <a:rPr lang="en-US" dirty="0"/>
            <a:t>at the default font size (11 point)</a:t>
          </a:r>
        </a:p>
      </dgm:t>
    </dgm:pt>
    <dgm:pt modelId="{6BA16916-7BC4-49A4-AC15-7543C823151E}" type="parTrans" cxnId="{85B8AAE7-BE72-47EE-BFE1-30A1D166F934}">
      <dgm:prSet/>
      <dgm:spPr/>
      <dgm:t>
        <a:bodyPr/>
        <a:lstStyle/>
        <a:p>
          <a:endParaRPr lang="en-US"/>
        </a:p>
      </dgm:t>
    </dgm:pt>
    <dgm:pt modelId="{DE52806F-7B30-430E-842A-EC3D02D0082C}" type="sibTrans" cxnId="{85B8AAE7-BE72-47EE-BFE1-30A1D166F934}">
      <dgm:prSet/>
      <dgm:spPr/>
      <dgm:t>
        <a:bodyPr/>
        <a:lstStyle/>
        <a:p>
          <a:endParaRPr lang="en-US"/>
        </a:p>
      </dgm:t>
    </dgm:pt>
    <dgm:pt modelId="{309F17B4-D32B-4B86-BBAC-38B9B81C1A49}">
      <dgm:prSet/>
      <dgm:spPr/>
      <dgm:t>
        <a:bodyPr/>
        <a:lstStyle/>
        <a:p>
          <a:r>
            <a:rPr lang="en-US"/>
            <a:t>that </a:t>
          </a:r>
          <a:r>
            <a:rPr lang="en-US" dirty="0"/>
            <a:t>can be displayed in the cell</a:t>
          </a:r>
        </a:p>
      </dgm:t>
    </dgm:pt>
    <dgm:pt modelId="{2BF86D3E-1D3E-4184-BA9A-A5BE95E93C4E}" type="parTrans" cxnId="{ADB2C8F5-E397-407F-9CA6-425F73E577A4}">
      <dgm:prSet/>
      <dgm:spPr/>
      <dgm:t>
        <a:bodyPr/>
        <a:lstStyle/>
        <a:p>
          <a:endParaRPr lang="en-US"/>
        </a:p>
      </dgm:t>
    </dgm:pt>
    <dgm:pt modelId="{96BA37B2-A5D1-4958-BB42-04ABCE404DD6}" type="sibTrans" cxnId="{ADB2C8F5-E397-407F-9CA6-425F73E577A4}">
      <dgm:prSet/>
      <dgm:spPr/>
      <dgm:t>
        <a:bodyPr/>
        <a:lstStyle/>
        <a:p>
          <a:endParaRPr lang="en-US"/>
        </a:p>
      </dgm:t>
    </dgm:pt>
    <dgm:pt modelId="{6547C01E-574A-4C05-B437-866C32C755F1}">
      <dgm:prSet/>
      <dgm:spPr/>
      <dgm:t>
        <a:bodyPr/>
        <a:lstStyle/>
        <a:p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default</a:t>
          </a:r>
          <a:r>
            <a:rPr lang="tr-TR" dirty="0"/>
            <a:t> </a:t>
          </a:r>
          <a:r>
            <a:rPr lang="en-US" dirty="0"/>
            <a:t>column width is 8.43 characters</a:t>
          </a:r>
        </a:p>
      </dgm:t>
    </dgm:pt>
    <dgm:pt modelId="{EA3870D1-3E1C-494F-932A-29B0D7A87D63}" type="parTrans" cxnId="{8F394936-38DA-4028-9458-457068B4CD8D}">
      <dgm:prSet/>
      <dgm:spPr/>
      <dgm:t>
        <a:bodyPr/>
        <a:lstStyle/>
        <a:p>
          <a:endParaRPr lang="en-US"/>
        </a:p>
      </dgm:t>
    </dgm:pt>
    <dgm:pt modelId="{489E90E1-8CE6-408B-B163-30AEF0CB7E38}" type="sibTrans" cxnId="{8F394936-38DA-4028-9458-457068B4CD8D}">
      <dgm:prSet/>
      <dgm:spPr/>
      <dgm:t>
        <a:bodyPr/>
        <a:lstStyle/>
        <a:p>
          <a:endParaRPr lang="en-US"/>
        </a:p>
      </dgm:t>
    </dgm:pt>
    <dgm:pt modelId="{45809D2B-9F76-436E-99A3-C4835E7472ED}">
      <dgm:prSet/>
      <dgm:spPr/>
      <dgm:t>
        <a:bodyPr/>
        <a:lstStyle/>
        <a:p>
          <a:r>
            <a:rPr lang="en-US"/>
            <a:t>The</a:t>
          </a:r>
          <a:r>
            <a:rPr lang="tr-TR"/>
            <a:t> </a:t>
          </a:r>
          <a:r>
            <a:rPr lang="en-US"/>
            <a:t>default</a:t>
          </a:r>
          <a:r>
            <a:rPr lang="tr-TR"/>
            <a:t> </a:t>
          </a:r>
          <a:r>
            <a:rPr lang="en-US"/>
            <a:t>row height is 12.75</a:t>
          </a:r>
          <a:endParaRPr lang="en-US" dirty="0"/>
        </a:p>
      </dgm:t>
    </dgm:pt>
    <dgm:pt modelId="{394DCC7B-7630-4A35-ABF5-2B1F3ECC8922}" type="parTrans" cxnId="{58FC043F-E266-4670-A3C8-FEDD3CE67DB3}">
      <dgm:prSet/>
      <dgm:spPr/>
    </dgm:pt>
    <dgm:pt modelId="{07004F06-73BD-4556-8BCC-75D4642765B2}" type="sibTrans" cxnId="{58FC043F-E266-4670-A3C8-FEDD3CE67DB3}">
      <dgm:prSet/>
      <dgm:spPr/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4">
        <dgm:presLayoutVars>
          <dgm:bulletEnabled val="1"/>
        </dgm:presLayoutVars>
      </dgm:prSet>
      <dgm:spPr/>
    </dgm:pt>
    <dgm:pt modelId="{D5D2256F-68D6-49F1-817B-DADC12C8F459}" type="pres">
      <dgm:prSet presAssocID="{6F5FAEC9-57F3-4DC7-B74B-5C54C1E38F79}" presName="space" presStyleCnt="0"/>
      <dgm:spPr/>
    </dgm:pt>
    <dgm:pt modelId="{13D52AF8-7DAF-4EB8-BDB1-E2D2AC851344}" type="pres">
      <dgm:prSet presAssocID="{CE0B3D31-D38C-4B29-A7AA-7A4C5F75F0E6}" presName="composite" presStyleCnt="0"/>
      <dgm:spPr/>
    </dgm:pt>
    <dgm:pt modelId="{8D3B2B79-1E22-489D-A32B-C81C1D3B114B}" type="pres">
      <dgm:prSet presAssocID="{CE0B3D31-D38C-4B29-A7AA-7A4C5F75F0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EBBDEE3-0181-4C89-8DB4-652C5901102E}" type="pres">
      <dgm:prSet presAssocID="{CE0B3D31-D38C-4B29-A7AA-7A4C5F75F0E6}" presName="desTx" presStyleLbl="alignAccFollowNode1" presStyleIdx="1" presStyleCnt="4">
        <dgm:presLayoutVars>
          <dgm:bulletEnabled val="1"/>
        </dgm:presLayoutVars>
      </dgm:prSet>
      <dgm:spPr/>
    </dgm:pt>
    <dgm:pt modelId="{D5C36503-DD8B-4CD7-BC53-140FE35D1415}" type="pres">
      <dgm:prSet presAssocID="{66F00841-1BFF-41BC-A24B-916D26552B12}" presName="space" presStyleCnt="0"/>
      <dgm:spPr/>
    </dgm:pt>
    <dgm:pt modelId="{C31F1D27-2278-4BA7-966F-18DE28910F18}" type="pres">
      <dgm:prSet presAssocID="{992928E9-423B-4D31-90DA-61A22E1C48CD}" presName="composite" presStyleCnt="0"/>
      <dgm:spPr/>
    </dgm:pt>
    <dgm:pt modelId="{407F52EB-7510-4E8D-A879-95F36AA1D6E4}" type="pres">
      <dgm:prSet presAssocID="{992928E9-423B-4D31-90DA-61A22E1C48C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3D7BC1D-34B3-47AC-B117-420433C8E136}" type="pres">
      <dgm:prSet presAssocID="{992928E9-423B-4D31-90DA-61A22E1C48CD}" presName="desTx" presStyleLbl="alignAccFollowNode1" presStyleIdx="2" presStyleCnt="4">
        <dgm:presLayoutVars>
          <dgm:bulletEnabled val="1"/>
        </dgm:presLayoutVars>
      </dgm:prSet>
      <dgm:spPr/>
    </dgm:pt>
    <dgm:pt modelId="{7F713A76-58AB-4D77-BF38-16200D736DD8}" type="pres">
      <dgm:prSet presAssocID="{0024ECFD-F606-48D7-A687-DF5A39541639}" presName="space" presStyleCnt="0"/>
      <dgm:spPr/>
    </dgm:pt>
    <dgm:pt modelId="{3496631E-543D-40A0-9AEA-529B8418326D}" type="pres">
      <dgm:prSet presAssocID="{BCB4BEA0-BDE8-4ADA-94F7-8A27EE282BD1}" presName="composite" presStyleCnt="0"/>
      <dgm:spPr/>
    </dgm:pt>
    <dgm:pt modelId="{9BB5A924-DAEA-489F-9226-C295495C15CE}" type="pres">
      <dgm:prSet presAssocID="{BCB4BEA0-BDE8-4ADA-94F7-8A27EE282BD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6DBA983-7853-429D-9546-36B779D1787A}" type="pres">
      <dgm:prSet presAssocID="{BCB4BEA0-BDE8-4ADA-94F7-8A27EE282BD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496D0104-F8BE-43C7-8CA1-73F417AAA0D2}" type="presOf" srcId="{CE0B3D31-D38C-4B29-A7AA-7A4C5F75F0E6}" destId="{8D3B2B79-1E22-489D-A32B-C81C1D3B114B}" srcOrd="0" destOrd="0" presId="urn:microsoft.com/office/officeart/2005/8/layout/hList1"/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6DCC7604-ACB6-44BB-9357-BDDDA6B22201}" srcId="{C78304F4-D179-4721-A6B5-32064CF4DFDC}" destId="{992928E9-423B-4D31-90DA-61A22E1C48CD}" srcOrd="2" destOrd="0" parTransId="{E480386F-4D56-4332-8CE3-16F3B02FC3E8}" sibTransId="{0024ECFD-F606-48D7-A687-DF5A39541639}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F19A5E0E-B3E3-4721-855A-515987CF3AC3}" type="presOf" srcId="{309F17B4-D32B-4B86-BBAC-38B9B81C1A49}" destId="{F6DBA983-7853-429D-9546-36B779D1787A}" srcOrd="0" destOrd="3" presId="urn:microsoft.com/office/officeart/2005/8/layout/hList1"/>
    <dgm:cxn modelId="{50722115-DF84-4770-87A5-E4F6846FFFC0}" type="presOf" srcId="{DA5C2B9E-4F66-4754-9CB3-0244B878B56D}" destId="{73D7BC1D-34B3-47AC-B117-420433C8E136}" srcOrd="0" destOrd="0" presId="urn:microsoft.com/office/officeart/2005/8/layout/hList1"/>
    <dgm:cxn modelId="{3E7CED1B-4B38-4F06-B76A-478DAEF9779E}" type="presOf" srcId="{BCB4BEA0-BDE8-4ADA-94F7-8A27EE282BD1}" destId="{9BB5A924-DAEA-489F-9226-C295495C15CE}" srcOrd="0" destOrd="0" presId="urn:microsoft.com/office/officeart/2005/8/layout/hList1"/>
    <dgm:cxn modelId="{B4892E1E-0E99-4112-A816-8EDEBAF5C915}" type="presOf" srcId="{B53FB7EF-1761-470B-BC37-86531F3585CF}" destId="{4FF7C416-F19C-4395-990B-6CB5CC392105}" srcOrd="0" destOrd="3" presId="urn:microsoft.com/office/officeart/2005/8/layout/hList1"/>
    <dgm:cxn modelId="{85581F30-66F8-40E1-9E8D-31B2F25897BC}" type="presOf" srcId="{6547C01E-574A-4C05-B437-866C32C755F1}" destId="{F6DBA983-7853-429D-9546-36B779D1787A}" srcOrd="0" destOrd="4" presId="urn:microsoft.com/office/officeart/2005/8/layout/hList1"/>
    <dgm:cxn modelId="{DE00B835-6D65-471A-8C6A-F2F3BE1AD131}" type="presOf" srcId="{96CBC225-8A9A-4535-A86C-51A07B64E2DA}" destId="{4FF7C416-F19C-4395-990B-6CB5CC392105}" srcOrd="0" destOrd="1" presId="urn:microsoft.com/office/officeart/2005/8/layout/hList1"/>
    <dgm:cxn modelId="{8F394936-38DA-4028-9458-457068B4CD8D}" srcId="{BCB4BEA0-BDE8-4ADA-94F7-8A27EE282BD1}" destId="{6547C01E-574A-4C05-B437-866C32C755F1}" srcOrd="4" destOrd="0" parTransId="{EA3870D1-3E1C-494F-932A-29B0D7A87D63}" sibTransId="{489E90E1-8CE6-408B-B163-30AEF0CB7E38}"/>
    <dgm:cxn modelId="{58FC043F-E266-4670-A3C8-FEDD3CE67DB3}" srcId="{992928E9-423B-4D31-90DA-61A22E1C48CD}" destId="{45809D2B-9F76-436E-99A3-C4835E7472ED}" srcOrd="3" destOrd="0" parTransId="{394DCC7B-7630-4A35-ABF5-2B1F3ECC8922}" sibTransId="{07004F06-73BD-4556-8BCC-75D4642765B2}"/>
    <dgm:cxn modelId="{E0A20C45-1E8D-4A3D-B6F1-7EE346553296}" type="presOf" srcId="{D2EB96C1-EBB1-43F0-B273-1C5F7DB03EA9}" destId="{4FF7C416-F19C-4395-990B-6CB5CC392105}" srcOrd="0" destOrd="0" presId="urn:microsoft.com/office/officeart/2005/8/layout/hList1"/>
    <dgm:cxn modelId="{CF447146-81F3-4E81-9A5C-5241036E35A4}" srcId="{992928E9-423B-4D31-90DA-61A22E1C48CD}" destId="{DD2AB211-402B-4E9C-B79C-CBE3B329FE3F}" srcOrd="1" destOrd="0" parTransId="{C4179E8C-8E27-44BF-92DB-335CE6C71B35}" sibTransId="{0862EBA1-3405-4681-9EC9-F38503E0AE5E}"/>
    <dgm:cxn modelId="{5E390A49-2D5A-48F3-93E2-FDAD8D1DC798}" srcId="{CE0B3D31-D38C-4B29-A7AA-7A4C5F75F0E6}" destId="{A6B71B2C-4ADB-4EF1-8B68-A8E9CDB85924}" srcOrd="1" destOrd="0" parTransId="{C8B5E367-DB17-42D2-A013-32AD5A07CF48}" sibTransId="{F5E5F49E-DFBF-4FC0-AB42-8D4812AE7696}"/>
    <dgm:cxn modelId="{5674554B-6988-41D3-AF87-F449040A8805}" srcId="{CE0B3D31-D38C-4B29-A7AA-7A4C5F75F0E6}" destId="{A5A4928C-4D14-4D84-840F-3EA912DFEA22}" srcOrd="0" destOrd="0" parTransId="{C87985E8-502C-42CE-9AD7-F61A807CFEDD}" sibTransId="{364BEBD5-70D0-4318-B51E-3D67E60BEEFA}"/>
    <dgm:cxn modelId="{05EDC74E-54E3-45EC-819A-0671A067FCA0}" type="presOf" srcId="{A6B71B2C-4ADB-4EF1-8B68-A8E9CDB85924}" destId="{8EBBDEE3-0181-4C89-8DB4-652C5901102E}" srcOrd="0" destOrd="1" presId="urn:microsoft.com/office/officeart/2005/8/layout/hList1"/>
    <dgm:cxn modelId="{9D98A16F-4912-4132-BA63-CF6B70DDC564}" srcId="{BCB4BEA0-BDE8-4ADA-94F7-8A27EE282BD1}" destId="{613A162C-03A8-4779-8531-DD55A100FB15}" srcOrd="0" destOrd="0" parTransId="{7A62A53F-7445-4BBF-B0D2-53FF725469A3}" sibTransId="{38AFCDD2-1F68-4363-A108-C9C5687B0434}"/>
    <dgm:cxn modelId="{B1990573-CD3B-4CBC-BB8B-3448601E0C42}" srcId="{385F095F-4171-49ED-95D8-3D1BFEA411D9}" destId="{B53FB7EF-1761-470B-BC37-86531F3585CF}" srcOrd="3" destOrd="0" parTransId="{907106EE-6492-460D-9DD7-A4B7E38E2B2D}" sibTransId="{0681537B-E46D-4EAE-B708-BC68D6D6DE15}"/>
    <dgm:cxn modelId="{63519456-3517-464B-9CC2-406F4FCA100A}" srcId="{992928E9-423B-4D31-90DA-61A22E1C48CD}" destId="{DA5C2B9E-4F66-4754-9CB3-0244B878B56D}" srcOrd="0" destOrd="0" parTransId="{A7F8FAFE-DBAB-4DA1-8E96-B62DC3DAAECB}" sibTransId="{58DE05F4-121B-4789-A5A2-CBAA51577334}"/>
    <dgm:cxn modelId="{6347F878-5FCE-4F9F-91CD-36D0653EACF1}" srcId="{992928E9-423B-4D31-90DA-61A22E1C48CD}" destId="{CE4D545C-E1A4-44EC-9BB1-94A7B0331ACD}" srcOrd="2" destOrd="0" parTransId="{CE9D3549-D8A2-49D8-B77E-4B0DA929D4AC}" sibTransId="{1D230AC5-44E9-4A61-898E-7E8BEED4B21D}"/>
    <dgm:cxn modelId="{57D50E82-5D78-407B-895D-E9FB2FF5D903}" type="presOf" srcId="{CE4D545C-E1A4-44EC-9BB1-94A7B0331ACD}" destId="{73D7BC1D-34B3-47AC-B117-420433C8E136}" srcOrd="0" destOrd="2" presId="urn:microsoft.com/office/officeart/2005/8/layout/hList1"/>
    <dgm:cxn modelId="{F9D62A82-B6E4-433B-B1FF-F1A427061463}" srcId="{C78304F4-D179-4721-A6B5-32064CF4DFDC}" destId="{CE0B3D31-D38C-4B29-A7AA-7A4C5F75F0E6}" srcOrd="1" destOrd="0" parTransId="{4507BAC9-E36A-4DA7-8633-986F8211D6B3}" sibTransId="{66F00841-1BFF-41BC-A24B-916D26552B12}"/>
    <dgm:cxn modelId="{D3C7DE82-E65C-493A-B90B-249DADDC5943}" type="presOf" srcId="{45809D2B-9F76-436E-99A3-C4835E7472ED}" destId="{73D7BC1D-34B3-47AC-B117-420433C8E136}" srcOrd="0" destOrd="3" presId="urn:microsoft.com/office/officeart/2005/8/layout/hList1"/>
    <dgm:cxn modelId="{7CDBB285-A807-49B3-A180-AA75389B69F3}" type="presOf" srcId="{613A162C-03A8-4779-8531-DD55A100FB15}" destId="{F6DBA983-7853-429D-9546-36B779D1787A}" srcOrd="0" destOrd="0" presId="urn:microsoft.com/office/officeart/2005/8/layout/hList1"/>
    <dgm:cxn modelId="{1F5B5B96-06F8-44FB-AA0C-2832E4ACAE15}" type="presOf" srcId="{992928E9-423B-4D31-90DA-61A22E1C48CD}" destId="{407F52EB-7510-4E8D-A879-95F36AA1D6E4}" srcOrd="0" destOrd="0" presId="urn:microsoft.com/office/officeart/2005/8/layout/hList1"/>
    <dgm:cxn modelId="{5B29F8AA-3841-4DB4-B4ED-08B0322A0BDB}" srcId="{385F095F-4171-49ED-95D8-3D1BFEA411D9}" destId="{96CBC225-8A9A-4535-A86C-51A07B64E2DA}" srcOrd="1" destOrd="0" parTransId="{2310582E-D403-4B51-B899-F3A2129E45B5}" sibTransId="{FC8C66DD-384B-4567-94AB-7AEB1F673813}"/>
    <dgm:cxn modelId="{FFE9C8AE-81A3-4609-895D-4EDA1E47DA53}" type="presOf" srcId="{A5A4928C-4D14-4D84-840F-3EA912DFEA22}" destId="{8EBBDEE3-0181-4C89-8DB4-652C5901102E}" srcOrd="0" destOrd="0" presId="urn:microsoft.com/office/officeart/2005/8/layout/hList1"/>
    <dgm:cxn modelId="{6527B3B5-C251-4102-A886-7E5AE3E95C84}" srcId="{385F095F-4171-49ED-95D8-3D1BFEA411D9}" destId="{CE019957-41D2-42EB-B9E9-E7EEEA1A0015}" srcOrd="2" destOrd="0" parTransId="{6169061F-EB19-4867-AAE3-EC7D4CE120B1}" sibTransId="{8A72A831-FD96-4419-88D0-8A305845B96F}"/>
    <dgm:cxn modelId="{E29974B7-3BD8-4343-847C-5BEB568193CB}" srcId="{C78304F4-D179-4721-A6B5-32064CF4DFDC}" destId="{BCB4BEA0-BDE8-4ADA-94F7-8A27EE282BD1}" srcOrd="3" destOrd="0" parTransId="{F8438A24-5D01-4242-BAC8-CA4B84BA4E45}" sibTransId="{F9738A73-5578-4F44-A278-F9A5467FCE00}"/>
    <dgm:cxn modelId="{4D9C77C5-409C-4E2D-A4FB-C0DF4B1A026C}" srcId="{BCB4BEA0-BDE8-4ADA-94F7-8A27EE282BD1}" destId="{848EC786-58BC-4F2A-B1C2-01037F2F6EA2}" srcOrd="1" destOrd="0" parTransId="{629C8D9F-F5E6-40DA-940E-1488F6072D1F}" sibTransId="{A22EDB05-8124-41E8-8784-91DD614CC640}"/>
    <dgm:cxn modelId="{77C494CA-1F6B-47FF-B60F-15F85CA4D397}" type="presOf" srcId="{CE019957-41D2-42EB-B9E9-E7EEEA1A0015}" destId="{4FF7C416-F19C-4395-990B-6CB5CC392105}" srcOrd="0" destOrd="2" presId="urn:microsoft.com/office/officeart/2005/8/layout/hList1"/>
    <dgm:cxn modelId="{C9A1CDD6-F042-46F5-8BA7-106A1F8FBDA5}" srcId="{385F095F-4171-49ED-95D8-3D1BFEA411D9}" destId="{D2EB96C1-EBB1-43F0-B273-1C5F7DB03EA9}" srcOrd="0" destOrd="0" parTransId="{C3B881BB-C83E-4FEB-B8A4-E241C16ABA9F}" sibTransId="{010A0586-AD3B-4475-ADF4-7128E53DAC82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4B042DE3-C5A4-4B09-B739-64DF8BE0993F}" type="presOf" srcId="{DD2AB211-402B-4E9C-B79C-CBE3B329FE3F}" destId="{73D7BC1D-34B3-47AC-B117-420433C8E136}" srcOrd="0" destOrd="1" presId="urn:microsoft.com/office/officeart/2005/8/layout/hList1"/>
    <dgm:cxn modelId="{85B8AAE7-BE72-47EE-BFE1-30A1D166F934}" srcId="{BCB4BEA0-BDE8-4ADA-94F7-8A27EE282BD1}" destId="{CC29A2FD-B0F8-414D-993B-BF842BAE8F66}" srcOrd="2" destOrd="0" parTransId="{6BA16916-7BC4-49A4-AC15-7543C823151E}" sibTransId="{DE52806F-7B30-430E-842A-EC3D02D0082C}"/>
    <dgm:cxn modelId="{8FB9F2E9-2D41-4F29-8752-6617454A97E8}" type="presOf" srcId="{848EC786-58BC-4F2A-B1C2-01037F2F6EA2}" destId="{F6DBA983-7853-429D-9546-36B779D1787A}" srcOrd="0" destOrd="1" presId="urn:microsoft.com/office/officeart/2005/8/layout/hList1"/>
    <dgm:cxn modelId="{ADB2C8F5-E397-407F-9CA6-425F73E577A4}" srcId="{BCB4BEA0-BDE8-4ADA-94F7-8A27EE282BD1}" destId="{309F17B4-D32B-4B86-BBAC-38B9B81C1A49}" srcOrd="3" destOrd="0" parTransId="{2BF86D3E-1D3E-4184-BA9A-A5BE95E93C4E}" sibTransId="{96BA37B2-A5D1-4958-BB42-04ABCE404DD6}"/>
    <dgm:cxn modelId="{99DBCBF7-54D1-4756-9732-46A23FA39225}" type="presOf" srcId="{CC29A2FD-B0F8-414D-993B-BF842BAE8F66}" destId="{F6DBA983-7853-429D-9546-36B779D1787A}" srcOrd="0" destOrd="2" presId="urn:microsoft.com/office/officeart/2005/8/layout/hList1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38099519-C008-4614-BF2E-9F0B3A0D48CF}" type="presParOf" srcId="{6990C48B-54EC-471F-B665-1DBB19BEC324}" destId="{D5D2256F-68D6-49F1-817B-DADC12C8F459}" srcOrd="1" destOrd="0" presId="urn:microsoft.com/office/officeart/2005/8/layout/hList1"/>
    <dgm:cxn modelId="{4F35C381-5EB9-41AB-A532-AF2F1B6C0C0C}" type="presParOf" srcId="{6990C48B-54EC-471F-B665-1DBB19BEC324}" destId="{13D52AF8-7DAF-4EB8-BDB1-E2D2AC851344}" srcOrd="2" destOrd="0" presId="urn:microsoft.com/office/officeart/2005/8/layout/hList1"/>
    <dgm:cxn modelId="{5757F949-65B4-4234-BAE6-57F759809228}" type="presParOf" srcId="{13D52AF8-7DAF-4EB8-BDB1-E2D2AC851344}" destId="{8D3B2B79-1E22-489D-A32B-C81C1D3B114B}" srcOrd="0" destOrd="0" presId="urn:microsoft.com/office/officeart/2005/8/layout/hList1"/>
    <dgm:cxn modelId="{ABB78F5E-EDC6-4B77-B3D2-68408CF711C2}" type="presParOf" srcId="{13D52AF8-7DAF-4EB8-BDB1-E2D2AC851344}" destId="{8EBBDEE3-0181-4C89-8DB4-652C5901102E}" srcOrd="1" destOrd="0" presId="urn:microsoft.com/office/officeart/2005/8/layout/hList1"/>
    <dgm:cxn modelId="{E57A0AD6-E24F-4B3B-8C72-5136ABD36A26}" type="presParOf" srcId="{6990C48B-54EC-471F-B665-1DBB19BEC324}" destId="{D5C36503-DD8B-4CD7-BC53-140FE35D1415}" srcOrd="3" destOrd="0" presId="urn:microsoft.com/office/officeart/2005/8/layout/hList1"/>
    <dgm:cxn modelId="{5766E97E-489F-4804-A932-1A55D5AF6B12}" type="presParOf" srcId="{6990C48B-54EC-471F-B665-1DBB19BEC324}" destId="{C31F1D27-2278-4BA7-966F-18DE28910F18}" srcOrd="4" destOrd="0" presId="urn:microsoft.com/office/officeart/2005/8/layout/hList1"/>
    <dgm:cxn modelId="{42BF3B39-0D2D-4CAC-8CA2-F1DF16BB8595}" type="presParOf" srcId="{C31F1D27-2278-4BA7-966F-18DE28910F18}" destId="{407F52EB-7510-4E8D-A879-95F36AA1D6E4}" srcOrd="0" destOrd="0" presId="urn:microsoft.com/office/officeart/2005/8/layout/hList1"/>
    <dgm:cxn modelId="{E0C81629-703F-4764-80E5-9A418597AA76}" type="presParOf" srcId="{C31F1D27-2278-4BA7-966F-18DE28910F18}" destId="{73D7BC1D-34B3-47AC-B117-420433C8E136}" srcOrd="1" destOrd="0" presId="urn:microsoft.com/office/officeart/2005/8/layout/hList1"/>
    <dgm:cxn modelId="{04A448C9-16DF-4766-9021-800D62AD825D}" type="presParOf" srcId="{6990C48B-54EC-471F-B665-1DBB19BEC324}" destId="{7F713A76-58AB-4D77-BF38-16200D736DD8}" srcOrd="5" destOrd="0" presId="urn:microsoft.com/office/officeart/2005/8/layout/hList1"/>
    <dgm:cxn modelId="{F278057B-A720-45B8-AD2F-00A7359EFE5E}" type="presParOf" srcId="{6990C48B-54EC-471F-B665-1DBB19BEC324}" destId="{3496631E-543D-40A0-9AEA-529B8418326D}" srcOrd="6" destOrd="0" presId="urn:microsoft.com/office/officeart/2005/8/layout/hList1"/>
    <dgm:cxn modelId="{BAAA91A1-6E10-4487-AFE1-37F6544BA7CF}" type="presParOf" srcId="{3496631E-543D-40A0-9AEA-529B8418326D}" destId="{9BB5A924-DAEA-489F-9226-C295495C15CE}" srcOrd="0" destOrd="0" presId="urn:microsoft.com/office/officeart/2005/8/layout/hList1"/>
    <dgm:cxn modelId="{A0AC6A59-F324-4858-8B38-DB3B0CE3A464}" type="presParOf" srcId="{3496631E-543D-40A0-9AEA-529B8418326D}" destId="{F6DBA983-7853-429D-9546-36B779D1787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tr-TR" b="0" i="0" dirty="0" err="1"/>
            <a:t>To</a:t>
          </a:r>
          <a:r>
            <a:rPr lang="tr-TR" b="0" i="0" dirty="0"/>
            <a:t> </a:t>
          </a:r>
          <a:r>
            <a:rPr lang="tr-TR" b="0" i="0" dirty="0" err="1"/>
            <a:t>merge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7E85267F-D947-46C9-86F8-9A7076A58EAA}">
      <dgm:prSet/>
      <dgm:spPr/>
      <dgm:t>
        <a:bodyPr/>
        <a:lstStyle/>
        <a:p>
          <a:r>
            <a:rPr lang="tr-TR" b="0" i="0" dirty="0"/>
            <a:t>Call</a:t>
          </a:r>
          <a:endParaRPr lang="en-US" b="0" i="0" dirty="0"/>
        </a:p>
      </dgm:t>
    </dgm:pt>
    <dgm:pt modelId="{BEF1F5EE-E3F0-47EC-A7B0-D2D377A8C70B}" type="parTrans" cxnId="{A99B4BF6-BE8A-4677-90D2-49E4332471F4}">
      <dgm:prSet/>
      <dgm:spPr/>
      <dgm:t>
        <a:bodyPr/>
        <a:lstStyle/>
        <a:p>
          <a:endParaRPr lang="en-US"/>
        </a:p>
      </dgm:t>
    </dgm:pt>
    <dgm:pt modelId="{EA7CF60B-1AE9-4912-A98F-0ABFF22EEE85}" type="sibTrans" cxnId="{A99B4BF6-BE8A-4677-90D2-49E4332471F4}">
      <dgm:prSet/>
      <dgm:spPr/>
      <dgm:t>
        <a:bodyPr/>
        <a:lstStyle/>
        <a:p>
          <a:endParaRPr lang="en-US"/>
        </a:p>
      </dgm:t>
    </dgm:pt>
    <dgm:pt modelId="{CAD98190-3F15-47BA-8FBC-BC791F0F09AA}">
      <dgm:prSet/>
      <dgm:spPr/>
      <dgm:t>
        <a:bodyPr/>
        <a:lstStyle/>
        <a:p>
          <a:r>
            <a:rPr lang="en-US" b="0" i="0" dirty="0"/>
            <a:t>into a single cell with the</a:t>
          </a:r>
          <a:endParaRPr lang="en-US" dirty="0"/>
        </a:p>
      </dgm:t>
    </dgm:pt>
    <dgm:pt modelId="{555321AB-D8A1-486D-9B2B-FB84D7C5E97D}" type="parTrans" cxnId="{AF5A6E05-92DC-45A5-B64E-02B23E8BB404}">
      <dgm:prSet/>
      <dgm:spPr/>
      <dgm:t>
        <a:bodyPr/>
        <a:lstStyle/>
        <a:p>
          <a:endParaRPr lang="en-US"/>
        </a:p>
      </dgm:t>
    </dgm:pt>
    <dgm:pt modelId="{8E2D9C89-51E1-49E3-8032-35C8638E2A4D}" type="sibTrans" cxnId="{AF5A6E05-92DC-45A5-B64E-02B23E8BB404}">
      <dgm:prSet/>
      <dgm:spPr/>
      <dgm:t>
        <a:bodyPr/>
        <a:lstStyle/>
        <a:p>
          <a:endParaRPr lang="en-US"/>
        </a:p>
      </dgm:t>
    </dgm:pt>
    <dgm:pt modelId="{14E51212-9ED7-4A5F-96F1-D19E1F8DF76F}">
      <dgm:prSet/>
      <dgm:spPr/>
      <dgm:t>
        <a:bodyPr/>
        <a:lstStyle/>
        <a:p>
          <a:r>
            <a:rPr lang="tr-TR" b="0" i="0"/>
            <a:t>a</a:t>
          </a:r>
          <a:r>
            <a:rPr lang="en-US" b="0" i="0"/>
            <a:t> </a:t>
          </a:r>
          <a:r>
            <a:rPr lang="en-US" b="0" i="0" dirty="0"/>
            <a:t>rectangular area of cells</a:t>
          </a:r>
          <a:endParaRPr lang="en-US" dirty="0"/>
        </a:p>
      </dgm:t>
    </dgm:pt>
    <dgm:pt modelId="{9E062C6B-D329-43B9-A5A1-6EE31963F157}" type="parTrans" cxnId="{5C3CED31-3685-4283-AA61-92E5216F69D9}">
      <dgm:prSet/>
      <dgm:spPr/>
      <dgm:t>
        <a:bodyPr/>
        <a:lstStyle/>
        <a:p>
          <a:endParaRPr lang="en-US"/>
        </a:p>
      </dgm:t>
    </dgm:pt>
    <dgm:pt modelId="{EE05E070-9E57-4573-8C91-D566721C89DA}" type="sibTrans" cxnId="{5C3CED31-3685-4283-AA61-92E5216F69D9}">
      <dgm:prSet/>
      <dgm:spPr/>
      <dgm:t>
        <a:bodyPr/>
        <a:lstStyle/>
        <a:p>
          <a:endParaRPr lang="en-US"/>
        </a:p>
      </dgm:t>
    </dgm:pt>
    <dgm:pt modelId="{4870E7B6-B59C-4DBF-B768-F1E6C64E25A8}">
      <dgm:prSet/>
      <dgm:spPr/>
      <dgm:t>
        <a:bodyPr/>
        <a:lstStyle/>
        <a:p>
          <a:r>
            <a:rPr lang="en-US" b="0" i="0" dirty="0" err="1"/>
            <a:t>merge_cells</a:t>
          </a:r>
          <a:r>
            <a:rPr lang="en-US" b="0" i="0" dirty="0"/>
            <a:t>() sheet method</a:t>
          </a:r>
        </a:p>
      </dgm:t>
    </dgm:pt>
    <dgm:pt modelId="{4F6B7437-7C1B-419C-99C6-FD2344D08181}" type="parTrans" cxnId="{EB24609E-BEB8-4204-A7B6-3C4FAAB31521}">
      <dgm:prSet/>
      <dgm:spPr/>
      <dgm:t>
        <a:bodyPr/>
        <a:lstStyle/>
        <a:p>
          <a:endParaRPr lang="en-US"/>
        </a:p>
      </dgm:t>
    </dgm:pt>
    <dgm:pt modelId="{069D0711-BA0F-4A06-B441-51CCDDF73A6A}" type="sibTrans" cxnId="{EB24609E-BEB8-4204-A7B6-3C4FAAB31521}">
      <dgm:prSet/>
      <dgm:spPr/>
      <dgm:t>
        <a:bodyPr/>
        <a:lstStyle/>
        <a:p>
          <a:endParaRPr lang="en-US"/>
        </a:p>
      </dgm:t>
    </dgm:pt>
    <dgm:pt modelId="{EC40F812-E004-4CEE-8C3C-21B487CA2975}">
      <dgm:prSet/>
      <dgm:spPr/>
      <dgm:t>
        <a:bodyPr/>
        <a:lstStyle/>
        <a:p>
          <a:r>
            <a:rPr lang="tr-TR" b="0" i="0" dirty="0" err="1"/>
            <a:t>The</a:t>
          </a:r>
          <a:r>
            <a:rPr lang="tr-TR" b="0" i="0" dirty="0"/>
            <a:t> </a:t>
          </a:r>
          <a:r>
            <a:rPr lang="en-US" b="0" i="0" dirty="0"/>
            <a:t>value</a:t>
          </a:r>
        </a:p>
      </dgm:t>
    </dgm:pt>
    <dgm:pt modelId="{7A67C898-76C6-4DE2-A92C-DB5B289AB9C8}" type="parTrans" cxnId="{1426FAB8-082C-46D7-B060-F2C44480D7F0}">
      <dgm:prSet/>
      <dgm:spPr/>
    </dgm:pt>
    <dgm:pt modelId="{DBD04850-E2DD-4865-A66F-7E864BC6A0C6}" type="sibTrans" cxnId="{1426FAB8-082C-46D7-B060-F2C44480D7F0}">
      <dgm:prSet/>
      <dgm:spPr/>
    </dgm:pt>
    <dgm:pt modelId="{8CB9406F-0923-4F3D-8FDF-5E1109C379DD}">
      <dgm:prSet/>
      <dgm:spPr/>
      <dgm:t>
        <a:bodyPr/>
        <a:lstStyle/>
        <a:p>
          <a:r>
            <a:rPr lang="en-US" b="0" i="0" dirty="0"/>
            <a:t>the </a:t>
          </a:r>
          <a:r>
            <a:rPr lang="tr-TR" b="0" i="0" dirty="0" err="1"/>
            <a:t>value</a:t>
          </a:r>
          <a:r>
            <a:rPr lang="tr-TR" b="0" i="0" dirty="0"/>
            <a:t> of </a:t>
          </a:r>
          <a:r>
            <a:rPr lang="tr-TR" b="0" i="0" dirty="0" err="1"/>
            <a:t>the</a:t>
          </a:r>
          <a:r>
            <a:rPr lang="tr-TR" b="0" i="0" dirty="0"/>
            <a:t> </a:t>
          </a:r>
          <a:r>
            <a:rPr lang="en-US" b="0" i="0" dirty="0"/>
            <a:t>top-left cell of the merged group</a:t>
          </a:r>
        </a:p>
      </dgm:t>
    </dgm:pt>
    <dgm:pt modelId="{B7E0FE68-F166-4CDB-B4A6-23CDA8B60D48}" type="parTrans" cxnId="{FCCC6037-F228-4033-9495-51691B813AFF}">
      <dgm:prSet/>
      <dgm:spPr/>
    </dgm:pt>
    <dgm:pt modelId="{BDE96019-6949-4252-B50C-22C1B5D3AA1D}" type="sibTrans" cxnId="{FCCC6037-F228-4033-9495-51691B813AFF}">
      <dgm:prSet/>
      <dgm:spPr/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3">
        <dgm:presLayoutVars>
          <dgm:bulletEnabled val="1"/>
        </dgm:presLayoutVars>
      </dgm:prSet>
      <dgm:spPr/>
    </dgm:pt>
    <dgm:pt modelId="{D5D2256F-68D6-49F1-817B-DADC12C8F459}" type="pres">
      <dgm:prSet presAssocID="{6F5FAEC9-57F3-4DC7-B74B-5C54C1E38F79}" presName="space" presStyleCnt="0"/>
      <dgm:spPr/>
    </dgm:pt>
    <dgm:pt modelId="{E6D8C14C-1FFE-4EAD-B9FF-4B63FF07EE29}" type="pres">
      <dgm:prSet presAssocID="{7E85267F-D947-46C9-86F8-9A7076A58EAA}" presName="composite" presStyleCnt="0"/>
      <dgm:spPr/>
    </dgm:pt>
    <dgm:pt modelId="{9B34B996-8D3F-4CB0-A52C-EEE8F988B29B}" type="pres">
      <dgm:prSet presAssocID="{7E85267F-D947-46C9-86F8-9A7076A58EA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9FE49E2-7C05-4AC8-A96E-D37262E8499D}" type="pres">
      <dgm:prSet presAssocID="{7E85267F-D947-46C9-86F8-9A7076A58EAA}" presName="desTx" presStyleLbl="alignAccFollowNode1" presStyleIdx="1" presStyleCnt="3">
        <dgm:presLayoutVars>
          <dgm:bulletEnabled val="1"/>
        </dgm:presLayoutVars>
      </dgm:prSet>
      <dgm:spPr/>
    </dgm:pt>
    <dgm:pt modelId="{6CDA444B-6217-4369-85FA-38C07A373A87}" type="pres">
      <dgm:prSet presAssocID="{EA7CF60B-1AE9-4912-A98F-0ABFF22EEE85}" presName="space" presStyleCnt="0"/>
      <dgm:spPr/>
    </dgm:pt>
    <dgm:pt modelId="{8BC0A4EA-BE9B-43B8-BE06-1C2F0B2328F3}" type="pres">
      <dgm:prSet presAssocID="{EC40F812-E004-4CEE-8C3C-21B487CA2975}" presName="composite" presStyleCnt="0"/>
      <dgm:spPr/>
    </dgm:pt>
    <dgm:pt modelId="{25244007-86E5-453C-BBA5-4B6FB8D8C04C}" type="pres">
      <dgm:prSet presAssocID="{EC40F812-E004-4CEE-8C3C-21B487CA297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945D9A4-05ED-490C-9547-1A96AEED31FE}" type="pres">
      <dgm:prSet presAssocID="{EC40F812-E004-4CEE-8C3C-21B487CA297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AF5A6E05-92DC-45A5-B64E-02B23E8BB404}" srcId="{385F095F-4171-49ED-95D8-3D1BFEA411D9}" destId="{CAD98190-3F15-47BA-8FBC-BC791F0F09AA}" srcOrd="1" destOrd="0" parTransId="{555321AB-D8A1-486D-9B2B-FB84D7C5E97D}" sibTransId="{8E2D9C89-51E1-49E3-8032-35C8638E2A4D}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5C3CED31-3685-4283-AA61-92E5216F69D9}" srcId="{385F095F-4171-49ED-95D8-3D1BFEA411D9}" destId="{14E51212-9ED7-4A5F-96F1-D19E1F8DF76F}" srcOrd="0" destOrd="0" parTransId="{9E062C6B-D329-43B9-A5A1-6EE31963F157}" sibTransId="{EE05E070-9E57-4573-8C91-D566721C89DA}"/>
    <dgm:cxn modelId="{FCCC6037-F228-4033-9495-51691B813AFF}" srcId="{EC40F812-E004-4CEE-8C3C-21B487CA2975}" destId="{8CB9406F-0923-4F3D-8FDF-5E1109C379DD}" srcOrd="0" destOrd="0" parTransId="{B7E0FE68-F166-4CDB-B4A6-23CDA8B60D48}" sibTransId="{BDE96019-6949-4252-B50C-22C1B5D3AA1D}"/>
    <dgm:cxn modelId="{D737067C-CD0F-48A4-9D29-8D40F3D62D81}" type="presOf" srcId="{CAD98190-3F15-47BA-8FBC-BC791F0F09AA}" destId="{4FF7C416-F19C-4395-990B-6CB5CC392105}" srcOrd="0" destOrd="1" presId="urn:microsoft.com/office/officeart/2005/8/layout/hList1"/>
    <dgm:cxn modelId="{07811B8C-EC09-4381-8C16-1603E8DBC27C}" type="presOf" srcId="{EC40F812-E004-4CEE-8C3C-21B487CA2975}" destId="{25244007-86E5-453C-BBA5-4B6FB8D8C04C}" srcOrd="0" destOrd="0" presId="urn:microsoft.com/office/officeart/2005/8/layout/hList1"/>
    <dgm:cxn modelId="{EB24609E-BEB8-4204-A7B6-3C4FAAB31521}" srcId="{7E85267F-D947-46C9-86F8-9A7076A58EAA}" destId="{4870E7B6-B59C-4DBF-B768-F1E6C64E25A8}" srcOrd="0" destOrd="0" parTransId="{4F6B7437-7C1B-419C-99C6-FD2344D08181}" sibTransId="{069D0711-BA0F-4A06-B441-51CCDDF73A6A}"/>
    <dgm:cxn modelId="{FF7272A9-21FA-48C9-AD46-4E61F7917337}" type="presOf" srcId="{14E51212-9ED7-4A5F-96F1-D19E1F8DF76F}" destId="{4FF7C416-F19C-4395-990B-6CB5CC392105}" srcOrd="0" destOrd="0" presId="urn:microsoft.com/office/officeart/2005/8/layout/hList1"/>
    <dgm:cxn modelId="{4BCF34AE-ABA7-4D3B-BDCE-79A360D36E29}" type="presOf" srcId="{7E85267F-D947-46C9-86F8-9A7076A58EAA}" destId="{9B34B996-8D3F-4CB0-A52C-EEE8F988B29B}" srcOrd="0" destOrd="0" presId="urn:microsoft.com/office/officeart/2005/8/layout/hList1"/>
    <dgm:cxn modelId="{98003AAE-E4E5-4AA8-BAD6-FAD9090C08FA}" type="presOf" srcId="{8CB9406F-0923-4F3D-8FDF-5E1109C379DD}" destId="{A945D9A4-05ED-490C-9547-1A96AEED31FE}" srcOrd="0" destOrd="0" presId="urn:microsoft.com/office/officeart/2005/8/layout/hList1"/>
    <dgm:cxn modelId="{1426FAB8-082C-46D7-B060-F2C44480D7F0}" srcId="{C78304F4-D179-4721-A6B5-32064CF4DFDC}" destId="{EC40F812-E004-4CEE-8C3C-21B487CA2975}" srcOrd="2" destOrd="0" parTransId="{7A67C898-76C6-4DE2-A92C-DB5B289AB9C8}" sibTransId="{DBD04850-E2DD-4865-A66F-7E864BC6A0C6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6A0B59E1-C9DF-4AB8-B3DA-1B6F95B7BCB6}" type="presOf" srcId="{4870E7B6-B59C-4DBF-B768-F1E6C64E25A8}" destId="{C9FE49E2-7C05-4AC8-A96E-D37262E8499D}" srcOrd="0" destOrd="0" presId="urn:microsoft.com/office/officeart/2005/8/layout/hList1"/>
    <dgm:cxn modelId="{A99B4BF6-BE8A-4677-90D2-49E4332471F4}" srcId="{C78304F4-D179-4721-A6B5-32064CF4DFDC}" destId="{7E85267F-D947-46C9-86F8-9A7076A58EAA}" srcOrd="1" destOrd="0" parTransId="{BEF1F5EE-E3F0-47EC-A7B0-D2D377A8C70B}" sibTransId="{EA7CF60B-1AE9-4912-A98F-0ABFF22EEE85}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38099519-C008-4614-BF2E-9F0B3A0D48CF}" type="presParOf" srcId="{6990C48B-54EC-471F-B665-1DBB19BEC324}" destId="{D5D2256F-68D6-49F1-817B-DADC12C8F459}" srcOrd="1" destOrd="0" presId="urn:microsoft.com/office/officeart/2005/8/layout/hList1"/>
    <dgm:cxn modelId="{D686D794-6D14-49F3-8E46-F92172D30CB6}" type="presParOf" srcId="{6990C48B-54EC-471F-B665-1DBB19BEC324}" destId="{E6D8C14C-1FFE-4EAD-B9FF-4B63FF07EE29}" srcOrd="2" destOrd="0" presId="urn:microsoft.com/office/officeart/2005/8/layout/hList1"/>
    <dgm:cxn modelId="{BEA2A822-22FC-440F-BD79-7548BF92118D}" type="presParOf" srcId="{E6D8C14C-1FFE-4EAD-B9FF-4B63FF07EE29}" destId="{9B34B996-8D3F-4CB0-A52C-EEE8F988B29B}" srcOrd="0" destOrd="0" presId="urn:microsoft.com/office/officeart/2005/8/layout/hList1"/>
    <dgm:cxn modelId="{5F83695D-6C40-4A16-9027-0F19BE15B6CC}" type="presParOf" srcId="{E6D8C14C-1FFE-4EAD-B9FF-4B63FF07EE29}" destId="{C9FE49E2-7C05-4AC8-A96E-D37262E8499D}" srcOrd="1" destOrd="0" presId="urn:microsoft.com/office/officeart/2005/8/layout/hList1"/>
    <dgm:cxn modelId="{EF1BFB73-EC85-4BB0-8D89-44CDDD5E261B}" type="presParOf" srcId="{6990C48B-54EC-471F-B665-1DBB19BEC324}" destId="{6CDA444B-6217-4369-85FA-38C07A373A87}" srcOrd="3" destOrd="0" presId="urn:microsoft.com/office/officeart/2005/8/layout/hList1"/>
    <dgm:cxn modelId="{4E0109E8-1263-448F-B91B-50A30465E7D2}" type="presParOf" srcId="{6990C48B-54EC-471F-B665-1DBB19BEC324}" destId="{8BC0A4EA-BE9B-43B8-BE06-1C2F0B2328F3}" srcOrd="4" destOrd="0" presId="urn:microsoft.com/office/officeart/2005/8/layout/hList1"/>
    <dgm:cxn modelId="{7EB01A6A-D1D0-4D5E-8DA8-629E2DFDE86E}" type="presParOf" srcId="{8BC0A4EA-BE9B-43B8-BE06-1C2F0B2328F3}" destId="{25244007-86E5-453C-BBA5-4B6FB8D8C04C}" srcOrd="0" destOrd="0" presId="urn:microsoft.com/office/officeart/2005/8/layout/hList1"/>
    <dgm:cxn modelId="{2805C8AB-5D35-4723-A1D5-2670543AF6F3}" type="presParOf" srcId="{8BC0A4EA-BE9B-43B8-BE06-1C2F0B2328F3}" destId="{A945D9A4-05ED-490C-9547-1A96AEED31F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tr-TR" b="0" i="0" dirty="0" err="1"/>
            <a:t>To</a:t>
          </a:r>
          <a:r>
            <a:rPr lang="tr-TR" b="0" i="0" dirty="0"/>
            <a:t> </a:t>
          </a:r>
          <a:r>
            <a:rPr lang="tr-TR" b="0" i="0" dirty="0" err="1"/>
            <a:t>unmerge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69DF40A8-1B50-4E25-897F-1141FEF35561}">
      <dgm:prSet/>
      <dgm:spPr/>
      <dgm:t>
        <a:bodyPr/>
        <a:lstStyle/>
        <a:p>
          <a:r>
            <a:rPr lang="en-US" dirty="0"/>
            <a:t>call the</a:t>
          </a:r>
          <a:r>
            <a:rPr lang="tr-TR" dirty="0"/>
            <a:t> </a:t>
          </a:r>
          <a:r>
            <a:rPr lang="en-US" dirty="0"/>
            <a:t>sheet method</a:t>
          </a:r>
        </a:p>
      </dgm:t>
    </dgm:pt>
    <dgm:pt modelId="{59E4DEAD-659C-4D56-8B06-E3C61EECECDC}" type="parTrans" cxnId="{ECED37D8-4D34-4AE4-AED8-15B8B8DAAFF2}">
      <dgm:prSet/>
      <dgm:spPr/>
    </dgm:pt>
    <dgm:pt modelId="{51B0A8A4-53AD-4681-AEE5-C42B074F6296}" type="sibTrans" cxnId="{ECED37D8-4D34-4AE4-AED8-15B8B8DAAFF2}">
      <dgm:prSet/>
      <dgm:spPr/>
    </dgm:pt>
    <dgm:pt modelId="{44BE15C5-7636-480B-9CD9-4F74A1671E11}">
      <dgm:prSet/>
      <dgm:spPr/>
      <dgm:t>
        <a:bodyPr/>
        <a:lstStyle/>
        <a:p>
          <a:r>
            <a:rPr lang="en-US" dirty="0" err="1"/>
            <a:t>unmerge_cells</a:t>
          </a:r>
          <a:r>
            <a:rPr lang="en-US" dirty="0"/>
            <a:t>()</a:t>
          </a:r>
        </a:p>
      </dgm:t>
    </dgm:pt>
    <dgm:pt modelId="{9E77CD38-4A92-49DE-8840-95DCE80E43FB}" type="parTrans" cxnId="{12C9A511-A517-4657-8C12-B87423CBD1B2}">
      <dgm:prSet/>
      <dgm:spPr/>
    </dgm:pt>
    <dgm:pt modelId="{7C36718C-F8CE-4AD3-AE85-1FD512AAD755}" type="sibTrans" cxnId="{12C9A511-A517-4657-8C12-B87423CBD1B2}">
      <dgm:prSet/>
      <dgm:spPr/>
    </dgm:pt>
    <dgm:pt modelId="{60373BB4-7C81-48A3-B777-C5A85915710F}">
      <dgm:prSet/>
      <dgm:spPr/>
      <dgm:t>
        <a:bodyPr/>
        <a:lstStyle/>
        <a:p>
          <a:r>
            <a:rPr lang="tr-TR" dirty="0" err="1"/>
            <a:t>Restoration</a:t>
          </a:r>
          <a:endParaRPr lang="en-US" dirty="0"/>
        </a:p>
      </dgm:t>
    </dgm:pt>
    <dgm:pt modelId="{C5C010A7-921A-49B8-BE7A-D7C186DBF705}" type="parTrans" cxnId="{D11257C6-D641-437E-8941-9AA26A5D8007}">
      <dgm:prSet/>
      <dgm:spPr/>
    </dgm:pt>
    <dgm:pt modelId="{6DA803F1-D1D1-42D6-84FC-07D0C736F4DE}" type="sibTrans" cxnId="{D11257C6-D641-437E-8941-9AA26A5D8007}">
      <dgm:prSet/>
      <dgm:spPr/>
    </dgm:pt>
    <dgm:pt modelId="{B723C1E2-83D1-4D97-AB16-666954E661E9}">
      <dgm:prSet/>
      <dgm:spPr/>
      <dgm:t>
        <a:bodyPr/>
        <a:lstStyle/>
        <a:p>
          <a:r>
            <a:rPr lang="en-US"/>
            <a:t>to </a:t>
          </a:r>
          <a:r>
            <a:rPr lang="en-US" dirty="0"/>
            <a:t>being individual cells</a:t>
          </a:r>
        </a:p>
      </dgm:t>
    </dgm:pt>
    <dgm:pt modelId="{C52F68E0-B62F-4540-AAF3-7DC60076CD06}" type="parTrans" cxnId="{30934DAF-EC71-4128-BE94-CE73505D0941}">
      <dgm:prSet/>
      <dgm:spPr/>
    </dgm:pt>
    <dgm:pt modelId="{6FFCFE45-336B-4150-8A2B-4D2117787ECB}" type="sibTrans" cxnId="{30934DAF-EC71-4128-BE94-CE73505D0941}">
      <dgm:prSet/>
      <dgm:spPr/>
    </dgm:pt>
    <dgm:pt modelId="{31AE7492-E4AF-4D1A-9933-24C9566F4607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merged cells </a:t>
          </a:r>
          <a:r>
            <a:rPr lang="tr-TR" dirty="0" err="1"/>
            <a:t>will</a:t>
          </a:r>
          <a:r>
            <a:rPr lang="tr-TR" dirty="0"/>
            <a:t> </a:t>
          </a:r>
          <a:r>
            <a:rPr lang="tr-TR" dirty="0" err="1"/>
            <a:t>go</a:t>
          </a:r>
          <a:r>
            <a:rPr lang="tr-TR" dirty="0"/>
            <a:t> </a:t>
          </a:r>
          <a:r>
            <a:rPr lang="en-US" dirty="0"/>
            <a:t>back</a:t>
          </a:r>
        </a:p>
      </dgm:t>
    </dgm:pt>
    <dgm:pt modelId="{863416C3-9455-446A-852C-DC367473A977}" type="parTrans" cxnId="{71D25DA5-2696-4393-BF93-8F8F47BDBDB8}">
      <dgm:prSet/>
      <dgm:spPr/>
    </dgm:pt>
    <dgm:pt modelId="{8C8F3B03-76CD-48CF-ACD7-16DDDAEA2AA6}" type="sibTrans" cxnId="{71D25DA5-2696-4393-BF93-8F8F47BDBDB8}">
      <dgm:prSet/>
      <dgm:spPr/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2">
        <dgm:presLayoutVars>
          <dgm:bulletEnabled val="1"/>
        </dgm:presLayoutVars>
      </dgm:prSet>
      <dgm:spPr/>
    </dgm:pt>
    <dgm:pt modelId="{4ED3E99C-80E3-4D48-8B67-F1202752D74D}" type="pres">
      <dgm:prSet presAssocID="{6F5FAEC9-57F3-4DC7-B74B-5C54C1E38F79}" presName="space" presStyleCnt="0"/>
      <dgm:spPr/>
    </dgm:pt>
    <dgm:pt modelId="{9338DA0B-DC56-4365-B1E2-0AE4787D3A89}" type="pres">
      <dgm:prSet presAssocID="{60373BB4-7C81-48A3-B777-C5A85915710F}" presName="composite" presStyleCnt="0"/>
      <dgm:spPr/>
    </dgm:pt>
    <dgm:pt modelId="{0926B42C-A686-4763-B8F3-4949BA29CD53}" type="pres">
      <dgm:prSet presAssocID="{60373BB4-7C81-48A3-B777-C5A85915710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4ADB074-E5EE-4B3C-9B0B-D3CC09303CD0}" type="pres">
      <dgm:prSet presAssocID="{60373BB4-7C81-48A3-B777-C5A85915710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9E2F9904-7B65-416D-A6F9-ACB4972A16C6}" type="presOf" srcId="{31AE7492-E4AF-4D1A-9933-24C9566F4607}" destId="{C4ADB074-E5EE-4B3C-9B0B-D3CC09303CD0}" srcOrd="0" destOrd="0" presId="urn:microsoft.com/office/officeart/2005/8/layout/hList1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12C9A511-A517-4657-8C12-B87423CBD1B2}" srcId="{385F095F-4171-49ED-95D8-3D1BFEA411D9}" destId="{44BE15C5-7636-480B-9CD9-4F74A1671E11}" srcOrd="1" destOrd="0" parTransId="{9E77CD38-4A92-49DE-8840-95DCE80E43FB}" sibTransId="{7C36718C-F8CE-4AD3-AE85-1FD512AAD755}"/>
    <dgm:cxn modelId="{64764D46-5CAE-401A-AB8B-9FBD03EA9501}" type="presOf" srcId="{B723C1E2-83D1-4D97-AB16-666954E661E9}" destId="{C4ADB074-E5EE-4B3C-9B0B-D3CC09303CD0}" srcOrd="0" destOrd="1" presId="urn:microsoft.com/office/officeart/2005/8/layout/hList1"/>
    <dgm:cxn modelId="{9C47E56B-750C-4992-8DD0-B762611F90F8}" type="presOf" srcId="{69DF40A8-1B50-4E25-897F-1141FEF35561}" destId="{4FF7C416-F19C-4395-990B-6CB5CC392105}" srcOrd="0" destOrd="0" presId="urn:microsoft.com/office/officeart/2005/8/layout/hList1"/>
    <dgm:cxn modelId="{71D25DA5-2696-4393-BF93-8F8F47BDBDB8}" srcId="{60373BB4-7C81-48A3-B777-C5A85915710F}" destId="{31AE7492-E4AF-4D1A-9933-24C9566F4607}" srcOrd="0" destOrd="0" parTransId="{863416C3-9455-446A-852C-DC367473A977}" sibTransId="{8C8F3B03-76CD-48CF-ACD7-16DDDAEA2AA6}"/>
    <dgm:cxn modelId="{30934DAF-EC71-4128-BE94-CE73505D0941}" srcId="{60373BB4-7C81-48A3-B777-C5A85915710F}" destId="{B723C1E2-83D1-4D97-AB16-666954E661E9}" srcOrd="1" destOrd="0" parTransId="{C52F68E0-B62F-4540-AAF3-7DC60076CD06}" sibTransId="{6FFCFE45-336B-4150-8A2B-4D2117787ECB}"/>
    <dgm:cxn modelId="{D11257C6-D641-437E-8941-9AA26A5D8007}" srcId="{C78304F4-D179-4721-A6B5-32064CF4DFDC}" destId="{60373BB4-7C81-48A3-B777-C5A85915710F}" srcOrd="1" destOrd="0" parTransId="{C5C010A7-921A-49B8-BE7A-D7C186DBF705}" sibTransId="{6DA803F1-D1D1-42D6-84FC-07D0C736F4DE}"/>
    <dgm:cxn modelId="{540A85CF-44EE-4A6C-864C-58716C41E59E}" type="presOf" srcId="{44BE15C5-7636-480B-9CD9-4F74A1671E11}" destId="{4FF7C416-F19C-4395-990B-6CB5CC392105}" srcOrd="0" destOrd="1" presId="urn:microsoft.com/office/officeart/2005/8/layout/hList1"/>
    <dgm:cxn modelId="{ECED37D8-4D34-4AE4-AED8-15B8B8DAAFF2}" srcId="{385F095F-4171-49ED-95D8-3D1BFEA411D9}" destId="{69DF40A8-1B50-4E25-897F-1141FEF35561}" srcOrd="0" destOrd="0" parTransId="{59E4DEAD-659C-4D56-8B06-E3C61EECECDC}" sibTransId="{51B0A8A4-53AD-4681-AEE5-C42B074F6296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6F0122E6-2956-44E4-90EE-B90C6922F516}" type="presOf" srcId="{60373BB4-7C81-48A3-B777-C5A85915710F}" destId="{0926B42C-A686-4763-B8F3-4949BA29CD53}" srcOrd="0" destOrd="0" presId="urn:microsoft.com/office/officeart/2005/8/layout/hList1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AB148740-EE85-4753-9FB0-28C918584896}" type="presParOf" srcId="{6990C48B-54EC-471F-B665-1DBB19BEC324}" destId="{4ED3E99C-80E3-4D48-8B67-F1202752D74D}" srcOrd="1" destOrd="0" presId="urn:microsoft.com/office/officeart/2005/8/layout/hList1"/>
    <dgm:cxn modelId="{9E72C3B2-C2C0-4534-ACF6-57162FF132CA}" type="presParOf" srcId="{6990C48B-54EC-471F-B665-1DBB19BEC324}" destId="{9338DA0B-DC56-4365-B1E2-0AE4787D3A89}" srcOrd="2" destOrd="0" presId="urn:microsoft.com/office/officeart/2005/8/layout/hList1"/>
    <dgm:cxn modelId="{BE89D39F-FE82-4460-9395-A3F6EB7576AB}" type="presParOf" srcId="{9338DA0B-DC56-4365-B1E2-0AE4787D3A89}" destId="{0926B42C-A686-4763-B8F3-4949BA29CD53}" srcOrd="0" destOrd="0" presId="urn:microsoft.com/office/officeart/2005/8/layout/hList1"/>
    <dgm:cxn modelId="{34644FCF-69B6-4CD2-8B40-48C43F3D4EA4}" type="presParOf" srcId="{9338DA0B-DC56-4365-B1E2-0AE4787D3A89}" destId="{C4ADB074-E5EE-4B3C-9B0B-D3CC09303C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en-US" b="0" i="0" dirty="0"/>
            <a:t>freeze panes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B723C1E2-83D1-4D97-AB16-666954E661E9}">
      <dgm:prSet/>
      <dgm:spPr/>
      <dgm:t>
        <a:bodyPr/>
        <a:lstStyle/>
        <a:p>
          <a:r>
            <a:rPr lang="en-US" dirty="0"/>
            <a:t>Frozen column or</a:t>
          </a:r>
          <a:r>
            <a:rPr lang="tr-TR" dirty="0"/>
            <a:t> </a:t>
          </a:r>
          <a:r>
            <a:rPr lang="en-US" dirty="0"/>
            <a:t>row headers, for example, are always visible to the user even as they scroll</a:t>
          </a:r>
          <a:r>
            <a:rPr lang="tr-TR" dirty="0"/>
            <a:t> </a:t>
          </a:r>
          <a:r>
            <a:rPr lang="en-US" dirty="0"/>
            <a:t>through the spreadsheet.</a:t>
          </a:r>
        </a:p>
      </dgm:t>
    </dgm:pt>
    <dgm:pt modelId="{C52F68E0-B62F-4540-AAF3-7DC60076CD06}" type="parTrans" cxnId="{30934DAF-EC71-4128-BE94-CE73505D0941}">
      <dgm:prSet/>
      <dgm:spPr/>
      <dgm:t>
        <a:bodyPr/>
        <a:lstStyle/>
        <a:p>
          <a:endParaRPr lang="en-US"/>
        </a:p>
      </dgm:t>
    </dgm:pt>
    <dgm:pt modelId="{6FFCFE45-336B-4150-8A2B-4D2117787ECB}" type="sibTrans" cxnId="{30934DAF-EC71-4128-BE94-CE73505D0941}">
      <dgm:prSet/>
      <dgm:spPr/>
      <dgm:t>
        <a:bodyPr/>
        <a:lstStyle/>
        <a:p>
          <a:endParaRPr lang="en-US"/>
        </a:p>
      </dgm:t>
    </dgm:pt>
    <dgm:pt modelId="{52EBD31C-A3FC-444B-B90C-317D1AD1BB95}">
      <dgm:prSet/>
      <dgm:spPr/>
      <dgm:t>
        <a:bodyPr/>
        <a:lstStyle/>
        <a:p>
          <a:r>
            <a:rPr lang="en-US" b="0" i="0"/>
            <a:t>“</a:t>
          </a:r>
          <a:r>
            <a:rPr lang="en-US" b="0" i="0" dirty="0"/>
            <a:t>freeze”</a:t>
          </a:r>
          <a:r>
            <a:rPr lang="tr-TR" b="0" i="0" dirty="0"/>
            <a:t> </a:t>
          </a:r>
          <a:r>
            <a:rPr lang="en-US" b="0" i="0" dirty="0"/>
            <a:t>a few of the top rows or leftmost columns onscreen</a:t>
          </a:r>
          <a:endParaRPr lang="en-US" dirty="0"/>
        </a:p>
      </dgm:t>
    </dgm:pt>
    <dgm:pt modelId="{3939C185-3C35-4896-8859-C3628AD7CD5E}" type="parTrans" cxnId="{BC3A52A2-8675-4D69-B6F5-FC01F65E4C58}">
      <dgm:prSet/>
      <dgm:spPr/>
      <dgm:t>
        <a:bodyPr/>
        <a:lstStyle/>
        <a:p>
          <a:endParaRPr lang="en-US"/>
        </a:p>
      </dgm:t>
    </dgm:pt>
    <dgm:pt modelId="{B2AAE2F1-CEA8-45B2-9CD4-5906DE5C9D07}" type="sibTrans" cxnId="{BC3A52A2-8675-4D69-B6F5-FC01F65E4C58}">
      <dgm:prSet/>
      <dgm:spPr/>
      <dgm:t>
        <a:bodyPr/>
        <a:lstStyle/>
        <a:p>
          <a:endParaRPr lang="en-US"/>
        </a:p>
      </dgm:t>
    </dgm:pt>
    <dgm:pt modelId="{7E17150A-9000-4F4B-B146-D5CA78600E28}">
      <dgm:prSet/>
      <dgm:spPr/>
      <dgm:t>
        <a:bodyPr/>
        <a:lstStyle/>
        <a:p>
          <a:r>
            <a:rPr lang="en-US" b="1" dirty="0" err="1"/>
            <a:t>freeze_panes</a:t>
          </a:r>
          <a:r>
            <a:rPr lang="en-US" dirty="0"/>
            <a:t> attribute</a:t>
          </a:r>
        </a:p>
      </dgm:t>
    </dgm:pt>
    <dgm:pt modelId="{0C2702BA-BFB0-4462-A53C-515B035585E5}" type="parTrans" cxnId="{AF39D3EB-7139-497C-8EDB-BE61E19F4A89}">
      <dgm:prSet/>
      <dgm:spPr/>
      <dgm:t>
        <a:bodyPr/>
        <a:lstStyle/>
        <a:p>
          <a:endParaRPr lang="en-US"/>
        </a:p>
      </dgm:t>
    </dgm:pt>
    <dgm:pt modelId="{C7D49419-7673-496A-BA70-1F2D75C46284}" type="sibTrans" cxnId="{AF39D3EB-7139-497C-8EDB-BE61E19F4A89}">
      <dgm:prSet/>
      <dgm:spPr/>
      <dgm:t>
        <a:bodyPr/>
        <a:lstStyle/>
        <a:p>
          <a:endParaRPr lang="en-US"/>
        </a:p>
      </dgm:t>
    </dgm:pt>
    <dgm:pt modelId="{6C79FC4F-0EBA-4553-8779-9A2C5D7E0D8F}">
      <dgm:prSet/>
      <dgm:spPr/>
      <dgm:t>
        <a:bodyPr/>
        <a:lstStyle/>
        <a:p>
          <a:r>
            <a:rPr lang="tr-TR" dirty="0" err="1"/>
            <a:t>To</a:t>
          </a:r>
          <a:r>
            <a:rPr lang="tr-TR" dirty="0"/>
            <a:t> </a:t>
          </a:r>
          <a:r>
            <a:rPr lang="en-US" dirty="0"/>
            <a:t>set to a Cell</a:t>
          </a:r>
          <a:r>
            <a:rPr lang="tr-TR" dirty="0"/>
            <a:t> </a:t>
          </a:r>
          <a:r>
            <a:rPr lang="en-US" dirty="0"/>
            <a:t>object or a string of a cell’s coordinates</a:t>
          </a:r>
        </a:p>
      </dgm:t>
    </dgm:pt>
    <dgm:pt modelId="{177DB602-3873-4CBB-A8A0-76D6F0F2BA24}" type="parTrans" cxnId="{6FAC2841-A7BD-4EF1-ABE8-6CEE288CFCC2}">
      <dgm:prSet/>
      <dgm:spPr/>
      <dgm:t>
        <a:bodyPr/>
        <a:lstStyle/>
        <a:p>
          <a:endParaRPr lang="en-US"/>
        </a:p>
      </dgm:t>
    </dgm:pt>
    <dgm:pt modelId="{15AAC6B2-36B0-4681-9AC4-B3A475B65F12}" type="sibTrans" cxnId="{6FAC2841-A7BD-4EF1-ABE8-6CEE288CFCC2}">
      <dgm:prSet/>
      <dgm:spPr/>
      <dgm:t>
        <a:bodyPr/>
        <a:lstStyle/>
        <a:p>
          <a:endParaRPr lang="en-US"/>
        </a:p>
      </dgm:t>
    </dgm:pt>
    <dgm:pt modelId="{58151696-1726-44A4-8F57-ABAB190E55F2}">
      <dgm:prSet/>
      <dgm:spPr/>
      <dgm:t>
        <a:bodyPr/>
        <a:lstStyle/>
        <a:p>
          <a:r>
            <a:rPr lang="en-US" dirty="0"/>
            <a:t>To unfreeze all panes</a:t>
          </a:r>
        </a:p>
      </dgm:t>
    </dgm:pt>
    <dgm:pt modelId="{F7354716-384E-42BC-9B86-50C710BA7011}" type="parTrans" cxnId="{E4A50807-7B23-45BC-BA9A-F229064630B6}">
      <dgm:prSet/>
      <dgm:spPr/>
      <dgm:t>
        <a:bodyPr/>
        <a:lstStyle/>
        <a:p>
          <a:endParaRPr lang="en-US"/>
        </a:p>
      </dgm:t>
    </dgm:pt>
    <dgm:pt modelId="{12F5E9C6-4866-4B23-807F-0469B23070C2}" type="sibTrans" cxnId="{E4A50807-7B23-45BC-BA9A-F229064630B6}">
      <dgm:prSet/>
      <dgm:spPr/>
      <dgm:t>
        <a:bodyPr/>
        <a:lstStyle/>
        <a:p>
          <a:endParaRPr lang="en-US"/>
        </a:p>
      </dgm:t>
    </dgm:pt>
    <dgm:pt modelId="{CB40D1C9-8E0B-4AEC-AFB5-34691E396F45}">
      <dgm:prSet/>
      <dgm:spPr/>
      <dgm:t>
        <a:bodyPr/>
        <a:lstStyle/>
        <a:p>
          <a:r>
            <a:rPr lang="en-US" dirty="0"/>
            <a:t>set </a:t>
          </a:r>
          <a:r>
            <a:rPr lang="en-US" b="1" dirty="0" err="1"/>
            <a:t>freeze_panes</a:t>
          </a:r>
          <a:r>
            <a:rPr lang="en-US" b="1" dirty="0"/>
            <a:t> </a:t>
          </a:r>
          <a:r>
            <a:rPr lang="en-US" dirty="0"/>
            <a:t>to </a:t>
          </a:r>
          <a:r>
            <a:rPr lang="en-US" b="1" dirty="0"/>
            <a:t>None</a:t>
          </a:r>
          <a:r>
            <a:rPr lang="en-US" dirty="0"/>
            <a:t> or 'A1'.</a:t>
          </a:r>
        </a:p>
      </dgm:t>
    </dgm:pt>
    <dgm:pt modelId="{A501FE34-4BA4-44C7-83A3-17B6DE7BBA11}" type="parTrans" cxnId="{231A01B7-D9B0-42E3-A579-4E3DB3AFC292}">
      <dgm:prSet/>
      <dgm:spPr/>
      <dgm:t>
        <a:bodyPr/>
        <a:lstStyle/>
        <a:p>
          <a:endParaRPr lang="en-US"/>
        </a:p>
      </dgm:t>
    </dgm:pt>
    <dgm:pt modelId="{EDF35AF6-3289-475E-87D4-91C90D3FACF2}" type="sibTrans" cxnId="{231A01B7-D9B0-42E3-A579-4E3DB3AFC292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3">
        <dgm:presLayoutVars>
          <dgm:bulletEnabled val="1"/>
        </dgm:presLayoutVars>
      </dgm:prSet>
      <dgm:spPr/>
    </dgm:pt>
    <dgm:pt modelId="{61E8AA66-9A7B-442F-BFA7-68690EC3F689}" type="pres">
      <dgm:prSet presAssocID="{6F5FAEC9-57F3-4DC7-B74B-5C54C1E38F79}" presName="space" presStyleCnt="0"/>
      <dgm:spPr/>
    </dgm:pt>
    <dgm:pt modelId="{D215FD2B-C2DF-4E55-85AF-70FF78BFBE40}" type="pres">
      <dgm:prSet presAssocID="{7E17150A-9000-4F4B-B146-D5CA78600E28}" presName="composite" presStyleCnt="0"/>
      <dgm:spPr/>
    </dgm:pt>
    <dgm:pt modelId="{BEC07E7A-2063-4086-9010-48B70712E4CC}" type="pres">
      <dgm:prSet presAssocID="{7E17150A-9000-4F4B-B146-D5CA78600E2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74160C1-9F45-44DF-BD18-DEA546EA200E}" type="pres">
      <dgm:prSet presAssocID="{7E17150A-9000-4F4B-B146-D5CA78600E28}" presName="desTx" presStyleLbl="alignAccFollowNode1" presStyleIdx="1" presStyleCnt="3">
        <dgm:presLayoutVars>
          <dgm:bulletEnabled val="1"/>
        </dgm:presLayoutVars>
      </dgm:prSet>
      <dgm:spPr/>
    </dgm:pt>
    <dgm:pt modelId="{3D5E8F45-A32A-4CF1-81DB-18E606B300B8}" type="pres">
      <dgm:prSet presAssocID="{C7D49419-7673-496A-BA70-1F2D75C46284}" presName="space" presStyleCnt="0"/>
      <dgm:spPr/>
    </dgm:pt>
    <dgm:pt modelId="{AD9D735B-89BF-45A7-B8A5-40C24BA21080}" type="pres">
      <dgm:prSet presAssocID="{58151696-1726-44A4-8F57-ABAB190E55F2}" presName="composite" presStyleCnt="0"/>
      <dgm:spPr/>
    </dgm:pt>
    <dgm:pt modelId="{2AD5748B-6535-4324-A508-9896EB04B6E7}" type="pres">
      <dgm:prSet presAssocID="{58151696-1726-44A4-8F57-ABAB190E55F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663E515-E1B2-44D5-87EA-B04EE277EBA7}" type="pres">
      <dgm:prSet presAssocID="{58151696-1726-44A4-8F57-ABAB190E55F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E4A50807-7B23-45BC-BA9A-F229064630B6}" srcId="{C78304F4-D179-4721-A6B5-32064CF4DFDC}" destId="{58151696-1726-44A4-8F57-ABAB190E55F2}" srcOrd="2" destOrd="0" parTransId="{F7354716-384E-42BC-9B86-50C710BA7011}" sibTransId="{12F5E9C6-4866-4B23-807F-0469B23070C2}"/>
    <dgm:cxn modelId="{BC1BD90B-201F-4E85-A444-48A9A46F09EE}" type="presOf" srcId="{7E17150A-9000-4F4B-B146-D5CA78600E28}" destId="{BEC07E7A-2063-4086-9010-48B70712E4CC}" srcOrd="0" destOrd="0" presId="urn:microsoft.com/office/officeart/2005/8/layout/hList1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0217043B-D8D7-4546-ABB8-37F647386DA3}" type="presOf" srcId="{6C79FC4F-0EBA-4553-8779-9A2C5D7E0D8F}" destId="{D74160C1-9F45-44DF-BD18-DEA546EA200E}" srcOrd="0" destOrd="0" presId="urn:microsoft.com/office/officeart/2005/8/layout/hList1"/>
    <dgm:cxn modelId="{6FAC2841-A7BD-4EF1-ABE8-6CEE288CFCC2}" srcId="{7E17150A-9000-4F4B-B146-D5CA78600E28}" destId="{6C79FC4F-0EBA-4553-8779-9A2C5D7E0D8F}" srcOrd="0" destOrd="0" parTransId="{177DB602-3873-4CBB-A8A0-76D6F0F2BA24}" sibTransId="{15AAC6B2-36B0-4681-9AC4-B3A475B65F12}"/>
    <dgm:cxn modelId="{E99B1A6C-1078-4524-8EBE-077DC98488DE}" type="presOf" srcId="{CB40D1C9-8E0B-4AEC-AFB5-34691E396F45}" destId="{C663E515-E1B2-44D5-87EA-B04EE277EBA7}" srcOrd="0" destOrd="0" presId="urn:microsoft.com/office/officeart/2005/8/layout/hList1"/>
    <dgm:cxn modelId="{A6B9ED7D-13A4-435E-BD2F-AC0031FA1163}" type="presOf" srcId="{52EBD31C-A3FC-444B-B90C-317D1AD1BB95}" destId="{4FF7C416-F19C-4395-990B-6CB5CC392105}" srcOrd="0" destOrd="0" presId="urn:microsoft.com/office/officeart/2005/8/layout/hList1"/>
    <dgm:cxn modelId="{BC3A52A2-8675-4D69-B6F5-FC01F65E4C58}" srcId="{385F095F-4171-49ED-95D8-3D1BFEA411D9}" destId="{52EBD31C-A3FC-444B-B90C-317D1AD1BB95}" srcOrd="0" destOrd="0" parTransId="{3939C185-3C35-4896-8859-C3628AD7CD5E}" sibTransId="{B2AAE2F1-CEA8-45B2-9CD4-5906DE5C9D07}"/>
    <dgm:cxn modelId="{30934DAF-EC71-4128-BE94-CE73505D0941}" srcId="{385F095F-4171-49ED-95D8-3D1BFEA411D9}" destId="{B723C1E2-83D1-4D97-AB16-666954E661E9}" srcOrd="1" destOrd="0" parTransId="{C52F68E0-B62F-4540-AAF3-7DC60076CD06}" sibTransId="{6FFCFE45-336B-4150-8A2B-4D2117787ECB}"/>
    <dgm:cxn modelId="{231A01B7-D9B0-42E3-A579-4E3DB3AFC292}" srcId="{58151696-1726-44A4-8F57-ABAB190E55F2}" destId="{CB40D1C9-8E0B-4AEC-AFB5-34691E396F45}" srcOrd="0" destOrd="0" parTransId="{A501FE34-4BA4-44C7-83A3-17B6DE7BBA11}" sibTransId="{EDF35AF6-3289-475E-87D4-91C90D3FACF2}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90883BE8-A667-49DD-9912-8B594785854C}" type="presOf" srcId="{B723C1E2-83D1-4D97-AB16-666954E661E9}" destId="{4FF7C416-F19C-4395-990B-6CB5CC392105}" srcOrd="0" destOrd="1" presId="urn:microsoft.com/office/officeart/2005/8/layout/hList1"/>
    <dgm:cxn modelId="{AF39D3EB-7139-497C-8EDB-BE61E19F4A89}" srcId="{C78304F4-D179-4721-A6B5-32064CF4DFDC}" destId="{7E17150A-9000-4F4B-B146-D5CA78600E28}" srcOrd="1" destOrd="0" parTransId="{0C2702BA-BFB0-4462-A53C-515B035585E5}" sibTransId="{C7D49419-7673-496A-BA70-1F2D75C46284}"/>
    <dgm:cxn modelId="{9B303DF1-964D-4442-B2DF-612BF223A101}" type="presOf" srcId="{58151696-1726-44A4-8F57-ABAB190E55F2}" destId="{2AD5748B-6535-4324-A508-9896EB04B6E7}" srcOrd="0" destOrd="0" presId="urn:microsoft.com/office/officeart/2005/8/layout/hList1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F6876044-0914-4D2E-8A17-B5CF03EA4206}" type="presParOf" srcId="{6990C48B-54EC-471F-B665-1DBB19BEC324}" destId="{61E8AA66-9A7B-442F-BFA7-68690EC3F689}" srcOrd="1" destOrd="0" presId="urn:microsoft.com/office/officeart/2005/8/layout/hList1"/>
    <dgm:cxn modelId="{7E2ED327-0F21-4AD4-BB3D-6510B62ECB30}" type="presParOf" srcId="{6990C48B-54EC-471F-B665-1DBB19BEC324}" destId="{D215FD2B-C2DF-4E55-85AF-70FF78BFBE40}" srcOrd="2" destOrd="0" presId="urn:microsoft.com/office/officeart/2005/8/layout/hList1"/>
    <dgm:cxn modelId="{4DF990CD-DED0-44F8-AEF4-83695E43A395}" type="presParOf" srcId="{D215FD2B-C2DF-4E55-85AF-70FF78BFBE40}" destId="{BEC07E7A-2063-4086-9010-48B70712E4CC}" srcOrd="0" destOrd="0" presId="urn:microsoft.com/office/officeart/2005/8/layout/hList1"/>
    <dgm:cxn modelId="{97AD1F1C-41B1-42D9-BA63-385739BF6C2B}" type="presParOf" srcId="{D215FD2B-C2DF-4E55-85AF-70FF78BFBE40}" destId="{D74160C1-9F45-44DF-BD18-DEA546EA200E}" srcOrd="1" destOrd="0" presId="urn:microsoft.com/office/officeart/2005/8/layout/hList1"/>
    <dgm:cxn modelId="{0CE0F5D4-E3CE-4D16-9906-7E291236B2EC}" type="presParOf" srcId="{6990C48B-54EC-471F-B665-1DBB19BEC324}" destId="{3D5E8F45-A32A-4CF1-81DB-18E606B300B8}" srcOrd="3" destOrd="0" presId="urn:microsoft.com/office/officeart/2005/8/layout/hList1"/>
    <dgm:cxn modelId="{3E50211E-4F9B-4270-A987-37DD01C7DC2C}" type="presParOf" srcId="{6990C48B-54EC-471F-B665-1DBB19BEC324}" destId="{AD9D735B-89BF-45A7-B8A5-40C24BA21080}" srcOrd="4" destOrd="0" presId="urn:microsoft.com/office/officeart/2005/8/layout/hList1"/>
    <dgm:cxn modelId="{F2A81AAF-634A-4260-8278-0CBFBFF9251F}" type="presParOf" srcId="{AD9D735B-89BF-45A7-B8A5-40C24BA21080}" destId="{2AD5748B-6535-4324-A508-9896EB04B6E7}" srcOrd="0" destOrd="0" presId="urn:microsoft.com/office/officeart/2005/8/layout/hList1"/>
    <dgm:cxn modelId="{30BFE20D-3D3B-413A-AC2B-BB680A2A7F6B}" type="presParOf" srcId="{AD9D735B-89BF-45A7-B8A5-40C24BA21080}" destId="{C663E515-E1B2-44D5-87EA-B04EE277EBA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ierarchy4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5C02711-1252-4AFB-944A-12AF54295E91}">
      <dgm:prSet/>
      <dgm:spPr/>
      <dgm:t>
        <a:bodyPr/>
        <a:lstStyle/>
        <a:p>
          <a:r>
            <a:rPr lang="tr-TR" dirty="0" err="1"/>
            <a:t>Unfreze</a:t>
          </a:r>
          <a:endParaRPr lang="en-US" dirty="0"/>
        </a:p>
      </dgm:t>
    </dgm:pt>
    <dgm:pt modelId="{9AC6CD16-8594-48CD-80A2-94D779D07B89}" type="parTrans" cxnId="{E954F51C-72E5-48EB-86B5-4E7BDFBD086F}">
      <dgm:prSet/>
      <dgm:spPr/>
      <dgm:t>
        <a:bodyPr/>
        <a:lstStyle/>
        <a:p>
          <a:endParaRPr lang="en-US"/>
        </a:p>
      </dgm:t>
    </dgm:pt>
    <dgm:pt modelId="{4D737923-C324-4FF0-B55F-B5A90D53D077}" type="sibTrans" cxnId="{E954F51C-72E5-48EB-86B5-4E7BDFBD086F}">
      <dgm:prSet/>
      <dgm:spPr/>
      <dgm:t>
        <a:bodyPr/>
        <a:lstStyle/>
        <a:p>
          <a:endParaRPr lang="en-US"/>
        </a:p>
      </dgm:t>
    </dgm:pt>
    <dgm:pt modelId="{5FA19508-1344-4228-A110-7C90FC2EF9E4}">
      <dgm:prSet/>
      <dgm:spPr/>
      <dgm:t>
        <a:bodyPr/>
        <a:lstStyle/>
        <a:p>
          <a:r>
            <a:rPr lang="en-US" b="0" i="0"/>
            <a:t>Freeze</a:t>
          </a:r>
          <a:endParaRPr lang="en-US" dirty="0"/>
        </a:p>
      </dgm:t>
    </dgm:pt>
    <dgm:pt modelId="{D9840BB8-58CD-44A4-ACCB-E2198147E478}" type="parTrans" cxnId="{BE7CBF78-7F35-4F1C-9E15-9C31E9A9506E}">
      <dgm:prSet/>
      <dgm:spPr/>
      <dgm:t>
        <a:bodyPr/>
        <a:lstStyle/>
        <a:p>
          <a:endParaRPr lang="en-US"/>
        </a:p>
      </dgm:t>
    </dgm:pt>
    <dgm:pt modelId="{13AD5C6E-5B46-459C-BB43-BAE19390C463}" type="sibTrans" cxnId="{BE7CBF78-7F35-4F1C-9E15-9C31E9A9506E}">
      <dgm:prSet/>
      <dgm:spPr/>
      <dgm:t>
        <a:bodyPr/>
        <a:lstStyle/>
        <a:p>
          <a:endParaRPr lang="en-US"/>
        </a:p>
      </dgm:t>
    </dgm:pt>
    <dgm:pt modelId="{5765DB6C-EE0A-48EB-9F1D-921DF56BB416}" type="pres">
      <dgm:prSet presAssocID="{C78304F4-D179-4721-A6B5-32064CF4DFD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214D7D-D467-4FC0-9782-9E4205B3ECFD}" type="pres">
      <dgm:prSet presAssocID="{85C02711-1252-4AFB-944A-12AF54295E91}" presName="vertOne" presStyleCnt="0"/>
      <dgm:spPr/>
    </dgm:pt>
    <dgm:pt modelId="{F8E2B373-C22C-4623-A940-5E4008873F14}" type="pres">
      <dgm:prSet presAssocID="{85C02711-1252-4AFB-944A-12AF54295E91}" presName="txOne" presStyleLbl="node0" presStyleIdx="0" presStyleCnt="2">
        <dgm:presLayoutVars>
          <dgm:chPref val="3"/>
        </dgm:presLayoutVars>
      </dgm:prSet>
      <dgm:spPr/>
    </dgm:pt>
    <dgm:pt modelId="{D29320A2-2F24-4A7C-99A8-03EF09BA4E62}" type="pres">
      <dgm:prSet presAssocID="{85C02711-1252-4AFB-944A-12AF54295E91}" presName="horzOne" presStyleCnt="0"/>
      <dgm:spPr/>
    </dgm:pt>
    <dgm:pt modelId="{0DC6F0A1-DCAA-4FDA-8099-1E503B36DE41}" type="pres">
      <dgm:prSet presAssocID="{4D737923-C324-4FF0-B55F-B5A90D53D077}" presName="sibSpaceOne" presStyleCnt="0"/>
      <dgm:spPr/>
    </dgm:pt>
    <dgm:pt modelId="{E4986C8B-B9D9-498F-B472-744F8E766AEF}" type="pres">
      <dgm:prSet presAssocID="{5FA19508-1344-4228-A110-7C90FC2EF9E4}" presName="vertOne" presStyleCnt="0"/>
      <dgm:spPr/>
    </dgm:pt>
    <dgm:pt modelId="{56FA175C-5D98-43E5-AC3E-A88CD542DEDA}" type="pres">
      <dgm:prSet presAssocID="{5FA19508-1344-4228-A110-7C90FC2EF9E4}" presName="txOne" presStyleLbl="node0" presStyleIdx="1" presStyleCnt="2">
        <dgm:presLayoutVars>
          <dgm:chPref val="3"/>
        </dgm:presLayoutVars>
      </dgm:prSet>
      <dgm:spPr/>
    </dgm:pt>
    <dgm:pt modelId="{B1F652B5-B7C0-4AD5-A15C-F7B96235B28E}" type="pres">
      <dgm:prSet presAssocID="{5FA19508-1344-4228-A110-7C90FC2EF9E4}" presName="horzOne" presStyleCnt="0"/>
      <dgm:spPr/>
    </dgm:pt>
  </dgm:ptLst>
  <dgm:cxnLst>
    <dgm:cxn modelId="{E954F51C-72E5-48EB-86B5-4E7BDFBD086F}" srcId="{C78304F4-D179-4721-A6B5-32064CF4DFDC}" destId="{85C02711-1252-4AFB-944A-12AF54295E91}" srcOrd="0" destOrd="0" parTransId="{9AC6CD16-8594-48CD-80A2-94D779D07B89}" sibTransId="{4D737923-C324-4FF0-B55F-B5A90D53D077}"/>
    <dgm:cxn modelId="{98329849-44D7-43E6-B3C4-54B39559CC05}" type="presOf" srcId="{85C02711-1252-4AFB-944A-12AF54295E91}" destId="{F8E2B373-C22C-4623-A940-5E4008873F14}" srcOrd="0" destOrd="0" presId="urn:microsoft.com/office/officeart/2005/8/layout/hierarchy4"/>
    <dgm:cxn modelId="{BE7CBF78-7F35-4F1C-9E15-9C31E9A9506E}" srcId="{C78304F4-D179-4721-A6B5-32064CF4DFDC}" destId="{5FA19508-1344-4228-A110-7C90FC2EF9E4}" srcOrd="1" destOrd="0" parTransId="{D9840BB8-58CD-44A4-ACCB-E2198147E478}" sibTransId="{13AD5C6E-5B46-459C-BB43-BAE19390C463}"/>
    <dgm:cxn modelId="{249BE3B0-DCD2-4C1A-B035-D57A3137C58E}" type="presOf" srcId="{5FA19508-1344-4228-A110-7C90FC2EF9E4}" destId="{56FA175C-5D98-43E5-AC3E-A88CD542DEDA}" srcOrd="0" destOrd="0" presId="urn:microsoft.com/office/officeart/2005/8/layout/hierarchy4"/>
    <dgm:cxn modelId="{87B740D8-97D5-44E4-BC9C-2169B19BF320}" type="presOf" srcId="{C78304F4-D179-4721-A6B5-32064CF4DFDC}" destId="{5765DB6C-EE0A-48EB-9F1D-921DF56BB416}" srcOrd="0" destOrd="0" presId="urn:microsoft.com/office/officeart/2005/8/layout/hierarchy4"/>
    <dgm:cxn modelId="{1B7ABD78-1CB9-4457-BA43-2AECADF87FD4}" type="presParOf" srcId="{5765DB6C-EE0A-48EB-9F1D-921DF56BB416}" destId="{10214D7D-D467-4FC0-9782-9E4205B3ECFD}" srcOrd="0" destOrd="0" presId="urn:microsoft.com/office/officeart/2005/8/layout/hierarchy4"/>
    <dgm:cxn modelId="{28E59C0F-5376-4ADF-A93C-07F9C8A0CB93}" type="presParOf" srcId="{10214D7D-D467-4FC0-9782-9E4205B3ECFD}" destId="{F8E2B373-C22C-4623-A940-5E4008873F14}" srcOrd="0" destOrd="0" presId="urn:microsoft.com/office/officeart/2005/8/layout/hierarchy4"/>
    <dgm:cxn modelId="{1C9F30B6-7C7D-499A-BFD2-476C0F65BBD4}" type="presParOf" srcId="{10214D7D-D467-4FC0-9782-9E4205B3ECFD}" destId="{D29320A2-2F24-4A7C-99A8-03EF09BA4E62}" srcOrd="1" destOrd="0" presId="urn:microsoft.com/office/officeart/2005/8/layout/hierarchy4"/>
    <dgm:cxn modelId="{AEF36549-5950-4F8F-9BCB-311A39E0DED3}" type="presParOf" srcId="{5765DB6C-EE0A-48EB-9F1D-921DF56BB416}" destId="{0DC6F0A1-DCAA-4FDA-8099-1E503B36DE41}" srcOrd="1" destOrd="0" presId="urn:microsoft.com/office/officeart/2005/8/layout/hierarchy4"/>
    <dgm:cxn modelId="{C7FFA064-190A-4381-AC27-1152D60B6842}" type="presParOf" srcId="{5765DB6C-EE0A-48EB-9F1D-921DF56BB416}" destId="{E4986C8B-B9D9-498F-B472-744F8E766AEF}" srcOrd="2" destOrd="0" presId="urn:microsoft.com/office/officeart/2005/8/layout/hierarchy4"/>
    <dgm:cxn modelId="{D38F95A1-60A0-452F-A2D9-5731EA4E41C7}" type="presParOf" srcId="{E4986C8B-B9D9-498F-B472-744F8E766AEF}" destId="{56FA175C-5D98-43E5-AC3E-A88CD542DEDA}" srcOrd="0" destOrd="0" presId="urn:microsoft.com/office/officeart/2005/8/layout/hierarchy4"/>
    <dgm:cxn modelId="{BAF7BEA2-BDCF-429C-8870-915447843F89}" type="presParOf" srcId="{E4986C8B-B9D9-498F-B472-744F8E766AEF}" destId="{B1F652B5-B7C0-4AD5-A15C-F7B96235B28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78304F4-D179-4721-A6B5-32064CF4DFDC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5F095F-4171-49ED-95D8-3D1BFEA411D9}">
      <dgm:prSet/>
      <dgm:spPr/>
      <dgm:t>
        <a:bodyPr/>
        <a:lstStyle/>
        <a:p>
          <a:r>
            <a:rPr lang="en-US" b="0" i="0" dirty="0" err="1"/>
            <a:t>OpenPyXL</a:t>
          </a:r>
          <a:r>
            <a:rPr lang="en-US" b="0" i="0" dirty="0"/>
            <a:t> supports </a:t>
          </a:r>
          <a:r>
            <a:rPr lang="tr-TR" b="0" i="0" dirty="0" err="1"/>
            <a:t>charts</a:t>
          </a:r>
          <a:endParaRPr lang="en-US" dirty="0"/>
        </a:p>
      </dgm:t>
    </dgm:pt>
    <dgm:pt modelId="{9FFF492F-D52F-4A93-981A-58AE3B0ADE54}" type="parTrans" cxnId="{16CD4B04-0AD2-4649-ADA2-FC3A44ED9FD0}">
      <dgm:prSet/>
      <dgm:spPr/>
      <dgm:t>
        <a:bodyPr/>
        <a:lstStyle/>
        <a:p>
          <a:endParaRPr lang="en-US"/>
        </a:p>
      </dgm:t>
    </dgm:pt>
    <dgm:pt modelId="{6F5FAEC9-57F3-4DC7-B74B-5C54C1E38F79}" type="sibTrans" cxnId="{16CD4B04-0AD2-4649-ADA2-FC3A44ED9FD0}">
      <dgm:prSet/>
      <dgm:spPr/>
      <dgm:t>
        <a:bodyPr/>
        <a:lstStyle/>
        <a:p>
          <a:endParaRPr lang="en-US"/>
        </a:p>
      </dgm:t>
    </dgm:pt>
    <dgm:pt modelId="{972AA792-F6DC-4FB3-8A02-FB88015B2879}">
      <dgm:prSet/>
      <dgm:spPr/>
      <dgm:t>
        <a:bodyPr/>
        <a:lstStyle/>
        <a:p>
          <a:r>
            <a:rPr lang="en-US" b="0" i="0" dirty="0"/>
            <a:t>Bar</a:t>
          </a:r>
          <a:endParaRPr lang="en-US" dirty="0"/>
        </a:p>
      </dgm:t>
    </dgm:pt>
    <dgm:pt modelId="{795185A3-671E-42C4-9BA1-715C8300C732}" type="parTrans" cxnId="{4990126A-BC95-4748-A0D1-CEDCF126E06E}">
      <dgm:prSet/>
      <dgm:spPr/>
      <dgm:t>
        <a:bodyPr/>
        <a:lstStyle/>
        <a:p>
          <a:endParaRPr lang="en-US"/>
        </a:p>
      </dgm:t>
    </dgm:pt>
    <dgm:pt modelId="{91819882-113E-450D-908C-653B479DE365}" type="sibTrans" cxnId="{4990126A-BC95-4748-A0D1-CEDCF126E06E}">
      <dgm:prSet/>
      <dgm:spPr/>
      <dgm:t>
        <a:bodyPr/>
        <a:lstStyle/>
        <a:p>
          <a:endParaRPr lang="en-US"/>
        </a:p>
      </dgm:t>
    </dgm:pt>
    <dgm:pt modelId="{F8FBE429-235C-45DC-9DC5-43D2252D4EA1}">
      <dgm:prSet/>
      <dgm:spPr/>
      <dgm:t>
        <a:bodyPr/>
        <a:lstStyle/>
        <a:p>
          <a:r>
            <a:rPr lang="en-US" b="0" i="0" dirty="0"/>
            <a:t>Line</a:t>
          </a:r>
          <a:endParaRPr lang="en-US" dirty="0"/>
        </a:p>
      </dgm:t>
    </dgm:pt>
    <dgm:pt modelId="{E92D995A-1B7C-4A73-B566-A900CA9EC3E7}" type="parTrans" cxnId="{9F7EED40-638A-41A1-AB3B-F66DF6BD1FD2}">
      <dgm:prSet/>
      <dgm:spPr/>
      <dgm:t>
        <a:bodyPr/>
        <a:lstStyle/>
        <a:p>
          <a:endParaRPr lang="en-US"/>
        </a:p>
      </dgm:t>
    </dgm:pt>
    <dgm:pt modelId="{11A8849C-04D5-4596-8DEB-ACED364DE8AF}" type="sibTrans" cxnId="{9F7EED40-638A-41A1-AB3B-F66DF6BD1FD2}">
      <dgm:prSet/>
      <dgm:spPr/>
      <dgm:t>
        <a:bodyPr/>
        <a:lstStyle/>
        <a:p>
          <a:endParaRPr lang="en-US"/>
        </a:p>
      </dgm:t>
    </dgm:pt>
    <dgm:pt modelId="{68EFD8FD-AFBA-48AF-BDD3-BE939C1ABF32}">
      <dgm:prSet/>
      <dgm:spPr/>
      <dgm:t>
        <a:bodyPr/>
        <a:lstStyle/>
        <a:p>
          <a:r>
            <a:rPr lang="en-US" b="0" i="0" dirty="0"/>
            <a:t>Scatter</a:t>
          </a:r>
          <a:endParaRPr lang="en-US" dirty="0"/>
        </a:p>
      </dgm:t>
    </dgm:pt>
    <dgm:pt modelId="{3E84BF5E-9137-4C6F-955F-E144CB1E9CC7}" type="parTrans" cxnId="{480C6021-82F2-444A-8F05-D26AF0D28C7A}">
      <dgm:prSet/>
      <dgm:spPr/>
      <dgm:t>
        <a:bodyPr/>
        <a:lstStyle/>
        <a:p>
          <a:endParaRPr lang="en-US"/>
        </a:p>
      </dgm:t>
    </dgm:pt>
    <dgm:pt modelId="{6FBC4EDE-0F12-4726-B465-BE99EC6F0441}" type="sibTrans" cxnId="{480C6021-82F2-444A-8F05-D26AF0D28C7A}">
      <dgm:prSet/>
      <dgm:spPr/>
      <dgm:t>
        <a:bodyPr/>
        <a:lstStyle/>
        <a:p>
          <a:endParaRPr lang="en-US"/>
        </a:p>
      </dgm:t>
    </dgm:pt>
    <dgm:pt modelId="{B6AB1C7B-C469-4FB8-8DE3-2BE8CE393FB3}">
      <dgm:prSet/>
      <dgm:spPr/>
      <dgm:t>
        <a:bodyPr/>
        <a:lstStyle/>
        <a:p>
          <a:r>
            <a:rPr lang="en-US" b="0" i="0" dirty="0"/>
            <a:t>pie charts</a:t>
          </a:r>
          <a:endParaRPr lang="en-US" dirty="0"/>
        </a:p>
      </dgm:t>
    </dgm:pt>
    <dgm:pt modelId="{B3B8AA76-FCAF-4646-85E3-06A1416A574D}" type="parTrans" cxnId="{796D45C1-6CE2-4067-B6AD-2528607CCC44}">
      <dgm:prSet/>
      <dgm:spPr/>
      <dgm:t>
        <a:bodyPr/>
        <a:lstStyle/>
        <a:p>
          <a:endParaRPr lang="en-US"/>
        </a:p>
      </dgm:t>
    </dgm:pt>
    <dgm:pt modelId="{9CAC40FE-21AC-451A-BC08-B4866035C6F4}" type="sibTrans" cxnId="{796D45C1-6CE2-4067-B6AD-2528607CCC44}">
      <dgm:prSet/>
      <dgm:spPr/>
      <dgm:t>
        <a:bodyPr/>
        <a:lstStyle/>
        <a:p>
          <a:endParaRPr lang="en-US"/>
        </a:p>
      </dgm:t>
    </dgm:pt>
    <dgm:pt modelId="{F6AAB9AA-60DB-4B28-A713-ABE467402D67}">
      <dgm:prSet/>
      <dgm:spPr/>
      <dgm:t>
        <a:bodyPr/>
        <a:lstStyle/>
        <a:p>
          <a:r>
            <a:rPr lang="tr-TR" b="0" i="0" dirty="0"/>
            <a:t>Data </a:t>
          </a:r>
          <a:r>
            <a:rPr lang="tr-TR" b="0" i="0" dirty="0" err="1"/>
            <a:t>source</a:t>
          </a:r>
          <a:endParaRPr lang="en-US" dirty="0"/>
        </a:p>
      </dgm:t>
    </dgm:pt>
    <dgm:pt modelId="{D83DD007-FD19-479B-9984-AE2333EE74F0}" type="parTrans" cxnId="{B139605D-04BF-456F-A148-2D8B54D80172}">
      <dgm:prSet/>
      <dgm:spPr/>
      <dgm:t>
        <a:bodyPr/>
        <a:lstStyle/>
        <a:p>
          <a:endParaRPr lang="en-US"/>
        </a:p>
      </dgm:t>
    </dgm:pt>
    <dgm:pt modelId="{83B20ECF-34FF-45AD-83DF-2E952A0702AD}" type="sibTrans" cxnId="{B139605D-04BF-456F-A148-2D8B54D80172}">
      <dgm:prSet/>
      <dgm:spPr/>
      <dgm:t>
        <a:bodyPr/>
        <a:lstStyle/>
        <a:p>
          <a:endParaRPr lang="en-US"/>
        </a:p>
      </dgm:t>
    </dgm:pt>
    <dgm:pt modelId="{92943229-A4D7-40C3-932F-822A20B33C3A}">
      <dgm:prSet/>
      <dgm:spPr/>
      <dgm:t>
        <a:bodyPr/>
        <a:lstStyle/>
        <a:p>
          <a:r>
            <a:rPr lang="en-US" b="0" i="0" dirty="0"/>
            <a:t>Using</a:t>
          </a:r>
          <a:r>
            <a:rPr lang="tr-TR" b="0" i="0" dirty="0"/>
            <a:t> </a:t>
          </a:r>
          <a:r>
            <a:rPr lang="en-US" b="0" i="0" dirty="0"/>
            <a:t>the</a:t>
          </a:r>
          <a:r>
            <a:rPr lang="tr-TR" b="0" i="0" dirty="0"/>
            <a:t> </a:t>
          </a:r>
          <a:r>
            <a:rPr lang="en-US" b="0" i="0" dirty="0"/>
            <a:t>data</a:t>
          </a:r>
          <a:endParaRPr lang="en-US" dirty="0"/>
        </a:p>
      </dgm:t>
    </dgm:pt>
    <dgm:pt modelId="{64B971B2-72C6-41AC-90A5-1BEC8C5C2AAA}" type="parTrans" cxnId="{5A092C75-5545-4800-8F2A-D865094A7399}">
      <dgm:prSet/>
      <dgm:spPr/>
      <dgm:t>
        <a:bodyPr/>
        <a:lstStyle/>
        <a:p>
          <a:endParaRPr lang="en-US"/>
        </a:p>
      </dgm:t>
    </dgm:pt>
    <dgm:pt modelId="{984687F4-B929-49D2-B095-EA5C63F90CAA}" type="sibTrans" cxnId="{5A092C75-5545-4800-8F2A-D865094A7399}">
      <dgm:prSet/>
      <dgm:spPr/>
      <dgm:t>
        <a:bodyPr/>
        <a:lstStyle/>
        <a:p>
          <a:endParaRPr lang="en-US"/>
        </a:p>
      </dgm:t>
    </dgm:pt>
    <dgm:pt modelId="{AB4D6723-A9D3-461A-85A1-4F683A8DB213}">
      <dgm:prSet/>
      <dgm:spPr/>
      <dgm:t>
        <a:bodyPr/>
        <a:lstStyle/>
        <a:p>
          <a:r>
            <a:rPr lang="en-US" b="0" i="0" dirty="0"/>
            <a:t>in a sheet’s cells</a:t>
          </a:r>
          <a:endParaRPr lang="en-US" dirty="0"/>
        </a:p>
      </dgm:t>
    </dgm:pt>
    <dgm:pt modelId="{4B1FEA37-7086-4CD8-A50E-D7F46B4B4BDB}" type="parTrans" cxnId="{94B71E5B-5151-4A84-A49A-DC14A8693FB3}">
      <dgm:prSet/>
      <dgm:spPr/>
      <dgm:t>
        <a:bodyPr/>
        <a:lstStyle/>
        <a:p>
          <a:endParaRPr lang="en-US"/>
        </a:p>
      </dgm:t>
    </dgm:pt>
    <dgm:pt modelId="{5E7D7B44-05B8-4A5F-B9F3-C02CC3EA510E}" type="sibTrans" cxnId="{94B71E5B-5151-4A84-A49A-DC14A8693FB3}">
      <dgm:prSet/>
      <dgm:spPr/>
      <dgm:t>
        <a:bodyPr/>
        <a:lstStyle/>
        <a:p>
          <a:endParaRPr lang="en-US"/>
        </a:p>
      </dgm:t>
    </dgm:pt>
    <dgm:pt modelId="{6990C48B-54EC-471F-B665-1DBB19BEC324}" type="pres">
      <dgm:prSet presAssocID="{C78304F4-D179-4721-A6B5-32064CF4DFDC}" presName="Name0" presStyleCnt="0">
        <dgm:presLayoutVars>
          <dgm:dir/>
          <dgm:animLvl val="lvl"/>
          <dgm:resizeHandles val="exact"/>
        </dgm:presLayoutVars>
      </dgm:prSet>
      <dgm:spPr/>
    </dgm:pt>
    <dgm:pt modelId="{77990CC6-A90A-4B44-A87A-092F94B83207}" type="pres">
      <dgm:prSet presAssocID="{385F095F-4171-49ED-95D8-3D1BFEA411D9}" presName="composite" presStyleCnt="0"/>
      <dgm:spPr/>
    </dgm:pt>
    <dgm:pt modelId="{9CBDC230-AECB-46AE-96D6-7658DC275EDB}" type="pres">
      <dgm:prSet presAssocID="{385F095F-4171-49ED-95D8-3D1BFEA411D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FF7C416-F19C-4395-990B-6CB5CC392105}" type="pres">
      <dgm:prSet presAssocID="{385F095F-4171-49ED-95D8-3D1BFEA411D9}" presName="desTx" presStyleLbl="alignAccFollowNode1" presStyleIdx="0" presStyleCnt="2">
        <dgm:presLayoutVars>
          <dgm:bulletEnabled val="1"/>
        </dgm:presLayoutVars>
      </dgm:prSet>
      <dgm:spPr/>
    </dgm:pt>
    <dgm:pt modelId="{4ED3E99C-80E3-4D48-8B67-F1202752D74D}" type="pres">
      <dgm:prSet presAssocID="{6F5FAEC9-57F3-4DC7-B74B-5C54C1E38F79}" presName="space" presStyleCnt="0"/>
      <dgm:spPr/>
    </dgm:pt>
    <dgm:pt modelId="{D4246E63-8629-4B36-A2F8-4B1A4D69CCE0}" type="pres">
      <dgm:prSet presAssocID="{F6AAB9AA-60DB-4B28-A713-ABE467402D67}" presName="composite" presStyleCnt="0"/>
      <dgm:spPr/>
    </dgm:pt>
    <dgm:pt modelId="{D3562F26-3E9C-4E20-A67B-1D78D376A7DD}" type="pres">
      <dgm:prSet presAssocID="{F6AAB9AA-60DB-4B28-A713-ABE467402D6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FCA65FED-3077-4DB6-AEA9-7ACC99BDF9FE}" type="pres">
      <dgm:prSet presAssocID="{F6AAB9AA-60DB-4B28-A713-ABE467402D6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6CD4B04-0AD2-4649-ADA2-FC3A44ED9FD0}" srcId="{C78304F4-D179-4721-A6B5-32064CF4DFDC}" destId="{385F095F-4171-49ED-95D8-3D1BFEA411D9}" srcOrd="0" destOrd="0" parTransId="{9FFF492F-D52F-4A93-981A-58AE3B0ADE54}" sibTransId="{6F5FAEC9-57F3-4DC7-B74B-5C54C1E38F79}"/>
    <dgm:cxn modelId="{3AAB860C-9B1A-430E-842C-9A2017D12DF9}" type="presOf" srcId="{385F095F-4171-49ED-95D8-3D1BFEA411D9}" destId="{9CBDC230-AECB-46AE-96D6-7658DC275EDB}" srcOrd="0" destOrd="0" presId="urn:microsoft.com/office/officeart/2005/8/layout/hList1"/>
    <dgm:cxn modelId="{480C6021-82F2-444A-8F05-D26AF0D28C7A}" srcId="{385F095F-4171-49ED-95D8-3D1BFEA411D9}" destId="{68EFD8FD-AFBA-48AF-BDD3-BE939C1ABF32}" srcOrd="2" destOrd="0" parTransId="{3E84BF5E-9137-4C6F-955F-E144CB1E9CC7}" sibTransId="{6FBC4EDE-0F12-4726-B465-BE99EC6F0441}"/>
    <dgm:cxn modelId="{9F7EED40-638A-41A1-AB3B-F66DF6BD1FD2}" srcId="{385F095F-4171-49ED-95D8-3D1BFEA411D9}" destId="{F8FBE429-235C-45DC-9DC5-43D2252D4EA1}" srcOrd="1" destOrd="0" parTransId="{E92D995A-1B7C-4A73-B566-A900CA9EC3E7}" sibTransId="{11A8849C-04D5-4596-8DEB-ACED364DE8AF}"/>
    <dgm:cxn modelId="{94B71E5B-5151-4A84-A49A-DC14A8693FB3}" srcId="{F6AAB9AA-60DB-4B28-A713-ABE467402D67}" destId="{AB4D6723-A9D3-461A-85A1-4F683A8DB213}" srcOrd="1" destOrd="0" parTransId="{4B1FEA37-7086-4CD8-A50E-D7F46B4B4BDB}" sibTransId="{5E7D7B44-05B8-4A5F-B9F3-C02CC3EA510E}"/>
    <dgm:cxn modelId="{B139605D-04BF-456F-A148-2D8B54D80172}" srcId="{C78304F4-D179-4721-A6B5-32064CF4DFDC}" destId="{F6AAB9AA-60DB-4B28-A713-ABE467402D67}" srcOrd="1" destOrd="0" parTransId="{D83DD007-FD19-479B-9984-AE2333EE74F0}" sibTransId="{83B20ECF-34FF-45AD-83DF-2E952A0702AD}"/>
    <dgm:cxn modelId="{4990126A-BC95-4748-A0D1-CEDCF126E06E}" srcId="{385F095F-4171-49ED-95D8-3D1BFEA411D9}" destId="{972AA792-F6DC-4FB3-8A02-FB88015B2879}" srcOrd="0" destOrd="0" parTransId="{795185A3-671E-42C4-9BA1-715C8300C732}" sibTransId="{91819882-113E-450D-908C-653B479DE365}"/>
    <dgm:cxn modelId="{5A092C75-5545-4800-8F2A-D865094A7399}" srcId="{F6AAB9AA-60DB-4B28-A713-ABE467402D67}" destId="{92943229-A4D7-40C3-932F-822A20B33C3A}" srcOrd="0" destOrd="0" parTransId="{64B971B2-72C6-41AC-90A5-1BEC8C5C2AAA}" sibTransId="{984687F4-B929-49D2-B095-EA5C63F90CAA}"/>
    <dgm:cxn modelId="{73E14CB0-1D84-4F73-9ED3-F8C4275C32B4}" type="presOf" srcId="{92943229-A4D7-40C3-932F-822A20B33C3A}" destId="{FCA65FED-3077-4DB6-AEA9-7ACC99BDF9FE}" srcOrd="0" destOrd="0" presId="urn:microsoft.com/office/officeart/2005/8/layout/hList1"/>
    <dgm:cxn modelId="{F8A1A9B1-1970-4449-9F04-D825ACCCC50C}" type="presOf" srcId="{AB4D6723-A9D3-461A-85A1-4F683A8DB213}" destId="{FCA65FED-3077-4DB6-AEA9-7ACC99BDF9FE}" srcOrd="0" destOrd="1" presId="urn:microsoft.com/office/officeart/2005/8/layout/hList1"/>
    <dgm:cxn modelId="{50C3D2B5-C52A-45DE-B821-1F3422A3557A}" type="presOf" srcId="{68EFD8FD-AFBA-48AF-BDD3-BE939C1ABF32}" destId="{4FF7C416-F19C-4395-990B-6CB5CC392105}" srcOrd="0" destOrd="2" presId="urn:microsoft.com/office/officeart/2005/8/layout/hList1"/>
    <dgm:cxn modelId="{796D45C1-6CE2-4067-B6AD-2528607CCC44}" srcId="{385F095F-4171-49ED-95D8-3D1BFEA411D9}" destId="{B6AB1C7B-C469-4FB8-8DE3-2BE8CE393FB3}" srcOrd="3" destOrd="0" parTransId="{B3B8AA76-FCAF-4646-85E3-06A1416A574D}" sibTransId="{9CAC40FE-21AC-451A-BC08-B4866035C6F4}"/>
    <dgm:cxn modelId="{E1FA86D8-978F-4DB6-AA75-EAFD946F65B5}" type="presOf" srcId="{B6AB1C7B-C469-4FB8-8DE3-2BE8CE393FB3}" destId="{4FF7C416-F19C-4395-990B-6CB5CC392105}" srcOrd="0" destOrd="3" presId="urn:microsoft.com/office/officeart/2005/8/layout/hList1"/>
    <dgm:cxn modelId="{9C45DDD8-401A-446E-B900-12E7F6FC47E3}" type="presOf" srcId="{F8FBE429-235C-45DC-9DC5-43D2252D4EA1}" destId="{4FF7C416-F19C-4395-990B-6CB5CC392105}" srcOrd="0" destOrd="1" presId="urn:microsoft.com/office/officeart/2005/8/layout/hList1"/>
    <dgm:cxn modelId="{240EF9DA-1B15-4F5E-B81A-CC216AC22976}" type="presOf" srcId="{C78304F4-D179-4721-A6B5-32064CF4DFDC}" destId="{6990C48B-54EC-471F-B665-1DBB19BEC324}" srcOrd="0" destOrd="0" presId="urn:microsoft.com/office/officeart/2005/8/layout/hList1"/>
    <dgm:cxn modelId="{F606B0E0-96A1-4EF8-B2A5-1F1BF0CBCE92}" type="presOf" srcId="{972AA792-F6DC-4FB3-8A02-FB88015B2879}" destId="{4FF7C416-F19C-4395-990B-6CB5CC392105}" srcOrd="0" destOrd="0" presId="urn:microsoft.com/office/officeart/2005/8/layout/hList1"/>
    <dgm:cxn modelId="{21E1E1F5-1FAE-479D-A2CC-5E7324D86619}" type="presOf" srcId="{F6AAB9AA-60DB-4B28-A713-ABE467402D67}" destId="{D3562F26-3E9C-4E20-A67B-1D78D376A7DD}" srcOrd="0" destOrd="0" presId="urn:microsoft.com/office/officeart/2005/8/layout/hList1"/>
    <dgm:cxn modelId="{E3D00038-601F-47B4-88B4-BD37EBD02AA4}" type="presParOf" srcId="{6990C48B-54EC-471F-B665-1DBB19BEC324}" destId="{77990CC6-A90A-4B44-A87A-092F94B83207}" srcOrd="0" destOrd="0" presId="urn:microsoft.com/office/officeart/2005/8/layout/hList1"/>
    <dgm:cxn modelId="{75423D72-59DD-4040-976D-614C2B5E1D0D}" type="presParOf" srcId="{77990CC6-A90A-4B44-A87A-092F94B83207}" destId="{9CBDC230-AECB-46AE-96D6-7658DC275EDB}" srcOrd="0" destOrd="0" presId="urn:microsoft.com/office/officeart/2005/8/layout/hList1"/>
    <dgm:cxn modelId="{79257B08-3BD3-4954-96E5-6591BECDDE5B}" type="presParOf" srcId="{77990CC6-A90A-4B44-A87A-092F94B83207}" destId="{4FF7C416-F19C-4395-990B-6CB5CC392105}" srcOrd="1" destOrd="0" presId="urn:microsoft.com/office/officeart/2005/8/layout/hList1"/>
    <dgm:cxn modelId="{AB148740-EE85-4753-9FB0-28C918584896}" type="presParOf" srcId="{6990C48B-54EC-471F-B665-1DBB19BEC324}" destId="{4ED3E99C-80E3-4D48-8B67-F1202752D74D}" srcOrd="1" destOrd="0" presId="urn:microsoft.com/office/officeart/2005/8/layout/hList1"/>
    <dgm:cxn modelId="{0B0F49BE-7A46-4302-938B-E32386A636A3}" type="presParOf" srcId="{6990C48B-54EC-471F-B665-1DBB19BEC324}" destId="{D4246E63-8629-4B36-A2F8-4B1A4D69CCE0}" srcOrd="2" destOrd="0" presId="urn:microsoft.com/office/officeart/2005/8/layout/hList1"/>
    <dgm:cxn modelId="{DE92B7B4-8389-433C-8D5D-EF21D99D5214}" type="presParOf" srcId="{D4246E63-8629-4B36-A2F8-4B1A4D69CCE0}" destId="{D3562F26-3E9C-4E20-A67B-1D78D376A7DD}" srcOrd="0" destOrd="0" presId="urn:microsoft.com/office/officeart/2005/8/layout/hList1"/>
    <dgm:cxn modelId="{A3FFFAF4-E15C-4EE6-AE7B-AB18954FE2B0}" type="presParOf" srcId="{D4246E63-8629-4B36-A2F8-4B1A4D69CCE0}" destId="{FCA65FED-3077-4DB6-AEA9-7ACC99BDF9F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8D459A1D-1BD0-440B-AF09-29C3871920F2}" type="doc">
      <dgm:prSet loTypeId="urn:microsoft.com/office/officeart/2005/8/layout/process5" loCatId="process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A5DC119-4DF5-4EEA-B587-975DA79F098A}">
      <dgm:prSet/>
      <dgm:spPr/>
      <dgm:t>
        <a:bodyPr/>
        <a:lstStyle/>
        <a:p>
          <a:r>
            <a:rPr lang="tr-TR" dirty="0"/>
            <a:t>1. </a:t>
          </a:r>
          <a:r>
            <a:rPr lang="en-US" dirty="0"/>
            <a:t>Create a Reference object from a rectangular selection of cells.</a:t>
          </a:r>
        </a:p>
      </dgm:t>
    </dgm:pt>
    <dgm:pt modelId="{8ED2F1ED-9630-430D-885F-5CFFC5B1C628}" type="parTrans" cxnId="{A1CFBE59-EAF3-4E90-BA41-AC024A2C4F86}">
      <dgm:prSet/>
      <dgm:spPr/>
      <dgm:t>
        <a:bodyPr/>
        <a:lstStyle/>
        <a:p>
          <a:endParaRPr lang="en-US"/>
        </a:p>
      </dgm:t>
    </dgm:pt>
    <dgm:pt modelId="{63A8D196-A64B-4F64-88A7-7F2BE8545937}" type="sibTrans" cxnId="{A1CFBE59-EAF3-4E90-BA41-AC024A2C4F86}">
      <dgm:prSet/>
      <dgm:spPr/>
      <dgm:t>
        <a:bodyPr/>
        <a:lstStyle/>
        <a:p>
          <a:endParaRPr lang="en-US"/>
        </a:p>
      </dgm:t>
    </dgm:pt>
    <dgm:pt modelId="{069BF880-4AF8-48D1-9899-7A45D549C3E8}">
      <dgm:prSet phldrT="[Text]"/>
      <dgm:spPr/>
      <dgm:t>
        <a:bodyPr/>
        <a:lstStyle/>
        <a:p>
          <a:r>
            <a:rPr lang="en-US" dirty="0"/>
            <a:t>4. Append the Series object to the Chart object.</a:t>
          </a:r>
        </a:p>
      </dgm:t>
    </dgm:pt>
    <dgm:pt modelId="{BC4AA7C7-BDDD-49D1-8F3B-E36F79160961}" type="parTrans" cxnId="{157DA498-19AC-4740-9F19-39381AEB5DFB}">
      <dgm:prSet/>
      <dgm:spPr/>
      <dgm:t>
        <a:bodyPr/>
        <a:lstStyle/>
        <a:p>
          <a:endParaRPr lang="en-US"/>
        </a:p>
      </dgm:t>
    </dgm:pt>
    <dgm:pt modelId="{150CC70A-8C42-46BB-BB7F-39AD49BDA927}" type="sibTrans" cxnId="{157DA498-19AC-4740-9F19-39381AEB5DFB}">
      <dgm:prSet/>
      <dgm:spPr/>
      <dgm:t>
        <a:bodyPr/>
        <a:lstStyle/>
        <a:p>
          <a:endParaRPr lang="en-US"/>
        </a:p>
      </dgm:t>
    </dgm:pt>
    <dgm:pt modelId="{7170F778-E2E3-45D3-98F3-D5F938E3F78A}">
      <dgm:prSet/>
      <dgm:spPr/>
      <dgm:t>
        <a:bodyPr/>
        <a:lstStyle/>
        <a:p>
          <a:r>
            <a:rPr lang="en-US" dirty="0"/>
            <a:t>2. Create a Series object by passing in the Reference object.</a:t>
          </a:r>
        </a:p>
      </dgm:t>
    </dgm:pt>
    <dgm:pt modelId="{2BD0E9BD-44F3-4464-83C7-24724E0328A0}" type="parTrans" cxnId="{19F3BAE6-D639-49BA-B4BC-BA0A7C84C509}">
      <dgm:prSet/>
      <dgm:spPr/>
      <dgm:t>
        <a:bodyPr/>
        <a:lstStyle/>
        <a:p>
          <a:endParaRPr lang="en-US"/>
        </a:p>
      </dgm:t>
    </dgm:pt>
    <dgm:pt modelId="{15E94E51-2044-4A9C-8F18-0CB3B06E1C99}" type="sibTrans" cxnId="{19F3BAE6-D639-49BA-B4BC-BA0A7C84C509}">
      <dgm:prSet/>
      <dgm:spPr/>
      <dgm:t>
        <a:bodyPr/>
        <a:lstStyle/>
        <a:p>
          <a:endParaRPr lang="en-US"/>
        </a:p>
      </dgm:t>
    </dgm:pt>
    <dgm:pt modelId="{22E4054E-7274-49F8-869D-1E054A018FE7}">
      <dgm:prSet/>
      <dgm:spPr/>
      <dgm:t>
        <a:bodyPr/>
        <a:lstStyle/>
        <a:p>
          <a:r>
            <a:rPr lang="en-US" dirty="0"/>
            <a:t>3. Create a Chart object.</a:t>
          </a:r>
        </a:p>
      </dgm:t>
    </dgm:pt>
    <dgm:pt modelId="{47A77027-DFB9-4719-8889-F2D1C7275C50}" type="parTrans" cxnId="{CF385CED-684D-47C2-894A-D101A4222AF3}">
      <dgm:prSet/>
      <dgm:spPr/>
      <dgm:t>
        <a:bodyPr/>
        <a:lstStyle/>
        <a:p>
          <a:endParaRPr lang="en-US"/>
        </a:p>
      </dgm:t>
    </dgm:pt>
    <dgm:pt modelId="{020CAF2E-5DA2-4476-BB9C-9489C4815C67}" type="sibTrans" cxnId="{CF385CED-684D-47C2-894A-D101A4222AF3}">
      <dgm:prSet/>
      <dgm:spPr/>
      <dgm:t>
        <a:bodyPr/>
        <a:lstStyle/>
        <a:p>
          <a:endParaRPr lang="en-US"/>
        </a:p>
      </dgm:t>
    </dgm:pt>
    <dgm:pt modelId="{DDB9701A-19ED-4AF6-8C95-186003638190}">
      <dgm:prSet/>
      <dgm:spPr/>
      <dgm:t>
        <a:bodyPr/>
        <a:lstStyle/>
        <a:p>
          <a:r>
            <a:rPr lang="en-US" dirty="0"/>
            <a:t>5. Optionally, set the drawing.top, drawing.left, drawing.width, and</a:t>
          </a:r>
        </a:p>
      </dgm:t>
    </dgm:pt>
    <dgm:pt modelId="{294B4C97-57ED-4F28-AC41-B26AB3BC16B9}" type="parTrans" cxnId="{7613ACC3-EA43-4747-9E4C-C5000F556580}">
      <dgm:prSet/>
      <dgm:spPr/>
      <dgm:t>
        <a:bodyPr/>
        <a:lstStyle/>
        <a:p>
          <a:endParaRPr lang="en-US"/>
        </a:p>
      </dgm:t>
    </dgm:pt>
    <dgm:pt modelId="{78178BBC-39D5-44B0-B155-04D34DF11E00}" type="sibTrans" cxnId="{7613ACC3-EA43-4747-9E4C-C5000F556580}">
      <dgm:prSet/>
      <dgm:spPr/>
      <dgm:t>
        <a:bodyPr/>
        <a:lstStyle/>
        <a:p>
          <a:endParaRPr lang="en-US"/>
        </a:p>
      </dgm:t>
    </dgm:pt>
    <dgm:pt modelId="{FD75E001-29D0-422D-B896-0DA32C9AE46C}">
      <dgm:prSet/>
      <dgm:spPr/>
      <dgm:t>
        <a:bodyPr/>
        <a:lstStyle/>
        <a:p>
          <a:r>
            <a:rPr lang="en-US" dirty="0"/>
            <a:t>drawing.height variables of the Chart object.</a:t>
          </a:r>
        </a:p>
      </dgm:t>
    </dgm:pt>
    <dgm:pt modelId="{E7A11BF9-D592-41BF-8AAC-61464D17F114}" type="parTrans" cxnId="{1F56DBFE-C80F-48B6-8919-985DA5C5FD78}">
      <dgm:prSet/>
      <dgm:spPr/>
      <dgm:t>
        <a:bodyPr/>
        <a:lstStyle/>
        <a:p>
          <a:endParaRPr lang="en-US"/>
        </a:p>
      </dgm:t>
    </dgm:pt>
    <dgm:pt modelId="{282EC7D8-3DB2-480F-9FDE-A449A6496D18}" type="sibTrans" cxnId="{1F56DBFE-C80F-48B6-8919-985DA5C5FD78}">
      <dgm:prSet/>
      <dgm:spPr/>
      <dgm:t>
        <a:bodyPr/>
        <a:lstStyle/>
        <a:p>
          <a:endParaRPr lang="en-US"/>
        </a:p>
      </dgm:t>
    </dgm:pt>
    <dgm:pt modelId="{E8DCCFD7-8673-43E5-8DC6-DEDC358D5F82}">
      <dgm:prSet/>
      <dgm:spPr/>
      <dgm:t>
        <a:bodyPr/>
        <a:lstStyle/>
        <a:p>
          <a:r>
            <a:rPr lang="en-US" dirty="0"/>
            <a:t>6. Add the Chart object to the Worksheet object.</a:t>
          </a:r>
        </a:p>
      </dgm:t>
    </dgm:pt>
    <dgm:pt modelId="{EE51E830-DC33-4AF0-B38B-5644F0ECD721}" type="parTrans" cxnId="{13D646AD-9482-4473-B1D2-F860F125E99D}">
      <dgm:prSet/>
      <dgm:spPr/>
      <dgm:t>
        <a:bodyPr/>
        <a:lstStyle/>
        <a:p>
          <a:endParaRPr lang="en-US"/>
        </a:p>
      </dgm:t>
    </dgm:pt>
    <dgm:pt modelId="{06955EEA-16B6-4FBD-97D4-145145627E63}" type="sibTrans" cxnId="{13D646AD-9482-4473-B1D2-F860F125E99D}">
      <dgm:prSet/>
      <dgm:spPr/>
      <dgm:t>
        <a:bodyPr/>
        <a:lstStyle/>
        <a:p>
          <a:endParaRPr lang="en-US"/>
        </a:p>
      </dgm:t>
    </dgm:pt>
    <dgm:pt modelId="{B06DF653-FC59-4B5C-855E-B629E4CC56F4}" type="pres">
      <dgm:prSet presAssocID="{8D459A1D-1BD0-440B-AF09-29C3871920F2}" presName="diagram" presStyleCnt="0">
        <dgm:presLayoutVars>
          <dgm:dir/>
          <dgm:resizeHandles val="exact"/>
        </dgm:presLayoutVars>
      </dgm:prSet>
      <dgm:spPr/>
    </dgm:pt>
    <dgm:pt modelId="{22C2E8A9-7939-4E67-B28E-A4DB30E17045}" type="pres">
      <dgm:prSet presAssocID="{AA5DC119-4DF5-4EEA-B587-975DA79F098A}" presName="node" presStyleLbl="node1" presStyleIdx="0" presStyleCnt="7">
        <dgm:presLayoutVars>
          <dgm:bulletEnabled val="1"/>
        </dgm:presLayoutVars>
      </dgm:prSet>
      <dgm:spPr/>
    </dgm:pt>
    <dgm:pt modelId="{31792ECA-F8E7-477C-8646-E40117D1E615}" type="pres">
      <dgm:prSet presAssocID="{63A8D196-A64B-4F64-88A7-7F2BE8545937}" presName="sibTrans" presStyleLbl="sibTrans2D1" presStyleIdx="0" presStyleCnt="6"/>
      <dgm:spPr/>
    </dgm:pt>
    <dgm:pt modelId="{A4117102-5D3B-4EE7-B305-70A2BA1C1381}" type="pres">
      <dgm:prSet presAssocID="{63A8D196-A64B-4F64-88A7-7F2BE8545937}" presName="connectorText" presStyleLbl="sibTrans2D1" presStyleIdx="0" presStyleCnt="6"/>
      <dgm:spPr/>
    </dgm:pt>
    <dgm:pt modelId="{EA8FA052-7047-459D-A5A6-F6AFA8A89EE0}" type="pres">
      <dgm:prSet presAssocID="{7170F778-E2E3-45D3-98F3-D5F938E3F78A}" presName="node" presStyleLbl="node1" presStyleIdx="1" presStyleCnt="7">
        <dgm:presLayoutVars>
          <dgm:bulletEnabled val="1"/>
        </dgm:presLayoutVars>
      </dgm:prSet>
      <dgm:spPr/>
    </dgm:pt>
    <dgm:pt modelId="{9B4F5906-300F-42E6-B296-10709B9A6AFB}" type="pres">
      <dgm:prSet presAssocID="{15E94E51-2044-4A9C-8F18-0CB3B06E1C99}" presName="sibTrans" presStyleLbl="sibTrans2D1" presStyleIdx="1" presStyleCnt="6"/>
      <dgm:spPr/>
    </dgm:pt>
    <dgm:pt modelId="{79FB35EA-7A00-4D0E-A866-18A28905A135}" type="pres">
      <dgm:prSet presAssocID="{15E94E51-2044-4A9C-8F18-0CB3B06E1C99}" presName="connectorText" presStyleLbl="sibTrans2D1" presStyleIdx="1" presStyleCnt="6"/>
      <dgm:spPr/>
    </dgm:pt>
    <dgm:pt modelId="{3D4E66F6-D3A0-4E16-BB87-DCC581B112E9}" type="pres">
      <dgm:prSet presAssocID="{22E4054E-7274-49F8-869D-1E054A018FE7}" presName="node" presStyleLbl="node1" presStyleIdx="2" presStyleCnt="7">
        <dgm:presLayoutVars>
          <dgm:bulletEnabled val="1"/>
        </dgm:presLayoutVars>
      </dgm:prSet>
      <dgm:spPr/>
    </dgm:pt>
    <dgm:pt modelId="{F722227D-67C6-41E6-8A0A-A5EA9DD394B3}" type="pres">
      <dgm:prSet presAssocID="{020CAF2E-5DA2-4476-BB9C-9489C4815C67}" presName="sibTrans" presStyleLbl="sibTrans2D1" presStyleIdx="2" presStyleCnt="6"/>
      <dgm:spPr/>
    </dgm:pt>
    <dgm:pt modelId="{E9E94DB1-30DF-40FA-B8C7-E5BE7BDA0156}" type="pres">
      <dgm:prSet presAssocID="{020CAF2E-5DA2-4476-BB9C-9489C4815C67}" presName="connectorText" presStyleLbl="sibTrans2D1" presStyleIdx="2" presStyleCnt="6"/>
      <dgm:spPr/>
    </dgm:pt>
    <dgm:pt modelId="{4DF59331-F127-459A-9FAC-2245887A88A5}" type="pres">
      <dgm:prSet presAssocID="{069BF880-4AF8-48D1-9899-7A45D549C3E8}" presName="node" presStyleLbl="node1" presStyleIdx="3" presStyleCnt="7">
        <dgm:presLayoutVars>
          <dgm:bulletEnabled val="1"/>
        </dgm:presLayoutVars>
      </dgm:prSet>
      <dgm:spPr/>
    </dgm:pt>
    <dgm:pt modelId="{28F05810-30E8-4233-B4FE-EA2F55B7CDFE}" type="pres">
      <dgm:prSet presAssocID="{150CC70A-8C42-46BB-BB7F-39AD49BDA927}" presName="sibTrans" presStyleLbl="sibTrans2D1" presStyleIdx="3" presStyleCnt="6"/>
      <dgm:spPr/>
    </dgm:pt>
    <dgm:pt modelId="{8BABC0DC-1E9B-4DEB-A519-8AA59F3C19E7}" type="pres">
      <dgm:prSet presAssocID="{150CC70A-8C42-46BB-BB7F-39AD49BDA927}" presName="connectorText" presStyleLbl="sibTrans2D1" presStyleIdx="3" presStyleCnt="6"/>
      <dgm:spPr/>
    </dgm:pt>
    <dgm:pt modelId="{4D42312B-E7BC-45A5-99F8-7C63F27D9D3A}" type="pres">
      <dgm:prSet presAssocID="{DDB9701A-19ED-4AF6-8C95-186003638190}" presName="node" presStyleLbl="node1" presStyleIdx="4" presStyleCnt="7">
        <dgm:presLayoutVars>
          <dgm:bulletEnabled val="1"/>
        </dgm:presLayoutVars>
      </dgm:prSet>
      <dgm:spPr/>
    </dgm:pt>
    <dgm:pt modelId="{56885071-E4B9-4E1A-92E4-7C27FF89E077}" type="pres">
      <dgm:prSet presAssocID="{78178BBC-39D5-44B0-B155-04D34DF11E00}" presName="sibTrans" presStyleLbl="sibTrans2D1" presStyleIdx="4" presStyleCnt="6"/>
      <dgm:spPr/>
    </dgm:pt>
    <dgm:pt modelId="{CC31F28E-DE1A-4440-8754-FEDF7EA79E14}" type="pres">
      <dgm:prSet presAssocID="{78178BBC-39D5-44B0-B155-04D34DF11E00}" presName="connectorText" presStyleLbl="sibTrans2D1" presStyleIdx="4" presStyleCnt="6"/>
      <dgm:spPr/>
    </dgm:pt>
    <dgm:pt modelId="{5622497D-1BA1-4E75-9F91-C1169A2C4539}" type="pres">
      <dgm:prSet presAssocID="{FD75E001-29D0-422D-B896-0DA32C9AE46C}" presName="node" presStyleLbl="node1" presStyleIdx="5" presStyleCnt="7">
        <dgm:presLayoutVars>
          <dgm:bulletEnabled val="1"/>
        </dgm:presLayoutVars>
      </dgm:prSet>
      <dgm:spPr/>
    </dgm:pt>
    <dgm:pt modelId="{D0F54074-8367-44F9-A59B-9F2A37845AFA}" type="pres">
      <dgm:prSet presAssocID="{282EC7D8-3DB2-480F-9FDE-A449A6496D18}" presName="sibTrans" presStyleLbl="sibTrans2D1" presStyleIdx="5" presStyleCnt="6"/>
      <dgm:spPr/>
    </dgm:pt>
    <dgm:pt modelId="{41DF500A-633C-45D9-9ED3-D0F61F45D2FB}" type="pres">
      <dgm:prSet presAssocID="{282EC7D8-3DB2-480F-9FDE-A449A6496D18}" presName="connectorText" presStyleLbl="sibTrans2D1" presStyleIdx="5" presStyleCnt="6"/>
      <dgm:spPr/>
    </dgm:pt>
    <dgm:pt modelId="{8F97DDA2-8DA5-4211-9B9C-5FDD14D5F79B}" type="pres">
      <dgm:prSet presAssocID="{E8DCCFD7-8673-43E5-8DC6-DEDC358D5F82}" presName="node" presStyleLbl="node1" presStyleIdx="6" presStyleCnt="7">
        <dgm:presLayoutVars>
          <dgm:bulletEnabled val="1"/>
        </dgm:presLayoutVars>
      </dgm:prSet>
      <dgm:spPr/>
    </dgm:pt>
  </dgm:ptLst>
  <dgm:cxnLst>
    <dgm:cxn modelId="{E001CA03-A757-44E1-B99F-0911021F7862}" type="presOf" srcId="{7170F778-E2E3-45D3-98F3-D5F938E3F78A}" destId="{EA8FA052-7047-459D-A5A6-F6AFA8A89EE0}" srcOrd="0" destOrd="0" presId="urn:microsoft.com/office/officeart/2005/8/layout/process5"/>
    <dgm:cxn modelId="{ABE6DA07-B3B7-45EB-AF41-DD5B9065AFD2}" type="presOf" srcId="{020CAF2E-5DA2-4476-BB9C-9489C4815C67}" destId="{F722227D-67C6-41E6-8A0A-A5EA9DD394B3}" srcOrd="0" destOrd="0" presId="urn:microsoft.com/office/officeart/2005/8/layout/process5"/>
    <dgm:cxn modelId="{D96A9F0C-BD9A-4449-815D-5D96A9329F95}" type="presOf" srcId="{AA5DC119-4DF5-4EEA-B587-975DA79F098A}" destId="{22C2E8A9-7939-4E67-B28E-A4DB30E17045}" srcOrd="0" destOrd="0" presId="urn:microsoft.com/office/officeart/2005/8/layout/process5"/>
    <dgm:cxn modelId="{9BEE0A20-5C2F-4177-ACED-F309945459BC}" type="presOf" srcId="{150CC70A-8C42-46BB-BB7F-39AD49BDA927}" destId="{8BABC0DC-1E9B-4DEB-A519-8AA59F3C19E7}" srcOrd="1" destOrd="0" presId="urn:microsoft.com/office/officeart/2005/8/layout/process5"/>
    <dgm:cxn modelId="{86692227-974F-4B72-AC82-52DDDFDA11F5}" type="presOf" srcId="{282EC7D8-3DB2-480F-9FDE-A449A6496D18}" destId="{41DF500A-633C-45D9-9ED3-D0F61F45D2FB}" srcOrd="1" destOrd="0" presId="urn:microsoft.com/office/officeart/2005/8/layout/process5"/>
    <dgm:cxn modelId="{BDC18428-65C4-47D5-A313-30779E507600}" type="presOf" srcId="{069BF880-4AF8-48D1-9899-7A45D549C3E8}" destId="{4DF59331-F127-459A-9FAC-2245887A88A5}" srcOrd="0" destOrd="0" presId="urn:microsoft.com/office/officeart/2005/8/layout/process5"/>
    <dgm:cxn modelId="{6DB5DA2C-74AB-44A7-934E-F88410081E50}" type="presOf" srcId="{78178BBC-39D5-44B0-B155-04D34DF11E00}" destId="{CC31F28E-DE1A-4440-8754-FEDF7EA79E14}" srcOrd="1" destOrd="0" presId="urn:microsoft.com/office/officeart/2005/8/layout/process5"/>
    <dgm:cxn modelId="{E936B165-58D6-4558-8B6F-B52D5869B314}" type="presOf" srcId="{150CC70A-8C42-46BB-BB7F-39AD49BDA927}" destId="{28F05810-30E8-4233-B4FE-EA2F55B7CDFE}" srcOrd="0" destOrd="0" presId="urn:microsoft.com/office/officeart/2005/8/layout/process5"/>
    <dgm:cxn modelId="{78729B47-1277-4462-B77D-54963FCA04D9}" type="presOf" srcId="{78178BBC-39D5-44B0-B155-04D34DF11E00}" destId="{56885071-E4B9-4E1A-92E4-7C27FF89E077}" srcOrd="0" destOrd="0" presId="urn:microsoft.com/office/officeart/2005/8/layout/process5"/>
    <dgm:cxn modelId="{5854F270-9673-4DA4-86FA-D85F3C62672A}" type="presOf" srcId="{63A8D196-A64B-4F64-88A7-7F2BE8545937}" destId="{A4117102-5D3B-4EE7-B305-70A2BA1C1381}" srcOrd="1" destOrd="0" presId="urn:microsoft.com/office/officeart/2005/8/layout/process5"/>
    <dgm:cxn modelId="{E3AF1D74-36CB-4FD0-9FA4-4D8C481D0A95}" type="presOf" srcId="{15E94E51-2044-4A9C-8F18-0CB3B06E1C99}" destId="{9B4F5906-300F-42E6-B296-10709B9A6AFB}" srcOrd="0" destOrd="0" presId="urn:microsoft.com/office/officeart/2005/8/layout/process5"/>
    <dgm:cxn modelId="{A1CFBE59-EAF3-4E90-BA41-AC024A2C4F86}" srcId="{8D459A1D-1BD0-440B-AF09-29C3871920F2}" destId="{AA5DC119-4DF5-4EEA-B587-975DA79F098A}" srcOrd="0" destOrd="0" parTransId="{8ED2F1ED-9630-430D-885F-5CFFC5B1C628}" sibTransId="{63A8D196-A64B-4F64-88A7-7F2BE8545937}"/>
    <dgm:cxn modelId="{2495F47F-342D-482A-8344-D6BC1DB4766F}" type="presOf" srcId="{FD75E001-29D0-422D-B896-0DA32C9AE46C}" destId="{5622497D-1BA1-4E75-9F91-C1169A2C4539}" srcOrd="0" destOrd="0" presId="urn:microsoft.com/office/officeart/2005/8/layout/process5"/>
    <dgm:cxn modelId="{43BC1187-C51C-4846-9226-B67846598D67}" type="presOf" srcId="{8D459A1D-1BD0-440B-AF09-29C3871920F2}" destId="{B06DF653-FC59-4B5C-855E-B629E4CC56F4}" srcOrd="0" destOrd="0" presId="urn:microsoft.com/office/officeart/2005/8/layout/process5"/>
    <dgm:cxn modelId="{157DA498-19AC-4740-9F19-39381AEB5DFB}" srcId="{8D459A1D-1BD0-440B-AF09-29C3871920F2}" destId="{069BF880-4AF8-48D1-9899-7A45D549C3E8}" srcOrd="3" destOrd="0" parTransId="{BC4AA7C7-BDDD-49D1-8F3B-E36F79160961}" sibTransId="{150CC70A-8C42-46BB-BB7F-39AD49BDA927}"/>
    <dgm:cxn modelId="{979DF3A5-C931-4E77-9433-2BE8FD28E335}" type="presOf" srcId="{22E4054E-7274-49F8-869D-1E054A018FE7}" destId="{3D4E66F6-D3A0-4E16-BB87-DCC581B112E9}" srcOrd="0" destOrd="0" presId="urn:microsoft.com/office/officeart/2005/8/layout/process5"/>
    <dgm:cxn modelId="{C2C041AC-CD44-46F8-B335-C0A2DB5C4BD8}" type="presOf" srcId="{020CAF2E-5DA2-4476-BB9C-9489C4815C67}" destId="{E9E94DB1-30DF-40FA-B8C7-E5BE7BDA0156}" srcOrd="1" destOrd="0" presId="urn:microsoft.com/office/officeart/2005/8/layout/process5"/>
    <dgm:cxn modelId="{13D646AD-9482-4473-B1D2-F860F125E99D}" srcId="{8D459A1D-1BD0-440B-AF09-29C3871920F2}" destId="{E8DCCFD7-8673-43E5-8DC6-DEDC358D5F82}" srcOrd="6" destOrd="0" parTransId="{EE51E830-DC33-4AF0-B38B-5644F0ECD721}" sibTransId="{06955EEA-16B6-4FBD-97D4-145145627E63}"/>
    <dgm:cxn modelId="{A42404AF-6F6A-4927-B425-CEDC40B11CB1}" type="presOf" srcId="{DDB9701A-19ED-4AF6-8C95-186003638190}" destId="{4D42312B-E7BC-45A5-99F8-7C63F27D9D3A}" srcOrd="0" destOrd="0" presId="urn:microsoft.com/office/officeart/2005/8/layout/process5"/>
    <dgm:cxn modelId="{7613ACC3-EA43-4747-9E4C-C5000F556580}" srcId="{8D459A1D-1BD0-440B-AF09-29C3871920F2}" destId="{DDB9701A-19ED-4AF6-8C95-186003638190}" srcOrd="4" destOrd="0" parTransId="{294B4C97-57ED-4F28-AC41-B26AB3BC16B9}" sibTransId="{78178BBC-39D5-44B0-B155-04D34DF11E00}"/>
    <dgm:cxn modelId="{82B073D5-866E-4FA9-8DCF-43EB5E714892}" type="presOf" srcId="{63A8D196-A64B-4F64-88A7-7F2BE8545937}" destId="{31792ECA-F8E7-477C-8646-E40117D1E615}" srcOrd="0" destOrd="0" presId="urn:microsoft.com/office/officeart/2005/8/layout/process5"/>
    <dgm:cxn modelId="{BA0C96DE-D59C-42F1-9CA5-5236CA48F6CC}" type="presOf" srcId="{15E94E51-2044-4A9C-8F18-0CB3B06E1C99}" destId="{79FB35EA-7A00-4D0E-A866-18A28905A135}" srcOrd="1" destOrd="0" presId="urn:microsoft.com/office/officeart/2005/8/layout/process5"/>
    <dgm:cxn modelId="{576C04E0-69C7-4722-A8AB-6F466FF12197}" type="presOf" srcId="{E8DCCFD7-8673-43E5-8DC6-DEDC358D5F82}" destId="{8F97DDA2-8DA5-4211-9B9C-5FDD14D5F79B}" srcOrd="0" destOrd="0" presId="urn:microsoft.com/office/officeart/2005/8/layout/process5"/>
    <dgm:cxn modelId="{19F3BAE6-D639-49BA-B4BC-BA0A7C84C509}" srcId="{8D459A1D-1BD0-440B-AF09-29C3871920F2}" destId="{7170F778-E2E3-45D3-98F3-D5F938E3F78A}" srcOrd="1" destOrd="0" parTransId="{2BD0E9BD-44F3-4464-83C7-24724E0328A0}" sibTransId="{15E94E51-2044-4A9C-8F18-0CB3B06E1C99}"/>
    <dgm:cxn modelId="{CF385CED-684D-47C2-894A-D101A4222AF3}" srcId="{8D459A1D-1BD0-440B-AF09-29C3871920F2}" destId="{22E4054E-7274-49F8-869D-1E054A018FE7}" srcOrd="2" destOrd="0" parTransId="{47A77027-DFB9-4719-8889-F2D1C7275C50}" sibTransId="{020CAF2E-5DA2-4476-BB9C-9489C4815C67}"/>
    <dgm:cxn modelId="{3B2AC3EF-4211-4CEB-BB3C-508CEF5FFAA3}" type="presOf" srcId="{282EC7D8-3DB2-480F-9FDE-A449A6496D18}" destId="{D0F54074-8367-44F9-A59B-9F2A37845AFA}" srcOrd="0" destOrd="0" presId="urn:microsoft.com/office/officeart/2005/8/layout/process5"/>
    <dgm:cxn modelId="{1F56DBFE-C80F-48B6-8919-985DA5C5FD78}" srcId="{8D459A1D-1BD0-440B-AF09-29C3871920F2}" destId="{FD75E001-29D0-422D-B896-0DA32C9AE46C}" srcOrd="5" destOrd="0" parTransId="{E7A11BF9-D592-41BF-8AAC-61464D17F114}" sibTransId="{282EC7D8-3DB2-480F-9FDE-A449A6496D18}"/>
    <dgm:cxn modelId="{9A749602-ADD1-440C-87AD-A1D1C1665F98}" type="presParOf" srcId="{B06DF653-FC59-4B5C-855E-B629E4CC56F4}" destId="{22C2E8A9-7939-4E67-B28E-A4DB30E17045}" srcOrd="0" destOrd="0" presId="urn:microsoft.com/office/officeart/2005/8/layout/process5"/>
    <dgm:cxn modelId="{DB9DC9A8-DA30-4173-8BAA-CA38E9E19AE2}" type="presParOf" srcId="{B06DF653-FC59-4B5C-855E-B629E4CC56F4}" destId="{31792ECA-F8E7-477C-8646-E40117D1E615}" srcOrd="1" destOrd="0" presId="urn:microsoft.com/office/officeart/2005/8/layout/process5"/>
    <dgm:cxn modelId="{B7F222C9-BC7A-4EC7-8A41-03E512577760}" type="presParOf" srcId="{31792ECA-F8E7-477C-8646-E40117D1E615}" destId="{A4117102-5D3B-4EE7-B305-70A2BA1C1381}" srcOrd="0" destOrd="0" presId="urn:microsoft.com/office/officeart/2005/8/layout/process5"/>
    <dgm:cxn modelId="{A696DE04-F1A5-4108-A3B0-F42CF62C41BB}" type="presParOf" srcId="{B06DF653-FC59-4B5C-855E-B629E4CC56F4}" destId="{EA8FA052-7047-459D-A5A6-F6AFA8A89EE0}" srcOrd="2" destOrd="0" presId="urn:microsoft.com/office/officeart/2005/8/layout/process5"/>
    <dgm:cxn modelId="{E9773E37-C1B9-400A-8B7A-E321470A1E23}" type="presParOf" srcId="{B06DF653-FC59-4B5C-855E-B629E4CC56F4}" destId="{9B4F5906-300F-42E6-B296-10709B9A6AFB}" srcOrd="3" destOrd="0" presId="urn:microsoft.com/office/officeart/2005/8/layout/process5"/>
    <dgm:cxn modelId="{D2F3107B-B6DA-418B-A208-718FBA3E5E51}" type="presParOf" srcId="{9B4F5906-300F-42E6-B296-10709B9A6AFB}" destId="{79FB35EA-7A00-4D0E-A866-18A28905A135}" srcOrd="0" destOrd="0" presId="urn:microsoft.com/office/officeart/2005/8/layout/process5"/>
    <dgm:cxn modelId="{AEF47117-77DC-47FF-960A-F486C96F09E8}" type="presParOf" srcId="{B06DF653-FC59-4B5C-855E-B629E4CC56F4}" destId="{3D4E66F6-D3A0-4E16-BB87-DCC581B112E9}" srcOrd="4" destOrd="0" presId="urn:microsoft.com/office/officeart/2005/8/layout/process5"/>
    <dgm:cxn modelId="{6FAF5700-A090-4650-81C4-22E3C065DCCF}" type="presParOf" srcId="{B06DF653-FC59-4B5C-855E-B629E4CC56F4}" destId="{F722227D-67C6-41E6-8A0A-A5EA9DD394B3}" srcOrd="5" destOrd="0" presId="urn:microsoft.com/office/officeart/2005/8/layout/process5"/>
    <dgm:cxn modelId="{0C299A03-7A2B-4D18-87F6-672F328C2F83}" type="presParOf" srcId="{F722227D-67C6-41E6-8A0A-A5EA9DD394B3}" destId="{E9E94DB1-30DF-40FA-B8C7-E5BE7BDA0156}" srcOrd="0" destOrd="0" presId="urn:microsoft.com/office/officeart/2005/8/layout/process5"/>
    <dgm:cxn modelId="{274AA8A9-8286-4E3D-90B4-9DB8E059A6F8}" type="presParOf" srcId="{B06DF653-FC59-4B5C-855E-B629E4CC56F4}" destId="{4DF59331-F127-459A-9FAC-2245887A88A5}" srcOrd="6" destOrd="0" presId="urn:microsoft.com/office/officeart/2005/8/layout/process5"/>
    <dgm:cxn modelId="{15BBC184-3C92-4D7D-8923-271540A5E20B}" type="presParOf" srcId="{B06DF653-FC59-4B5C-855E-B629E4CC56F4}" destId="{28F05810-30E8-4233-B4FE-EA2F55B7CDFE}" srcOrd="7" destOrd="0" presId="urn:microsoft.com/office/officeart/2005/8/layout/process5"/>
    <dgm:cxn modelId="{A54B411F-1898-499A-A463-ADE377CAF170}" type="presParOf" srcId="{28F05810-30E8-4233-B4FE-EA2F55B7CDFE}" destId="{8BABC0DC-1E9B-4DEB-A519-8AA59F3C19E7}" srcOrd="0" destOrd="0" presId="urn:microsoft.com/office/officeart/2005/8/layout/process5"/>
    <dgm:cxn modelId="{AC664045-8398-48DF-82A6-0003ECED944A}" type="presParOf" srcId="{B06DF653-FC59-4B5C-855E-B629E4CC56F4}" destId="{4D42312B-E7BC-45A5-99F8-7C63F27D9D3A}" srcOrd="8" destOrd="0" presId="urn:microsoft.com/office/officeart/2005/8/layout/process5"/>
    <dgm:cxn modelId="{6E516F8D-E482-46E8-BBB7-6A6475BAE070}" type="presParOf" srcId="{B06DF653-FC59-4B5C-855E-B629E4CC56F4}" destId="{56885071-E4B9-4E1A-92E4-7C27FF89E077}" srcOrd="9" destOrd="0" presId="urn:microsoft.com/office/officeart/2005/8/layout/process5"/>
    <dgm:cxn modelId="{AF5A25B6-8BB2-46CF-A654-FF9330245071}" type="presParOf" srcId="{56885071-E4B9-4E1A-92E4-7C27FF89E077}" destId="{CC31F28E-DE1A-4440-8754-FEDF7EA79E14}" srcOrd="0" destOrd="0" presId="urn:microsoft.com/office/officeart/2005/8/layout/process5"/>
    <dgm:cxn modelId="{6DD9A469-751B-482A-B3D0-C55F7B085BA1}" type="presParOf" srcId="{B06DF653-FC59-4B5C-855E-B629E4CC56F4}" destId="{5622497D-1BA1-4E75-9F91-C1169A2C4539}" srcOrd="10" destOrd="0" presId="urn:microsoft.com/office/officeart/2005/8/layout/process5"/>
    <dgm:cxn modelId="{FA826AF0-5FAA-40F2-A56C-FF53109DD014}" type="presParOf" srcId="{B06DF653-FC59-4B5C-855E-B629E4CC56F4}" destId="{D0F54074-8367-44F9-A59B-9F2A37845AFA}" srcOrd="11" destOrd="0" presId="urn:microsoft.com/office/officeart/2005/8/layout/process5"/>
    <dgm:cxn modelId="{795750C1-DC52-4250-8E4E-38F8B5F5C2A4}" type="presParOf" srcId="{D0F54074-8367-44F9-A59B-9F2A37845AFA}" destId="{41DF500A-633C-45D9-9ED3-D0F61F45D2FB}" srcOrd="0" destOrd="0" presId="urn:microsoft.com/office/officeart/2005/8/layout/process5"/>
    <dgm:cxn modelId="{3B792F06-13C1-47A9-86E0-8F688A2A7CB6}" type="presParOf" srcId="{B06DF653-FC59-4B5C-855E-B629E4CC56F4}" destId="{8F97DDA2-8DA5-4211-9B9C-5FDD14D5F79B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F5003-DAE1-42F5-840A-0AA7AAE41B6C}">
      <dsp:nvSpPr>
        <dsp:cNvPr id="0" name=""/>
        <dsp:cNvSpPr/>
      </dsp:nvSpPr>
      <dsp:spPr>
        <a:xfrm>
          <a:off x="2638" y="1724155"/>
          <a:ext cx="2572477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0" kern="1200" dirty="0" err="1"/>
            <a:t>Creating</a:t>
          </a:r>
          <a:r>
            <a:rPr lang="tr-TR" sz="1400" b="0" kern="1200" dirty="0"/>
            <a:t> </a:t>
          </a:r>
          <a:r>
            <a:rPr lang="tr-TR" sz="1400" b="0" kern="1200" dirty="0" err="1"/>
            <a:t>worksheets</a:t>
          </a:r>
          <a:endParaRPr lang="en-US" sz="1400" b="0" kern="1200" dirty="0"/>
        </a:p>
      </dsp:txBody>
      <dsp:txXfrm>
        <a:off x="2638" y="1724155"/>
        <a:ext cx="2572477" cy="403200"/>
      </dsp:txXfrm>
    </dsp:sp>
    <dsp:sp modelId="{15467F60-5BDC-4211-9C33-82AD91194005}">
      <dsp:nvSpPr>
        <dsp:cNvPr id="0" name=""/>
        <dsp:cNvSpPr/>
      </dsp:nvSpPr>
      <dsp:spPr>
        <a:xfrm>
          <a:off x="2638" y="2127355"/>
          <a:ext cx="2572477" cy="14603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b="0" kern="1200" dirty="0" err="1">
              <a:latin typeface="TheSansMonoCondensed-Plain"/>
            </a:rPr>
            <a:t>Insert</a:t>
          </a:r>
          <a:r>
            <a:rPr lang="tr-TR" sz="1400" b="0" kern="1200" dirty="0">
              <a:latin typeface="TheSansMonoCondensed-Plain"/>
            </a:rPr>
            <a:t> at </a:t>
          </a:r>
          <a:r>
            <a:rPr lang="tr-TR" sz="1400" b="0" kern="1200" dirty="0" err="1">
              <a:latin typeface="TheSansMonoCondensed-Plain"/>
            </a:rPr>
            <a:t>the</a:t>
          </a:r>
          <a:r>
            <a:rPr lang="tr-TR" sz="1400" b="0" kern="1200" dirty="0">
              <a:latin typeface="TheSansMonoCondensed-Plain"/>
            </a:rPr>
            <a:t> </a:t>
          </a:r>
          <a:r>
            <a:rPr lang="tr-TR" sz="1400" b="0" kern="1200" dirty="0" err="1">
              <a:latin typeface="TheSansMonoCondensed-Plain"/>
            </a:rPr>
            <a:t>end</a:t>
          </a:r>
          <a:r>
            <a:rPr lang="tr-TR" sz="1400" b="0" kern="1200" dirty="0">
              <a:latin typeface="TheSansMonoCondensed-Plain"/>
            </a:rPr>
            <a:t>: </a:t>
          </a:r>
          <a:r>
            <a:rPr lang="en-US" sz="1400" kern="1200" dirty="0" err="1"/>
            <a:t>wb.create_sheet</a:t>
          </a:r>
          <a:r>
            <a:rPr lang="en-US" sz="1400" kern="1200" dirty="0"/>
            <a:t>("</a:t>
          </a:r>
          <a:r>
            <a:rPr lang="en-US" sz="1400" kern="1200" dirty="0" err="1"/>
            <a:t>Mysheet</a:t>
          </a:r>
          <a:r>
            <a:rPr lang="en-US" sz="1400" kern="1200" dirty="0"/>
            <a:t>")</a:t>
          </a:r>
          <a:endParaRPr lang="en-US" sz="1400" b="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First </a:t>
          </a:r>
          <a:r>
            <a:rPr lang="tr-TR" sz="1400" kern="1200" dirty="0" err="1"/>
            <a:t>position</a:t>
          </a:r>
          <a:r>
            <a:rPr lang="tr-TR" sz="1400" kern="1200" dirty="0"/>
            <a:t>: </a:t>
          </a:r>
          <a:r>
            <a:rPr lang="en-US" sz="1400" kern="1200" dirty="0" err="1"/>
            <a:t>wb.create_sheet</a:t>
          </a:r>
          <a:r>
            <a:rPr lang="en-US" sz="1400" kern="1200" dirty="0"/>
            <a:t>("Mysheet",0)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 err="1"/>
            <a:t>Last</a:t>
          </a:r>
          <a:r>
            <a:rPr lang="tr-TR" sz="1400" kern="1200" dirty="0"/>
            <a:t> </a:t>
          </a:r>
          <a:r>
            <a:rPr lang="tr-TR" sz="1400" kern="1200" dirty="0" err="1"/>
            <a:t>position</a:t>
          </a:r>
          <a:r>
            <a:rPr lang="tr-TR" sz="1400" kern="1200" dirty="0"/>
            <a:t>: </a:t>
          </a:r>
          <a:r>
            <a:rPr lang="en-US" sz="1400" kern="1200" dirty="0" err="1"/>
            <a:t>wb.create_sheet</a:t>
          </a:r>
          <a:r>
            <a:rPr lang="en-US" sz="1400" kern="1200" dirty="0"/>
            <a:t>("Mysheet",-1)</a:t>
          </a:r>
        </a:p>
      </dsp:txBody>
      <dsp:txXfrm>
        <a:off x="2638" y="2127355"/>
        <a:ext cx="2572477" cy="1460339"/>
      </dsp:txXfrm>
    </dsp:sp>
    <dsp:sp modelId="{67CB7816-3583-40E8-8EDA-4081236E44F4}">
      <dsp:nvSpPr>
        <dsp:cNvPr id="0" name=""/>
        <dsp:cNvSpPr/>
      </dsp:nvSpPr>
      <dsp:spPr>
        <a:xfrm>
          <a:off x="2935262" y="1724155"/>
          <a:ext cx="2572477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 err="1"/>
            <a:t>Default</a:t>
          </a:r>
          <a:r>
            <a:rPr lang="tr-TR" sz="1400" kern="1200" dirty="0"/>
            <a:t> </a:t>
          </a:r>
          <a:r>
            <a:rPr lang="tr-TR" sz="1400" kern="1200" dirty="0" err="1"/>
            <a:t>sheet</a:t>
          </a:r>
          <a:r>
            <a:rPr lang="tr-TR" sz="1400" kern="1200" dirty="0"/>
            <a:t> </a:t>
          </a:r>
          <a:r>
            <a:rPr lang="tr-TR" sz="1400" kern="1200" dirty="0" err="1"/>
            <a:t>names</a:t>
          </a:r>
          <a:endParaRPr lang="en-US" sz="1400" kern="1200" dirty="0"/>
        </a:p>
      </dsp:txBody>
      <dsp:txXfrm>
        <a:off x="2935262" y="1724155"/>
        <a:ext cx="2572477" cy="403200"/>
      </dsp:txXfrm>
    </dsp:sp>
    <dsp:sp modelId="{15DD3CCD-B5C4-4571-986E-F20B5C771D40}">
      <dsp:nvSpPr>
        <dsp:cNvPr id="0" name=""/>
        <dsp:cNvSpPr/>
      </dsp:nvSpPr>
      <dsp:spPr>
        <a:xfrm>
          <a:off x="2935262" y="2127355"/>
          <a:ext cx="2572477" cy="14603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Sheets are given a name automatically when they are created.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They are numbered in sequence</a:t>
          </a:r>
          <a:r>
            <a:rPr lang="tr-TR" sz="1400" b="0" i="0" kern="1200" dirty="0"/>
            <a:t>: </a:t>
          </a:r>
          <a:r>
            <a:rPr lang="en-US" sz="1400" b="0" i="0" kern="1200" dirty="0"/>
            <a:t>Sheet, Sheet1, Sheet2, …</a:t>
          </a:r>
          <a:endParaRPr lang="en-US" sz="1400" kern="1200" dirty="0"/>
        </a:p>
      </dsp:txBody>
      <dsp:txXfrm>
        <a:off x="2935262" y="2127355"/>
        <a:ext cx="2572477" cy="1460339"/>
      </dsp:txXfrm>
    </dsp:sp>
    <dsp:sp modelId="{8DA5EB8D-4B16-4FA8-977B-533BFC7F7F82}">
      <dsp:nvSpPr>
        <dsp:cNvPr id="0" name=""/>
        <dsp:cNvSpPr/>
      </dsp:nvSpPr>
      <dsp:spPr>
        <a:xfrm>
          <a:off x="5867886" y="1724155"/>
          <a:ext cx="2572477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Change</a:t>
          </a:r>
          <a:r>
            <a:rPr lang="tr-TR" sz="1400" b="0" i="0" kern="1200" dirty="0"/>
            <a:t> </a:t>
          </a:r>
          <a:r>
            <a:rPr lang="tr-TR" sz="1400" b="0" i="0" kern="1200" dirty="0" err="1"/>
            <a:t>sheet</a:t>
          </a:r>
          <a:r>
            <a:rPr lang="tr-TR" sz="1400" b="0" i="0" kern="1200" dirty="0"/>
            <a:t> </a:t>
          </a:r>
          <a:r>
            <a:rPr lang="tr-TR" sz="1400" b="0" i="0" kern="1200" dirty="0" err="1"/>
            <a:t>names</a:t>
          </a:r>
          <a:endParaRPr lang="en-US" sz="1400" kern="1200" dirty="0"/>
        </a:p>
      </dsp:txBody>
      <dsp:txXfrm>
        <a:off x="5867886" y="1724155"/>
        <a:ext cx="2572477" cy="403200"/>
      </dsp:txXfrm>
    </dsp:sp>
    <dsp:sp modelId="{FB8F1F56-A09C-4AF5-B263-7B8F4E6808CA}">
      <dsp:nvSpPr>
        <dsp:cNvPr id="0" name=""/>
        <dsp:cNvSpPr/>
      </dsp:nvSpPr>
      <dsp:spPr>
        <a:xfrm>
          <a:off x="5867886" y="2127355"/>
          <a:ext cx="2572477" cy="14603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Worksheet.title</a:t>
          </a:r>
          <a:r>
            <a:rPr lang="en-US" sz="1400" b="0" i="0" kern="1200" dirty="0"/>
            <a:t> property</a:t>
          </a:r>
          <a:endParaRPr lang="en-US" sz="1400" kern="1200" dirty="0"/>
        </a:p>
      </dsp:txBody>
      <dsp:txXfrm>
        <a:off x="5867886" y="2127355"/>
        <a:ext cx="2572477" cy="1460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408A4-024B-437B-8CBD-38CEDB54D23E}">
      <dsp:nvSpPr>
        <dsp:cNvPr id="0" name=""/>
        <dsp:cNvSpPr/>
      </dsp:nvSpPr>
      <dsp:spPr>
        <a:xfrm>
          <a:off x="2638" y="1894356"/>
          <a:ext cx="2572477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Get</a:t>
          </a:r>
          <a:r>
            <a:rPr lang="tr-TR" sz="1500" kern="1200" dirty="0"/>
            <a:t> </a:t>
          </a:r>
          <a:r>
            <a:rPr lang="tr-TR" sz="1500" kern="1200" dirty="0" err="1"/>
            <a:t>names</a:t>
          </a:r>
          <a:endParaRPr lang="en-US" sz="1500" kern="1200" dirty="0"/>
        </a:p>
      </dsp:txBody>
      <dsp:txXfrm>
        <a:off x="2638" y="1894356"/>
        <a:ext cx="2572477" cy="432000"/>
      </dsp:txXfrm>
    </dsp:sp>
    <dsp:sp modelId="{2B5600D3-5A1D-4E5D-BAA4-9E599A00E3E9}">
      <dsp:nvSpPr>
        <dsp:cNvPr id="0" name=""/>
        <dsp:cNvSpPr/>
      </dsp:nvSpPr>
      <dsp:spPr>
        <a:xfrm>
          <a:off x="2638" y="2326356"/>
          <a:ext cx="2572477" cy="10911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 err="1"/>
            <a:t>using</a:t>
          </a:r>
          <a:r>
            <a:rPr lang="tr-TR" sz="1500" kern="1200" dirty="0"/>
            <a:t> </a:t>
          </a:r>
          <a:r>
            <a:rPr lang="tr-TR" sz="1500" kern="1200" dirty="0" err="1"/>
            <a:t>its</a:t>
          </a:r>
          <a:r>
            <a:rPr lang="tr-TR" sz="1500" kern="1200" dirty="0"/>
            <a:t> name: </a:t>
          </a:r>
          <a:r>
            <a:rPr lang="en-US" sz="1500" kern="1200" dirty="0" err="1"/>
            <a:t>wb</a:t>
          </a:r>
          <a:r>
            <a:rPr lang="en-US" sz="1500" kern="1200" dirty="0"/>
            <a:t>[</a:t>
          </a:r>
          <a:r>
            <a:rPr lang="tr-TR" sz="1500" kern="1200" dirty="0"/>
            <a:t>‘</a:t>
          </a:r>
          <a:r>
            <a:rPr lang="tr-TR" sz="1500" kern="1200" dirty="0" err="1"/>
            <a:t>Sheet</a:t>
          </a:r>
          <a:r>
            <a:rPr lang="tr-TR" sz="1500" kern="1200" dirty="0"/>
            <a:t> Name’</a:t>
          </a:r>
          <a:r>
            <a:rPr lang="en-US" sz="1500" kern="1200" dirty="0"/>
            <a:t>]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worksheets names</a:t>
          </a:r>
          <a:r>
            <a:rPr lang="tr-TR" sz="1500" b="0" i="0" kern="1200" dirty="0"/>
            <a:t>: </a:t>
          </a:r>
          <a:r>
            <a:rPr lang="en-US" sz="1500" kern="1200" dirty="0" err="1"/>
            <a:t>wb.sheetnames</a:t>
          </a:r>
          <a:endParaRPr lang="en-US" sz="1500" kern="1200" dirty="0"/>
        </a:p>
      </dsp:txBody>
      <dsp:txXfrm>
        <a:off x="2638" y="2326356"/>
        <a:ext cx="2572477" cy="1091137"/>
      </dsp:txXfrm>
    </dsp:sp>
    <dsp:sp modelId="{90CE0B7E-6CD1-4C71-9B56-B6BC4E48827A}">
      <dsp:nvSpPr>
        <dsp:cNvPr id="0" name=""/>
        <dsp:cNvSpPr/>
      </dsp:nvSpPr>
      <dsp:spPr>
        <a:xfrm>
          <a:off x="2935262" y="1894356"/>
          <a:ext cx="2572477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Loop</a:t>
          </a:r>
          <a:r>
            <a:rPr lang="tr-TR" sz="1500" kern="1200" dirty="0"/>
            <a:t> </a:t>
          </a:r>
          <a:r>
            <a:rPr lang="tr-TR" sz="1500" kern="1200" dirty="0" err="1"/>
            <a:t>through</a:t>
          </a:r>
          <a:r>
            <a:rPr lang="tr-TR" sz="1500" kern="1200" dirty="0"/>
            <a:t> </a:t>
          </a:r>
          <a:r>
            <a:rPr lang="tr-TR" sz="1500" kern="1200" dirty="0" err="1"/>
            <a:t>worksheets</a:t>
          </a:r>
          <a:endParaRPr lang="en-US" sz="1500" kern="1200" dirty="0"/>
        </a:p>
      </dsp:txBody>
      <dsp:txXfrm>
        <a:off x="2935262" y="1894356"/>
        <a:ext cx="2572477" cy="432000"/>
      </dsp:txXfrm>
    </dsp:sp>
    <dsp:sp modelId="{77D27D88-DF74-407D-A44F-066CB7BCE1DA}">
      <dsp:nvSpPr>
        <dsp:cNvPr id="0" name=""/>
        <dsp:cNvSpPr/>
      </dsp:nvSpPr>
      <dsp:spPr>
        <a:xfrm>
          <a:off x="2935262" y="2326356"/>
          <a:ext cx="2572477" cy="10911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for sheet in </a:t>
          </a:r>
          <a:r>
            <a:rPr lang="en-US" sz="1500" kern="1200" dirty="0" err="1"/>
            <a:t>wb</a:t>
          </a:r>
          <a:r>
            <a:rPr lang="en-US" sz="1500" kern="1200" dirty="0"/>
            <a:t>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...     print(sheet.title)</a:t>
          </a:r>
        </a:p>
      </dsp:txBody>
      <dsp:txXfrm>
        <a:off x="2935262" y="2326356"/>
        <a:ext cx="2572477" cy="1091137"/>
      </dsp:txXfrm>
    </dsp:sp>
    <dsp:sp modelId="{E7C21919-ADFF-4D4E-90AC-72F597D43FAA}">
      <dsp:nvSpPr>
        <dsp:cNvPr id="0" name=""/>
        <dsp:cNvSpPr/>
      </dsp:nvSpPr>
      <dsp:spPr>
        <a:xfrm>
          <a:off x="5867886" y="1894356"/>
          <a:ext cx="2572477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Create</a:t>
          </a:r>
          <a:r>
            <a:rPr lang="tr-TR" sz="1500" kern="1200" dirty="0"/>
            <a:t> </a:t>
          </a:r>
          <a:r>
            <a:rPr lang="tr-TR" sz="1500" kern="1200" dirty="0" err="1"/>
            <a:t>copies</a:t>
          </a:r>
          <a:r>
            <a:rPr lang="tr-TR" sz="1500" kern="1200" dirty="0"/>
            <a:t> of </a:t>
          </a:r>
          <a:r>
            <a:rPr lang="tr-TR" sz="1500" kern="1200" dirty="0" err="1"/>
            <a:t>worksheet</a:t>
          </a:r>
          <a:endParaRPr lang="en-US" sz="1500" kern="1200" dirty="0"/>
        </a:p>
      </dsp:txBody>
      <dsp:txXfrm>
        <a:off x="5867886" y="1894356"/>
        <a:ext cx="2572477" cy="432000"/>
      </dsp:txXfrm>
    </dsp:sp>
    <dsp:sp modelId="{14EB346C-3F4C-4AB4-BCDA-2F245C9413FD}">
      <dsp:nvSpPr>
        <dsp:cNvPr id="0" name=""/>
        <dsp:cNvSpPr/>
      </dsp:nvSpPr>
      <dsp:spPr>
        <a:xfrm>
          <a:off x="5867886" y="2326356"/>
          <a:ext cx="2572477" cy="10911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source = </a:t>
          </a:r>
          <a:r>
            <a:rPr lang="en-US" sz="1500" kern="1200" dirty="0" err="1"/>
            <a:t>wb.active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target = wb.copy_worksheet(source)</a:t>
          </a:r>
        </a:p>
      </dsp:txBody>
      <dsp:txXfrm>
        <a:off x="5867886" y="2326356"/>
        <a:ext cx="2572477" cy="10911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B9948-9177-4EEB-B4B5-00D60E311278}">
      <dsp:nvSpPr>
        <dsp:cNvPr id="0" name=""/>
        <dsp:cNvSpPr/>
      </dsp:nvSpPr>
      <dsp:spPr>
        <a:xfrm>
          <a:off x="4041" y="1047069"/>
          <a:ext cx="1549315" cy="5434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Accessing</a:t>
          </a:r>
          <a:r>
            <a:rPr lang="tr-TR" sz="1500" kern="1200" dirty="0"/>
            <a:t> </a:t>
          </a:r>
          <a:r>
            <a:rPr lang="tr-TR" sz="1500" kern="1200" dirty="0" err="1"/>
            <a:t>cells</a:t>
          </a:r>
          <a:r>
            <a:rPr lang="tr-TR" sz="1500" kern="1200" dirty="0"/>
            <a:t> </a:t>
          </a:r>
          <a:r>
            <a:rPr lang="tr-TR" sz="1500" kern="1200" dirty="0" err="1"/>
            <a:t>with</a:t>
          </a:r>
          <a:r>
            <a:rPr lang="tr-TR" sz="1500" kern="1200" dirty="0"/>
            <a:t> </a:t>
          </a:r>
          <a:r>
            <a:rPr lang="tr-TR" sz="1500" kern="1200" dirty="0" err="1"/>
            <a:t>key</a:t>
          </a:r>
          <a:endParaRPr lang="en-US" sz="1500" kern="1200" dirty="0"/>
        </a:p>
      </dsp:txBody>
      <dsp:txXfrm>
        <a:off x="4041" y="1047069"/>
        <a:ext cx="1549315" cy="543462"/>
      </dsp:txXfrm>
    </dsp:sp>
    <dsp:sp modelId="{653C636E-3935-4CCE-8EF9-31252D071524}">
      <dsp:nvSpPr>
        <dsp:cNvPr id="0" name=""/>
        <dsp:cNvSpPr/>
      </dsp:nvSpPr>
      <dsp:spPr>
        <a:xfrm>
          <a:off x="4041" y="1590531"/>
          <a:ext cx="1549315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/>
            <a:t>As </a:t>
          </a:r>
          <a:r>
            <a:rPr lang="tr-TR" sz="1500" kern="1200" dirty="0" err="1"/>
            <a:t>keys</a:t>
          </a:r>
          <a:r>
            <a:rPr lang="tr-TR" sz="1500" kern="1200" dirty="0"/>
            <a:t> of </a:t>
          </a:r>
          <a:r>
            <a:rPr lang="tr-TR" sz="1500" kern="1200" dirty="0" err="1"/>
            <a:t>worksheet</a:t>
          </a:r>
          <a:endParaRPr lang="en-US" sz="1500" kern="1200" dirty="0"/>
        </a:p>
      </dsp:txBody>
      <dsp:txXfrm>
        <a:off x="4041" y="1590531"/>
        <a:ext cx="1549315" cy="1297012"/>
      </dsp:txXfrm>
    </dsp:sp>
    <dsp:sp modelId="{A53D32A4-6754-4295-8287-E50DC56D63B3}">
      <dsp:nvSpPr>
        <dsp:cNvPr id="0" name=""/>
        <dsp:cNvSpPr/>
      </dsp:nvSpPr>
      <dsp:spPr>
        <a:xfrm>
          <a:off x="1770261" y="1047069"/>
          <a:ext cx="1549315" cy="5434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 = </a:t>
          </a:r>
          <a:r>
            <a:rPr lang="en-US" sz="1500" kern="1200" dirty="0" err="1"/>
            <a:t>ws</a:t>
          </a:r>
          <a:r>
            <a:rPr lang="en-US" sz="1500" kern="1200" dirty="0"/>
            <a:t>['A4']</a:t>
          </a:r>
        </a:p>
      </dsp:txBody>
      <dsp:txXfrm>
        <a:off x="1770261" y="1047069"/>
        <a:ext cx="1549315" cy="543462"/>
      </dsp:txXfrm>
    </dsp:sp>
    <dsp:sp modelId="{49C0AE75-D29F-4951-9F17-B68BEAE9BB3E}">
      <dsp:nvSpPr>
        <dsp:cNvPr id="0" name=""/>
        <dsp:cNvSpPr/>
      </dsp:nvSpPr>
      <dsp:spPr>
        <a:xfrm>
          <a:off x="1770261" y="1590531"/>
          <a:ext cx="1549315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will return the cell at A4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create one if it does not exist yet</a:t>
          </a:r>
        </a:p>
      </dsp:txBody>
      <dsp:txXfrm>
        <a:off x="1770261" y="1590531"/>
        <a:ext cx="1549315" cy="1297012"/>
      </dsp:txXfrm>
    </dsp:sp>
    <dsp:sp modelId="{2223E7D1-1032-45B1-8E08-5BD3265A5C76}">
      <dsp:nvSpPr>
        <dsp:cNvPr id="0" name=""/>
        <dsp:cNvSpPr/>
      </dsp:nvSpPr>
      <dsp:spPr>
        <a:xfrm>
          <a:off x="3536480" y="1047069"/>
          <a:ext cx="1549315" cy="5434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Assign value to a cell</a:t>
          </a:r>
          <a:endParaRPr lang="en-US" sz="1500" kern="1200" dirty="0"/>
        </a:p>
      </dsp:txBody>
      <dsp:txXfrm>
        <a:off x="3536480" y="1047069"/>
        <a:ext cx="1549315" cy="543462"/>
      </dsp:txXfrm>
    </dsp:sp>
    <dsp:sp modelId="{5E0331FF-2851-4F21-8C7A-438D4A662870}">
      <dsp:nvSpPr>
        <dsp:cNvPr id="0" name=""/>
        <dsp:cNvSpPr/>
      </dsp:nvSpPr>
      <dsp:spPr>
        <a:xfrm>
          <a:off x="3536480" y="1590531"/>
          <a:ext cx="1549315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ws</a:t>
          </a:r>
          <a:r>
            <a:rPr lang="en-US" sz="1500" kern="1200" dirty="0"/>
            <a:t>['A4'] = 4</a:t>
          </a:r>
        </a:p>
      </dsp:txBody>
      <dsp:txXfrm>
        <a:off x="3536480" y="1590531"/>
        <a:ext cx="1549315" cy="1297012"/>
      </dsp:txXfrm>
    </dsp:sp>
    <dsp:sp modelId="{78401821-80EA-402F-B32F-6DDA34626B2C}">
      <dsp:nvSpPr>
        <dsp:cNvPr id="0" name=""/>
        <dsp:cNvSpPr/>
      </dsp:nvSpPr>
      <dsp:spPr>
        <a:xfrm>
          <a:off x="5302700" y="1047069"/>
          <a:ext cx="1549315" cy="5434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Alternative</a:t>
          </a:r>
          <a:r>
            <a:rPr lang="tr-TR" sz="1500" kern="1200" dirty="0"/>
            <a:t> </a:t>
          </a:r>
          <a:r>
            <a:rPr lang="tr-TR" sz="1500" kern="1200" dirty="0" err="1"/>
            <a:t>method</a:t>
          </a:r>
          <a:endParaRPr lang="en-US" sz="1500" kern="1200" dirty="0"/>
        </a:p>
      </dsp:txBody>
      <dsp:txXfrm>
        <a:off x="5302700" y="1047069"/>
        <a:ext cx="1549315" cy="543462"/>
      </dsp:txXfrm>
    </dsp:sp>
    <dsp:sp modelId="{4B423BB0-8522-4156-AE63-2B787F48F4AE}">
      <dsp:nvSpPr>
        <dsp:cNvPr id="0" name=""/>
        <dsp:cNvSpPr/>
      </dsp:nvSpPr>
      <dsp:spPr>
        <a:xfrm>
          <a:off x="5302700" y="1590531"/>
          <a:ext cx="1549315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cell</a:t>
          </a:r>
          <a:r>
            <a:rPr lang="tr-TR" sz="1500" kern="1200" dirty="0"/>
            <a:t>() </a:t>
          </a:r>
          <a:r>
            <a:rPr lang="tr-TR" sz="1500" kern="1200" dirty="0" err="1"/>
            <a:t>method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provides access to cells using row and column notation</a:t>
          </a:r>
          <a:endParaRPr lang="en-US" sz="1500" kern="1200" dirty="0"/>
        </a:p>
      </dsp:txBody>
      <dsp:txXfrm>
        <a:off x="5302700" y="1590531"/>
        <a:ext cx="1549315" cy="1297012"/>
      </dsp:txXfrm>
    </dsp:sp>
    <dsp:sp modelId="{2E40E84E-C99D-4E22-BF78-9CB138B1979A}">
      <dsp:nvSpPr>
        <dsp:cNvPr id="0" name=""/>
        <dsp:cNvSpPr/>
      </dsp:nvSpPr>
      <dsp:spPr>
        <a:xfrm>
          <a:off x="7068919" y="1047069"/>
          <a:ext cx="1549315" cy="5434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Worksheet.cell</a:t>
          </a:r>
          <a:r>
            <a:rPr lang="en-US" sz="1500" kern="1200" dirty="0"/>
            <a:t>()</a:t>
          </a:r>
        </a:p>
      </dsp:txBody>
      <dsp:txXfrm>
        <a:off x="7068919" y="1047069"/>
        <a:ext cx="1549315" cy="543462"/>
      </dsp:txXfrm>
    </dsp:sp>
    <dsp:sp modelId="{F3A4EB37-BE88-4D44-A333-DE01F6DBE5DE}">
      <dsp:nvSpPr>
        <dsp:cNvPr id="0" name=""/>
        <dsp:cNvSpPr/>
      </dsp:nvSpPr>
      <dsp:spPr>
        <a:xfrm>
          <a:off x="7068919" y="1590531"/>
          <a:ext cx="1549315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 = </a:t>
          </a:r>
          <a:r>
            <a:rPr lang="en-US" sz="1500" kern="1200" dirty="0" err="1"/>
            <a:t>ws.cell</a:t>
          </a:r>
          <a:r>
            <a:rPr lang="en-US" sz="1500" kern="1200" dirty="0"/>
            <a:t>(row=4, column=2, value=10)</a:t>
          </a:r>
        </a:p>
      </dsp:txBody>
      <dsp:txXfrm>
        <a:off x="7068919" y="1590531"/>
        <a:ext cx="1549315" cy="1297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2467" y="113437"/>
          <a:ext cx="2405948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No </a:t>
          </a:r>
          <a:r>
            <a:rPr lang="tr-TR" sz="2100" kern="1200" dirty="0" err="1"/>
            <a:t>cells</a:t>
          </a:r>
          <a:r>
            <a:rPr lang="tr-TR" sz="2100" kern="1200" dirty="0"/>
            <a:t>, </a:t>
          </a:r>
          <a:r>
            <a:rPr lang="tr-TR" sz="2100" kern="1200" dirty="0" err="1"/>
            <a:t>initiially</a:t>
          </a:r>
          <a:endParaRPr lang="en-US" sz="2100" kern="1200" dirty="0"/>
        </a:p>
      </dsp:txBody>
      <dsp:txXfrm>
        <a:off x="2467" y="113437"/>
        <a:ext cx="2405948" cy="604800"/>
      </dsp:txXfrm>
    </dsp:sp>
    <dsp:sp modelId="{94F5C663-61CE-45BF-BF21-41E96F48D783}">
      <dsp:nvSpPr>
        <dsp:cNvPr id="0" name=""/>
        <dsp:cNvSpPr/>
      </dsp:nvSpPr>
      <dsp:spPr>
        <a:xfrm>
          <a:off x="2467" y="718237"/>
          <a:ext cx="2405948" cy="214817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/>
            <a:t>worksheet contains no </a:t>
          </a:r>
          <a:r>
            <a:rPr lang="en-US" sz="2100" b="0" i="1" kern="1200" dirty="0"/>
            <a:t>cells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b="0" i="0" kern="1200" dirty="0" err="1"/>
            <a:t>when</a:t>
          </a:r>
          <a:r>
            <a:rPr lang="tr-TR" sz="2100" b="0" i="0" kern="1200" dirty="0"/>
            <a:t> it </a:t>
          </a:r>
          <a:r>
            <a:rPr lang="en-US" sz="2100" b="0" i="0" kern="1200" dirty="0"/>
            <a:t>is created in memory</a:t>
          </a:r>
          <a:endParaRPr lang="en-US" sz="2100" kern="1200" dirty="0"/>
        </a:p>
      </dsp:txBody>
      <dsp:txXfrm>
        <a:off x="2467" y="718237"/>
        <a:ext cx="2405948" cy="2148176"/>
      </dsp:txXfrm>
    </dsp:sp>
    <dsp:sp modelId="{C44C677F-29F0-454B-9EA4-CCE5B6C84DCF}">
      <dsp:nvSpPr>
        <dsp:cNvPr id="0" name=""/>
        <dsp:cNvSpPr/>
      </dsp:nvSpPr>
      <dsp:spPr>
        <a:xfrm>
          <a:off x="2745249" y="113437"/>
          <a:ext cx="2405948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Cell </a:t>
          </a:r>
          <a:r>
            <a:rPr lang="tr-TR" sz="2100" kern="1200" dirty="0" err="1"/>
            <a:t>auto</a:t>
          </a:r>
          <a:r>
            <a:rPr lang="tr-TR" sz="2100" kern="1200" dirty="0"/>
            <a:t> </a:t>
          </a:r>
          <a:r>
            <a:rPr lang="tr-TR" sz="2100" kern="1200" dirty="0" err="1"/>
            <a:t>creation</a:t>
          </a:r>
          <a:endParaRPr lang="en-US" sz="2100" kern="1200" dirty="0"/>
        </a:p>
      </dsp:txBody>
      <dsp:txXfrm>
        <a:off x="2745249" y="113437"/>
        <a:ext cx="2405948" cy="604800"/>
      </dsp:txXfrm>
    </dsp:sp>
    <dsp:sp modelId="{DF5647D1-9DD7-4F5E-BCC7-996580CE58EB}">
      <dsp:nvSpPr>
        <dsp:cNvPr id="0" name=""/>
        <dsp:cNvSpPr/>
      </dsp:nvSpPr>
      <dsp:spPr>
        <a:xfrm>
          <a:off x="2745249" y="718237"/>
          <a:ext cx="2405948" cy="214817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b="0" i="0" kern="1200" dirty="0" err="1"/>
            <a:t>Cells</a:t>
          </a:r>
          <a:r>
            <a:rPr lang="en-US" sz="2100" b="0" i="0" kern="1200" dirty="0"/>
            <a:t> are created </a:t>
          </a:r>
          <a:r>
            <a:rPr lang="tr-TR" sz="2100" b="0" i="0" kern="1200" dirty="0" err="1"/>
            <a:t>by</a:t>
          </a:r>
          <a:r>
            <a:rPr lang="tr-TR" sz="2100" b="0" i="0" kern="1200" dirty="0"/>
            <a:t> </a:t>
          </a:r>
          <a:r>
            <a:rPr lang="tr-TR" sz="2100" b="0" i="0" kern="1200" dirty="0" err="1"/>
            <a:t>default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/>
            <a:t>when </a:t>
          </a:r>
          <a:r>
            <a:rPr lang="tr-TR" sz="2100" b="0" i="0" kern="1200" dirty="0" err="1"/>
            <a:t>they</a:t>
          </a:r>
          <a:r>
            <a:rPr lang="tr-TR" sz="2100" b="0" i="0" kern="1200" dirty="0"/>
            <a:t> </a:t>
          </a:r>
          <a:r>
            <a:rPr lang="tr-TR" sz="2100" b="0" i="0" kern="1200" dirty="0" err="1"/>
            <a:t>are</a:t>
          </a:r>
          <a:r>
            <a:rPr lang="tr-TR" sz="2100" b="0" i="0" kern="1200" dirty="0"/>
            <a:t> </a:t>
          </a:r>
          <a:r>
            <a:rPr lang="en-US" sz="2100" b="0" i="0" kern="1200" dirty="0"/>
            <a:t>firs</a:t>
          </a:r>
          <a:r>
            <a:rPr lang="tr-TR" sz="2100" b="0" i="0" kern="1200" dirty="0" err="1"/>
            <a:t>tly</a:t>
          </a:r>
          <a:r>
            <a:rPr lang="en-US" sz="2100" b="0" i="0" kern="1200" dirty="0"/>
            <a:t> accessed</a:t>
          </a:r>
          <a:endParaRPr lang="en-US" sz="2100" kern="1200" dirty="0"/>
        </a:p>
      </dsp:txBody>
      <dsp:txXfrm>
        <a:off x="2745249" y="718237"/>
        <a:ext cx="2405948" cy="2148176"/>
      </dsp:txXfrm>
    </dsp:sp>
    <dsp:sp modelId="{A9AA1A09-8D53-46B9-90AA-7338A3FA9364}">
      <dsp:nvSpPr>
        <dsp:cNvPr id="0" name=""/>
        <dsp:cNvSpPr/>
      </dsp:nvSpPr>
      <dsp:spPr>
        <a:xfrm>
          <a:off x="5488030" y="113437"/>
          <a:ext cx="2405948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 err="1"/>
            <a:t>Creatin</a:t>
          </a:r>
          <a:r>
            <a:rPr lang="tr-TR" sz="2100" kern="1200" dirty="0"/>
            <a:t> </a:t>
          </a:r>
          <a:r>
            <a:rPr lang="tr-TR" sz="2100" kern="1200" dirty="0" err="1"/>
            <a:t>by</a:t>
          </a:r>
          <a:r>
            <a:rPr lang="tr-TR" sz="2100" kern="1200" dirty="0"/>
            <a:t> </a:t>
          </a:r>
          <a:r>
            <a:rPr lang="tr-TR" sz="2100" kern="1200" dirty="0" err="1"/>
            <a:t>scorlling</a:t>
          </a:r>
          <a:endParaRPr lang="en-US" sz="2100" kern="1200" dirty="0"/>
        </a:p>
      </dsp:txBody>
      <dsp:txXfrm>
        <a:off x="5488030" y="113437"/>
        <a:ext cx="2405948" cy="604800"/>
      </dsp:txXfrm>
    </dsp:sp>
    <dsp:sp modelId="{D73BD8AE-5C33-4B2D-B366-90EE9EDF631C}">
      <dsp:nvSpPr>
        <dsp:cNvPr id="0" name=""/>
        <dsp:cNvSpPr/>
      </dsp:nvSpPr>
      <dsp:spPr>
        <a:xfrm>
          <a:off x="5488030" y="718237"/>
          <a:ext cx="2405948" cy="214817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scrolling through cells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will create them all in memory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even if </a:t>
          </a:r>
          <a:r>
            <a:rPr lang="tr-TR" sz="2100" kern="1200" dirty="0" err="1"/>
            <a:t>they</a:t>
          </a:r>
          <a:r>
            <a:rPr lang="tr-TR" sz="2100" kern="1200" dirty="0"/>
            <a:t> </a:t>
          </a:r>
          <a:r>
            <a:rPr lang="tr-TR" sz="2100" kern="1200" dirty="0" err="1"/>
            <a:t>are</a:t>
          </a:r>
          <a:r>
            <a:rPr lang="tr-TR" sz="2100" kern="1200" dirty="0"/>
            <a:t> </a:t>
          </a:r>
          <a:r>
            <a:rPr lang="en-US" sz="2100" kern="1200" dirty="0"/>
            <a:t>assign</a:t>
          </a:r>
          <a:r>
            <a:rPr lang="tr-TR" sz="2100" kern="1200" dirty="0" err="1"/>
            <a:t>ed</a:t>
          </a:r>
          <a:r>
            <a:rPr lang="tr-TR" sz="2100" kern="1200" dirty="0"/>
            <a:t> </a:t>
          </a:r>
          <a:r>
            <a:rPr lang="tr-TR" sz="2100" kern="1200" dirty="0" err="1"/>
            <a:t>no</a:t>
          </a:r>
          <a:r>
            <a:rPr lang="en-US" sz="2100" kern="1200" dirty="0"/>
            <a:t> value</a:t>
          </a:r>
        </a:p>
      </dsp:txBody>
      <dsp:txXfrm>
        <a:off x="5488030" y="718237"/>
        <a:ext cx="2405948" cy="21481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2598" y="428100"/>
          <a:ext cx="2534002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0" i="0" kern="1200" dirty="0" err="1"/>
            <a:t>Slicing</a:t>
          </a:r>
          <a:endParaRPr lang="en-US" sz="1700" kern="1200" dirty="0"/>
        </a:p>
      </dsp:txBody>
      <dsp:txXfrm>
        <a:off x="2598" y="428100"/>
        <a:ext cx="2534002" cy="489600"/>
      </dsp:txXfrm>
    </dsp:sp>
    <dsp:sp modelId="{94F5C663-61CE-45BF-BF21-41E96F48D783}">
      <dsp:nvSpPr>
        <dsp:cNvPr id="0" name=""/>
        <dsp:cNvSpPr/>
      </dsp:nvSpPr>
      <dsp:spPr>
        <a:xfrm>
          <a:off x="2598" y="917700"/>
          <a:ext cx="2534002" cy="97996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Ranges of cells can be accessed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/>
            <a:t>using slicing</a:t>
          </a:r>
          <a:endParaRPr lang="en-US" sz="1700" kern="1200" dirty="0"/>
        </a:p>
      </dsp:txBody>
      <dsp:txXfrm>
        <a:off x="2598" y="917700"/>
        <a:ext cx="2534002" cy="979965"/>
      </dsp:txXfrm>
    </dsp:sp>
    <dsp:sp modelId="{BEAB6575-9EFF-4422-B7E9-A4C46883B818}">
      <dsp:nvSpPr>
        <dsp:cNvPr id="0" name=""/>
        <dsp:cNvSpPr/>
      </dsp:nvSpPr>
      <dsp:spPr>
        <a:xfrm>
          <a:off x="2891361" y="428100"/>
          <a:ext cx="2534002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Example</a:t>
          </a:r>
          <a:endParaRPr lang="en-US" sz="1700" kern="1200" dirty="0"/>
        </a:p>
      </dsp:txBody>
      <dsp:txXfrm>
        <a:off x="2891361" y="428100"/>
        <a:ext cx="2534002" cy="489600"/>
      </dsp:txXfrm>
    </dsp:sp>
    <dsp:sp modelId="{224F9537-85C5-470B-A180-B3F142D71B14}">
      <dsp:nvSpPr>
        <dsp:cNvPr id="0" name=""/>
        <dsp:cNvSpPr/>
      </dsp:nvSpPr>
      <dsp:spPr>
        <a:xfrm>
          <a:off x="2891361" y="917700"/>
          <a:ext cx="2534002" cy="97996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cell_range</a:t>
          </a:r>
          <a:r>
            <a:rPr lang="en-US" sz="1700" kern="1200" dirty="0"/>
            <a:t>=</a:t>
          </a:r>
          <a:r>
            <a:rPr lang="en-US" sz="1700" kern="1200" dirty="0" err="1"/>
            <a:t>ws</a:t>
          </a:r>
          <a:r>
            <a:rPr lang="en-US" sz="1700" kern="1200" dirty="0"/>
            <a:t>['A1':'C2']</a:t>
          </a:r>
        </a:p>
      </dsp:txBody>
      <dsp:txXfrm>
        <a:off x="2891361" y="917700"/>
        <a:ext cx="2534002" cy="979965"/>
      </dsp:txXfrm>
    </dsp:sp>
    <dsp:sp modelId="{4911E43C-BEEE-428B-A758-03C0B08BC35F}">
      <dsp:nvSpPr>
        <dsp:cNvPr id="0" name=""/>
        <dsp:cNvSpPr/>
      </dsp:nvSpPr>
      <dsp:spPr>
        <a:xfrm>
          <a:off x="5780123" y="428100"/>
          <a:ext cx="2534002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Similar</a:t>
          </a:r>
          <a:r>
            <a:rPr lang="tr-TR" sz="1700" kern="1200" dirty="0"/>
            <a:t> </a:t>
          </a:r>
          <a:r>
            <a:rPr lang="tr-TR" sz="1700" kern="1200" dirty="0" err="1"/>
            <a:t>operations</a:t>
          </a:r>
          <a:endParaRPr lang="en-US" sz="1700" kern="1200" dirty="0"/>
        </a:p>
      </dsp:txBody>
      <dsp:txXfrm>
        <a:off x="5780123" y="428100"/>
        <a:ext cx="2534002" cy="489600"/>
      </dsp:txXfrm>
    </dsp:sp>
    <dsp:sp modelId="{1E4E2F0B-23A7-410D-A715-EE7CBBDFAFCA}">
      <dsp:nvSpPr>
        <dsp:cNvPr id="0" name=""/>
        <dsp:cNvSpPr/>
      </dsp:nvSpPr>
      <dsp:spPr>
        <a:xfrm>
          <a:off x="5780123" y="917700"/>
          <a:ext cx="2534002" cy="97996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Ranges of rows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b="0" i="0" kern="1200" dirty="0" err="1"/>
            <a:t>Range</a:t>
          </a:r>
          <a:r>
            <a:rPr lang="tr-TR" sz="1700" b="0" i="0" kern="1200" dirty="0"/>
            <a:t> of</a:t>
          </a:r>
          <a:r>
            <a:rPr lang="en-US" sz="1700" b="0" i="0" kern="1200" dirty="0"/>
            <a:t> columns</a:t>
          </a:r>
          <a:endParaRPr lang="en-US" sz="1700" kern="1200" dirty="0"/>
        </a:p>
      </dsp:txBody>
      <dsp:txXfrm>
        <a:off x="5780123" y="917700"/>
        <a:ext cx="2534002" cy="9799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2753" y="142070"/>
          <a:ext cx="2684465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0" i="0" kern="1200" dirty="0" err="1"/>
            <a:t>Iterators</a:t>
          </a:r>
          <a:endParaRPr lang="en-US" sz="1400" kern="1200" dirty="0"/>
        </a:p>
      </dsp:txBody>
      <dsp:txXfrm>
        <a:off x="2753" y="142070"/>
        <a:ext cx="2684465" cy="403200"/>
      </dsp:txXfrm>
    </dsp:sp>
    <dsp:sp modelId="{94F5C663-61CE-45BF-BF21-41E96F48D783}">
      <dsp:nvSpPr>
        <dsp:cNvPr id="0" name=""/>
        <dsp:cNvSpPr/>
      </dsp:nvSpPr>
      <dsp:spPr>
        <a:xfrm>
          <a:off x="2753" y="545270"/>
          <a:ext cx="2684465" cy="8454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 err="1"/>
            <a:t>Iteration</a:t>
          </a:r>
          <a:r>
            <a:rPr lang="tr-TR" sz="1400" kern="1200" dirty="0"/>
            <a:t> </a:t>
          </a:r>
          <a:r>
            <a:rPr lang="tr-TR" sz="1400" kern="1200" dirty="0" err="1"/>
            <a:t>through</a:t>
          </a:r>
          <a:r>
            <a:rPr lang="tr-TR" sz="1400" kern="1200" dirty="0"/>
            <a:t> </a:t>
          </a:r>
          <a:r>
            <a:rPr lang="tr-TR" sz="1400" kern="1200" dirty="0" err="1"/>
            <a:t>rows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 err="1"/>
            <a:t>Iteration</a:t>
          </a:r>
          <a:r>
            <a:rPr lang="tr-TR" sz="1400" kern="1200" dirty="0"/>
            <a:t> </a:t>
          </a:r>
          <a:r>
            <a:rPr lang="tr-TR" sz="1400" kern="1200" dirty="0" err="1"/>
            <a:t>through</a:t>
          </a:r>
          <a:r>
            <a:rPr lang="tr-TR" sz="1400" kern="1200" dirty="0"/>
            <a:t> </a:t>
          </a:r>
          <a:r>
            <a:rPr lang="tr-TR" sz="1400" kern="1200" dirty="0" err="1"/>
            <a:t>columns</a:t>
          </a:r>
          <a:endParaRPr lang="en-US" sz="1400" kern="1200" dirty="0"/>
        </a:p>
      </dsp:txBody>
      <dsp:txXfrm>
        <a:off x="2753" y="545270"/>
        <a:ext cx="2684465" cy="845460"/>
      </dsp:txXfrm>
    </dsp:sp>
    <dsp:sp modelId="{FC477351-0132-449D-BAAB-D9BE54B70D91}">
      <dsp:nvSpPr>
        <dsp:cNvPr id="0" name=""/>
        <dsp:cNvSpPr/>
      </dsp:nvSpPr>
      <dsp:spPr>
        <a:xfrm>
          <a:off x="3063043" y="142070"/>
          <a:ext cx="2684465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0" i="0" kern="1200" dirty="0" err="1"/>
            <a:t>Row</a:t>
          </a:r>
          <a:r>
            <a:rPr lang="tr-TR" sz="1400" b="0" i="0" kern="1200" dirty="0"/>
            <a:t> </a:t>
          </a:r>
          <a:r>
            <a:rPr lang="tr-TR" sz="1400" b="0" i="0" kern="1200" dirty="0" err="1"/>
            <a:t>iterations</a:t>
          </a:r>
          <a:endParaRPr lang="en-US" sz="1400" kern="1200" dirty="0"/>
        </a:p>
      </dsp:txBody>
      <dsp:txXfrm>
        <a:off x="3063043" y="142070"/>
        <a:ext cx="2684465" cy="403200"/>
      </dsp:txXfrm>
    </dsp:sp>
    <dsp:sp modelId="{C6E386DB-27D2-40FA-945C-081510EAF5B7}">
      <dsp:nvSpPr>
        <dsp:cNvPr id="0" name=""/>
        <dsp:cNvSpPr/>
      </dsp:nvSpPr>
      <dsp:spPr>
        <a:xfrm>
          <a:off x="3063043" y="545270"/>
          <a:ext cx="2684465" cy="8454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Worksheet.iter_rows</a:t>
          </a:r>
          <a:r>
            <a:rPr lang="en-US" sz="1400" kern="1200" dirty="0"/>
            <a:t>()</a:t>
          </a:r>
          <a:r>
            <a:rPr lang="en-US" sz="1400" b="0" i="0" kern="1200" dirty="0"/>
            <a:t> </a:t>
          </a:r>
          <a:endParaRPr lang="en-US" sz="1400" kern="1200" dirty="0"/>
        </a:p>
      </dsp:txBody>
      <dsp:txXfrm>
        <a:off x="3063043" y="545270"/>
        <a:ext cx="2684465" cy="845460"/>
      </dsp:txXfrm>
    </dsp:sp>
    <dsp:sp modelId="{16DB8A04-78DB-4F95-8E1E-818214B8BBFB}">
      <dsp:nvSpPr>
        <dsp:cNvPr id="0" name=""/>
        <dsp:cNvSpPr/>
      </dsp:nvSpPr>
      <dsp:spPr>
        <a:xfrm>
          <a:off x="6123333" y="142070"/>
          <a:ext cx="2684465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0" i="0" kern="1200" dirty="0" err="1"/>
            <a:t>Column</a:t>
          </a:r>
          <a:r>
            <a:rPr lang="tr-TR" sz="1400" b="0" i="0" kern="1200" dirty="0"/>
            <a:t> </a:t>
          </a:r>
          <a:r>
            <a:rPr lang="tr-TR" sz="1400" b="0" i="0" kern="1200" dirty="0" err="1"/>
            <a:t>iterator</a:t>
          </a:r>
          <a:endParaRPr lang="en-US" sz="1400" kern="1200" dirty="0"/>
        </a:p>
      </dsp:txBody>
      <dsp:txXfrm>
        <a:off x="6123333" y="142070"/>
        <a:ext cx="2684465" cy="403200"/>
      </dsp:txXfrm>
    </dsp:sp>
    <dsp:sp modelId="{CB16EAC1-FFA9-4F25-BF43-3151D6693CE4}">
      <dsp:nvSpPr>
        <dsp:cNvPr id="0" name=""/>
        <dsp:cNvSpPr/>
      </dsp:nvSpPr>
      <dsp:spPr>
        <a:xfrm>
          <a:off x="6123333" y="545270"/>
          <a:ext cx="2684465" cy="8454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Worksheet.iter_cols</a:t>
          </a:r>
          <a:r>
            <a:rPr lang="en-US" sz="1400" kern="1200" dirty="0"/>
            <a:t>()</a:t>
          </a:r>
          <a:r>
            <a:rPr lang="en-US" sz="1400" b="0" i="0" kern="1200" dirty="0"/>
            <a:t> 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will return columns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not available in read-only mode</a:t>
          </a:r>
          <a:r>
            <a:rPr lang="tr-TR" sz="1400" b="0" i="0" kern="1200" dirty="0"/>
            <a:t>!</a:t>
          </a:r>
          <a:endParaRPr lang="en-US" sz="1400" kern="1200" dirty="0"/>
        </a:p>
      </dsp:txBody>
      <dsp:txXfrm>
        <a:off x="6123333" y="545270"/>
        <a:ext cx="2684465" cy="8454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2598" y="66572"/>
          <a:ext cx="2534002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Worksheet</a:t>
          </a:r>
          <a:r>
            <a:rPr lang="en-US" sz="2000" kern="1200" dirty="0" err="1"/>
            <a:t>.rows</a:t>
          </a:r>
          <a:endParaRPr lang="en-US" sz="2000" kern="1200" dirty="0"/>
        </a:p>
      </dsp:txBody>
      <dsp:txXfrm>
        <a:off x="2598" y="66572"/>
        <a:ext cx="2534002" cy="576000"/>
      </dsp:txXfrm>
    </dsp:sp>
    <dsp:sp modelId="{94F5C663-61CE-45BF-BF21-41E96F48D783}">
      <dsp:nvSpPr>
        <dsp:cNvPr id="0" name=""/>
        <dsp:cNvSpPr/>
      </dsp:nvSpPr>
      <dsp:spPr>
        <a:xfrm>
          <a:off x="2598" y="642572"/>
          <a:ext cx="2534002" cy="112544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to iterate through all the rows</a:t>
          </a:r>
        </a:p>
      </dsp:txBody>
      <dsp:txXfrm>
        <a:off x="2598" y="642572"/>
        <a:ext cx="2534002" cy="1125449"/>
      </dsp:txXfrm>
    </dsp:sp>
    <dsp:sp modelId="{FC477351-0132-449D-BAAB-D9BE54B70D91}">
      <dsp:nvSpPr>
        <dsp:cNvPr id="0" name=""/>
        <dsp:cNvSpPr/>
      </dsp:nvSpPr>
      <dsp:spPr>
        <a:xfrm>
          <a:off x="2891361" y="66572"/>
          <a:ext cx="2534002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Worksheet</a:t>
          </a:r>
          <a:r>
            <a:rPr lang="en-US" sz="2000" kern="1200" dirty="0"/>
            <a:t>.</a:t>
          </a:r>
          <a:r>
            <a:rPr lang="tr-TR" sz="2000" kern="1200" dirty="0" err="1"/>
            <a:t>columns</a:t>
          </a:r>
          <a:endParaRPr lang="en-US" sz="2000" kern="1200" dirty="0"/>
        </a:p>
      </dsp:txBody>
      <dsp:txXfrm>
        <a:off x="2891361" y="66572"/>
        <a:ext cx="2534002" cy="576000"/>
      </dsp:txXfrm>
    </dsp:sp>
    <dsp:sp modelId="{C6E386DB-27D2-40FA-945C-081510EAF5B7}">
      <dsp:nvSpPr>
        <dsp:cNvPr id="0" name=""/>
        <dsp:cNvSpPr/>
      </dsp:nvSpPr>
      <dsp:spPr>
        <a:xfrm>
          <a:off x="2891361" y="642572"/>
          <a:ext cx="2534002" cy="112544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to iterate through all columns of a file</a:t>
          </a:r>
          <a:endParaRPr lang="en-US" sz="2000" kern="1200" dirty="0"/>
        </a:p>
      </dsp:txBody>
      <dsp:txXfrm>
        <a:off x="2891361" y="642572"/>
        <a:ext cx="2534002" cy="1125449"/>
      </dsp:txXfrm>
    </dsp:sp>
    <dsp:sp modelId="{FAEC737D-3260-4167-B976-2178676786A4}">
      <dsp:nvSpPr>
        <dsp:cNvPr id="0" name=""/>
        <dsp:cNvSpPr/>
      </dsp:nvSpPr>
      <dsp:spPr>
        <a:xfrm>
          <a:off x="5780123" y="66572"/>
          <a:ext cx="2534002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read-only mode</a:t>
          </a:r>
        </a:p>
      </dsp:txBody>
      <dsp:txXfrm>
        <a:off x="5780123" y="66572"/>
        <a:ext cx="2534002" cy="576000"/>
      </dsp:txXfrm>
    </dsp:sp>
    <dsp:sp modelId="{760330F4-A190-4DC8-A7F7-C61E0218A6AC}">
      <dsp:nvSpPr>
        <dsp:cNvPr id="0" name=""/>
        <dsp:cNvSpPr/>
      </dsp:nvSpPr>
      <dsp:spPr>
        <a:xfrm>
          <a:off x="5780123" y="642572"/>
          <a:ext cx="2534002" cy="112544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Worksheet.columns property is not available</a:t>
          </a:r>
          <a:endParaRPr lang="en-US" sz="2000" kern="1200" dirty="0"/>
        </a:p>
      </dsp:txBody>
      <dsp:txXfrm>
        <a:off x="5780123" y="642572"/>
        <a:ext cx="2534002" cy="11254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40" y="328206"/>
          <a:ext cx="3886282" cy="374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Worksheet</a:t>
          </a:r>
          <a:r>
            <a:rPr lang="tr-TR" sz="1300" b="0" i="0" kern="1200" dirty="0"/>
            <a:t> </a:t>
          </a:r>
          <a:r>
            <a:rPr lang="tr-TR" sz="1300" b="0" i="0" kern="1200" dirty="0" err="1"/>
            <a:t>Values</a:t>
          </a:r>
          <a:endParaRPr lang="en-US" sz="1300" kern="1200" dirty="0"/>
        </a:p>
      </dsp:txBody>
      <dsp:txXfrm>
        <a:off x="40" y="328206"/>
        <a:ext cx="3886282" cy="374400"/>
      </dsp:txXfrm>
    </dsp:sp>
    <dsp:sp modelId="{94F5C663-61CE-45BF-BF21-41E96F48D783}">
      <dsp:nvSpPr>
        <dsp:cNvPr id="0" name=""/>
        <dsp:cNvSpPr/>
      </dsp:nvSpPr>
      <dsp:spPr>
        <a:xfrm>
          <a:off x="40" y="702606"/>
          <a:ext cx="3886282" cy="78506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Worksheet.values</a:t>
          </a:r>
          <a:r>
            <a:rPr lang="en-US" sz="1300" b="0" i="0" kern="1200" dirty="0"/>
            <a:t> property. 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iterates over all the rows</a:t>
          </a:r>
          <a:r>
            <a:rPr lang="tr-TR" sz="1300" b="0" i="0" kern="1200" dirty="0"/>
            <a:t> </a:t>
          </a:r>
          <a:r>
            <a:rPr lang="en-US" sz="1300" b="0" i="0" kern="1200" dirty="0"/>
            <a:t>in a worksheet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b="0" i="0" kern="1200" dirty="0" err="1"/>
            <a:t>returns</a:t>
          </a:r>
          <a:r>
            <a:rPr lang="tr-TR" sz="1300" b="0" i="0" kern="1200" dirty="0"/>
            <a:t> </a:t>
          </a:r>
          <a:r>
            <a:rPr lang="en-US" sz="1300" b="0" i="0" kern="1200" dirty="0"/>
            <a:t>just the cell values</a:t>
          </a:r>
          <a:endParaRPr lang="en-US" sz="1300" kern="1200" dirty="0"/>
        </a:p>
      </dsp:txBody>
      <dsp:txXfrm>
        <a:off x="40" y="702606"/>
        <a:ext cx="3886282" cy="785069"/>
      </dsp:txXfrm>
    </dsp:sp>
    <dsp:sp modelId="{DDC85FA3-69F4-4CE2-B605-0EB5540A2377}">
      <dsp:nvSpPr>
        <dsp:cNvPr id="0" name=""/>
        <dsp:cNvSpPr/>
      </dsp:nvSpPr>
      <dsp:spPr>
        <a:xfrm>
          <a:off x="4430402" y="328206"/>
          <a:ext cx="3886282" cy="374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 err="1"/>
            <a:t>values_only</a:t>
          </a:r>
          <a:r>
            <a:rPr lang="en-US" sz="1300" b="0" i="0" kern="1200" dirty="0"/>
            <a:t> parameter</a:t>
          </a:r>
          <a:endParaRPr lang="en-US" sz="1300" kern="1200" dirty="0"/>
        </a:p>
      </dsp:txBody>
      <dsp:txXfrm>
        <a:off x="4430402" y="328206"/>
        <a:ext cx="3886282" cy="374400"/>
      </dsp:txXfrm>
    </dsp:sp>
    <dsp:sp modelId="{8EB01166-A683-42AD-9F78-6F61FBC62EA4}">
      <dsp:nvSpPr>
        <dsp:cNvPr id="0" name=""/>
        <dsp:cNvSpPr/>
      </dsp:nvSpPr>
      <dsp:spPr>
        <a:xfrm>
          <a:off x="4430402" y="702606"/>
          <a:ext cx="3886282" cy="78506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Both </a:t>
          </a:r>
          <a:r>
            <a:rPr lang="en-US" sz="1300" kern="1200" dirty="0" err="1"/>
            <a:t>Worksheet.iter_rows</a:t>
          </a:r>
          <a:r>
            <a:rPr lang="en-US" sz="1300" kern="1200" dirty="0"/>
            <a:t>()</a:t>
          </a:r>
          <a:r>
            <a:rPr lang="en-US" sz="1300" b="0" i="0" kern="1200" dirty="0"/>
            <a:t> and </a:t>
          </a:r>
          <a:r>
            <a:rPr lang="en-US" sz="1300" kern="1200" dirty="0" err="1"/>
            <a:t>Worksheet.iter_cols</a:t>
          </a:r>
          <a:r>
            <a:rPr lang="en-US" sz="1300" kern="1200" dirty="0"/>
            <a:t>()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can take the </a:t>
          </a:r>
          <a:r>
            <a:rPr lang="en-US" sz="1300" kern="1200" dirty="0" err="1"/>
            <a:t>values_only</a:t>
          </a:r>
          <a:r>
            <a:rPr lang="en-US" sz="1300" b="0" i="0" kern="1200" dirty="0"/>
            <a:t> parameter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to return just the cell’s value</a:t>
          </a:r>
          <a:endParaRPr lang="en-US" sz="1300" kern="1200" dirty="0"/>
        </a:p>
      </dsp:txBody>
      <dsp:txXfrm>
        <a:off x="4430402" y="702606"/>
        <a:ext cx="3886282" cy="7850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0" y="3410"/>
          <a:ext cx="2188536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700" b="0" i="0" u="none" strike="noStrike" kern="1200" cap="none" normalizeH="0" baseline="0" dirty="0" err="1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c.value</a:t>
          </a:r>
          <a:r>
            <a:rPr kumimoji="0" lang="en-US" altLang="en-US" sz="1700" b="0" i="0" u="none" strike="noStrike" kern="1200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 =</a:t>
          </a:r>
          <a:r>
            <a:rPr kumimoji="0" lang="tr-TR" altLang="en-US" sz="1700" b="0" i="0" u="none" strike="noStrike" kern="1200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 &lt;</a:t>
          </a:r>
          <a:r>
            <a:rPr kumimoji="0" lang="tr-TR" altLang="en-US" sz="1700" b="0" i="0" u="none" strike="noStrike" kern="1200" cap="none" normalizeH="0" baseline="0" dirty="0" err="1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value</a:t>
          </a:r>
          <a:r>
            <a:rPr kumimoji="0" lang="tr-TR" altLang="en-US" sz="1700" b="0" i="0" u="none" strike="noStrike" kern="1200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&gt;</a:t>
          </a:r>
          <a:endParaRPr lang="en-US" sz="1700" kern="1200" dirty="0"/>
        </a:p>
      </dsp:txBody>
      <dsp:txXfrm>
        <a:off x="0" y="3410"/>
        <a:ext cx="2188536" cy="489600"/>
      </dsp:txXfrm>
    </dsp:sp>
    <dsp:sp modelId="{94F5C663-61CE-45BF-BF21-41E96F48D783}">
      <dsp:nvSpPr>
        <dsp:cNvPr id="0" name=""/>
        <dsp:cNvSpPr/>
      </dsp:nvSpPr>
      <dsp:spPr>
        <a:xfrm>
          <a:off x="0" y="493010"/>
          <a:ext cx="2188536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b="0" i="0" kern="1200"/>
            <a:t>Assign </a:t>
          </a:r>
          <a:r>
            <a:rPr lang="tr-TR" sz="1700" b="0" i="0" kern="1200" dirty="0"/>
            <a:t>a </a:t>
          </a:r>
          <a:r>
            <a:rPr lang="tr-TR" sz="1700" b="0" i="0" kern="1200" dirty="0" err="1"/>
            <a:t>value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b="0" i="0" kern="1200" dirty="0" err="1"/>
            <a:t>To</a:t>
          </a:r>
          <a:r>
            <a:rPr lang="tr-TR" sz="1700" b="0" i="0" kern="1200" dirty="0"/>
            <a:t> a </a:t>
          </a:r>
          <a:r>
            <a:rPr lang="tr-TR" sz="1700" b="0" i="0" kern="1200" dirty="0" err="1"/>
            <a:t>cell</a:t>
          </a:r>
          <a:endParaRPr lang="en-US" sz="1700" kern="1200" dirty="0"/>
        </a:p>
      </dsp:txBody>
      <dsp:txXfrm>
        <a:off x="0" y="493010"/>
        <a:ext cx="2188536" cy="7466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41" y="3410"/>
          <a:ext cx="4013582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penpyxl.load_workbook</a:t>
          </a:r>
          <a:r>
            <a:rPr lang="en-US" sz="1700" kern="1200" dirty="0"/>
            <a:t>()</a:t>
          </a:r>
          <a:r>
            <a:rPr lang="en-US" sz="1700" b="0" i="0" kern="1200" dirty="0"/>
            <a:t> </a:t>
          </a:r>
          <a:endParaRPr lang="en-US" sz="1700" kern="1200" dirty="0"/>
        </a:p>
      </dsp:txBody>
      <dsp:txXfrm>
        <a:off x="41" y="3410"/>
        <a:ext cx="4013582" cy="489600"/>
      </dsp:txXfrm>
    </dsp:sp>
    <dsp:sp modelId="{94F5C663-61CE-45BF-BF21-41E96F48D783}">
      <dsp:nvSpPr>
        <dsp:cNvPr id="0" name=""/>
        <dsp:cNvSpPr/>
      </dsp:nvSpPr>
      <dsp:spPr>
        <a:xfrm>
          <a:off x="41" y="493010"/>
          <a:ext cx="4013582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to open an existing workbook</a:t>
          </a:r>
          <a:endParaRPr lang="en-US" sz="1700" kern="1200" dirty="0"/>
        </a:p>
      </dsp:txBody>
      <dsp:txXfrm>
        <a:off x="41" y="493010"/>
        <a:ext cx="4013582" cy="746639"/>
      </dsp:txXfrm>
    </dsp:sp>
    <dsp:sp modelId="{CDB6ACDF-3880-44D0-9EE3-44E0A2327131}">
      <dsp:nvSpPr>
        <dsp:cNvPr id="0" name=""/>
        <dsp:cNvSpPr/>
      </dsp:nvSpPr>
      <dsp:spPr>
        <a:xfrm>
          <a:off x="4575526" y="3410"/>
          <a:ext cx="4013582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700" b="0" i="0" u="none" strike="noStrike" kern="1200" cap="none" normalizeH="0" baseline="0">
              <a:ln>
                <a:noFill/>
              </a:ln>
              <a:solidFill>
                <a:srgbClr val="660099"/>
              </a:solidFill>
              <a:effectLst/>
              <a:latin typeface="JetBrains Mono"/>
            </a:rPr>
            <a:t>filename </a:t>
          </a:r>
          <a:r>
            <a:rPr kumimoji="0" lang="en-US" altLang="en-US" sz="1700" b="0" i="0" u="none" strike="noStrike" kern="1200" cap="none" normalizeH="0" baseline="0">
              <a:ln>
                <a:noFill/>
              </a:ln>
              <a:solidFill>
                <a:srgbClr val="080808"/>
              </a:solidFill>
              <a:effectLst/>
              <a:latin typeface="JetBrains Mono"/>
            </a:rPr>
            <a:t>= </a:t>
          </a:r>
          <a:r>
            <a:rPr kumimoji="0" lang="en-US" altLang="en-US" sz="1700" b="0" i="0" u="none" strike="noStrike" kern="1200" cap="none" normalizeH="0" baseline="0">
              <a:ln>
                <a:noFill/>
              </a:ln>
              <a:solidFill>
                <a:srgbClr val="067D17"/>
              </a:solidFill>
              <a:effectLst/>
              <a:latin typeface="JetBrains Mono"/>
            </a:rPr>
            <a:t>'empty_book.xlsx'</a:t>
          </a:r>
          <a:endParaRPr lang="en-US" sz="1700" kern="1200" dirty="0"/>
        </a:p>
      </dsp:txBody>
      <dsp:txXfrm>
        <a:off x="4575526" y="3410"/>
        <a:ext cx="4013582" cy="489600"/>
      </dsp:txXfrm>
    </dsp:sp>
    <dsp:sp modelId="{C1092F0A-2DB2-4093-ACC3-459C15743FF4}">
      <dsp:nvSpPr>
        <dsp:cNvPr id="0" name=""/>
        <dsp:cNvSpPr/>
      </dsp:nvSpPr>
      <dsp:spPr>
        <a:xfrm>
          <a:off x="4575526" y="493010"/>
          <a:ext cx="4013582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 err="1"/>
            <a:t>Keyword</a:t>
          </a:r>
          <a:r>
            <a:rPr lang="tr-TR" sz="1700" kern="1200" dirty="0"/>
            <a:t> </a:t>
          </a:r>
          <a:r>
            <a:rPr lang="tr-TR" sz="1700" kern="1200" dirty="0" err="1"/>
            <a:t>argument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 err="1"/>
            <a:t>Tells</a:t>
          </a:r>
          <a:r>
            <a:rPr lang="tr-TR" sz="1700" kern="1200" dirty="0"/>
            <a:t> </a:t>
          </a:r>
          <a:r>
            <a:rPr lang="tr-TR" sz="1700" kern="1200" dirty="0" err="1"/>
            <a:t>the</a:t>
          </a:r>
          <a:r>
            <a:rPr lang="tr-TR" sz="1700" kern="1200" dirty="0"/>
            <a:t> name of </a:t>
          </a:r>
          <a:r>
            <a:rPr lang="tr-TR" sz="1700" kern="1200" dirty="0" err="1"/>
            <a:t>the</a:t>
          </a:r>
          <a:r>
            <a:rPr lang="tr-TR" sz="1700" kern="1200" dirty="0"/>
            <a:t> file</a:t>
          </a:r>
          <a:endParaRPr lang="en-US" sz="1700" kern="1200" dirty="0"/>
        </a:p>
      </dsp:txBody>
      <dsp:txXfrm>
        <a:off x="4575526" y="493010"/>
        <a:ext cx="4013582" cy="7466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41" y="41795"/>
          <a:ext cx="4013582" cy="374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0" i="0" kern="1200" dirty="0" err="1"/>
            <a:t>Steps</a:t>
          </a:r>
          <a:endParaRPr lang="en-US" sz="1300" kern="1200" dirty="0"/>
        </a:p>
      </dsp:txBody>
      <dsp:txXfrm>
        <a:off x="41" y="41795"/>
        <a:ext cx="4013582" cy="374400"/>
      </dsp:txXfrm>
    </dsp:sp>
    <dsp:sp modelId="{94F5C663-61CE-45BF-BF21-41E96F48D783}">
      <dsp:nvSpPr>
        <dsp:cNvPr id="0" name=""/>
        <dsp:cNvSpPr/>
      </dsp:nvSpPr>
      <dsp:spPr>
        <a:xfrm>
          <a:off x="41" y="416195"/>
          <a:ext cx="4013582" cy="78506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create a sheet</a:t>
          </a:r>
          <a:r>
            <a:rPr lang="tr-TR" sz="1300" b="0" i="0" kern="1200" dirty="0"/>
            <a:t> </a:t>
          </a:r>
          <a:r>
            <a:rPr lang="en-US" sz="1300" b="0" i="0" kern="1200" dirty="0"/>
            <a:t>from scratch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add some data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then plot it</a:t>
          </a:r>
          <a:endParaRPr lang="en-US" sz="1300" kern="1200" dirty="0"/>
        </a:p>
      </dsp:txBody>
      <dsp:txXfrm>
        <a:off x="41" y="416195"/>
        <a:ext cx="4013582" cy="785069"/>
      </dsp:txXfrm>
    </dsp:sp>
    <dsp:sp modelId="{720CEBC1-FFF7-4EE5-8453-B36A5DC6CEB7}">
      <dsp:nvSpPr>
        <dsp:cNvPr id="0" name=""/>
        <dsp:cNvSpPr/>
      </dsp:nvSpPr>
      <dsp:spPr>
        <a:xfrm>
          <a:off x="4575526" y="41795"/>
          <a:ext cx="4013582" cy="374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 err="1"/>
            <a:t>Explore</a:t>
          </a:r>
          <a:endParaRPr lang="en-US" sz="1300" kern="1200" dirty="0"/>
        </a:p>
      </dsp:txBody>
      <dsp:txXfrm>
        <a:off x="4575526" y="41795"/>
        <a:ext cx="4013582" cy="374400"/>
      </dsp:txXfrm>
    </dsp:sp>
    <dsp:sp modelId="{070CD3D1-4A44-4751-B320-ED691BE8369A}">
      <dsp:nvSpPr>
        <dsp:cNvPr id="0" name=""/>
        <dsp:cNvSpPr/>
      </dsp:nvSpPr>
      <dsp:spPr>
        <a:xfrm>
          <a:off x="4575526" y="416195"/>
          <a:ext cx="4013582" cy="78506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limited cell style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formatting</a:t>
          </a:r>
          <a:endParaRPr lang="en-US" sz="1300" kern="1200" dirty="0"/>
        </a:p>
      </dsp:txBody>
      <dsp:txXfrm>
        <a:off x="4575526" y="416195"/>
        <a:ext cx="4013582" cy="7850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41" y="3410"/>
          <a:ext cx="3974260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Workbook.save</a:t>
          </a:r>
          <a:r>
            <a:rPr lang="en-US" sz="1700" kern="1200" dirty="0"/>
            <a:t>()</a:t>
          </a:r>
          <a:r>
            <a:rPr lang="en-US" sz="1700" b="0" i="0" kern="1200" dirty="0"/>
            <a:t> </a:t>
          </a:r>
          <a:endParaRPr lang="en-US" sz="1700" kern="1200" dirty="0"/>
        </a:p>
      </dsp:txBody>
      <dsp:txXfrm>
        <a:off x="41" y="3410"/>
        <a:ext cx="3974260" cy="489600"/>
      </dsp:txXfrm>
    </dsp:sp>
    <dsp:sp modelId="{94F5C663-61CE-45BF-BF21-41E96F48D783}">
      <dsp:nvSpPr>
        <dsp:cNvPr id="0" name=""/>
        <dsp:cNvSpPr/>
      </dsp:nvSpPr>
      <dsp:spPr>
        <a:xfrm>
          <a:off x="41" y="493010"/>
          <a:ext cx="3974260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The simplest and safest way to save a workbook object</a:t>
          </a:r>
          <a:endParaRPr lang="en-US" sz="1700" kern="1200" dirty="0"/>
        </a:p>
      </dsp:txBody>
      <dsp:txXfrm>
        <a:off x="41" y="493010"/>
        <a:ext cx="3974260" cy="746639"/>
      </dsp:txXfrm>
    </dsp:sp>
    <dsp:sp modelId="{A4EEA47F-BE58-472A-B43C-4AF951D00FBE}">
      <dsp:nvSpPr>
        <dsp:cNvPr id="0" name=""/>
        <dsp:cNvSpPr/>
      </dsp:nvSpPr>
      <dsp:spPr>
        <a:xfrm>
          <a:off x="4530698" y="3410"/>
          <a:ext cx="3974260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Notice</a:t>
          </a:r>
          <a:endParaRPr lang="en-US" sz="1700" kern="1200" dirty="0"/>
        </a:p>
      </dsp:txBody>
      <dsp:txXfrm>
        <a:off x="4530698" y="3410"/>
        <a:ext cx="3974260" cy="489600"/>
      </dsp:txXfrm>
    </dsp:sp>
    <dsp:sp modelId="{89046E41-81F8-4062-8ECB-0CB0B2A7560E}">
      <dsp:nvSpPr>
        <dsp:cNvPr id="0" name=""/>
        <dsp:cNvSpPr/>
      </dsp:nvSpPr>
      <dsp:spPr>
        <a:xfrm>
          <a:off x="4530698" y="493010"/>
          <a:ext cx="3974260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/>
            <a:t>This operation will overwrite existing files without warning</a:t>
          </a:r>
          <a:endParaRPr lang="en-US" sz="1700" kern="1200" dirty="0"/>
        </a:p>
      </dsp:txBody>
      <dsp:txXfrm>
        <a:off x="4530698" y="493010"/>
        <a:ext cx="3974260" cy="74663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41" y="3410"/>
          <a:ext cx="3974260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1" kern="1200" dirty="0" err="1"/>
            <a:t>wb.template</a:t>
          </a:r>
          <a:r>
            <a:rPr lang="en-US" sz="1700" b="0" i="0" kern="1200" dirty="0"/>
            <a:t> </a:t>
          </a:r>
          <a:endParaRPr lang="en-US" sz="1700" kern="1200" dirty="0"/>
        </a:p>
      </dsp:txBody>
      <dsp:txXfrm>
        <a:off x="41" y="3410"/>
        <a:ext cx="3974260" cy="489600"/>
      </dsp:txXfrm>
    </dsp:sp>
    <dsp:sp modelId="{94F5C663-61CE-45BF-BF21-41E96F48D783}">
      <dsp:nvSpPr>
        <dsp:cNvPr id="0" name=""/>
        <dsp:cNvSpPr/>
      </dsp:nvSpPr>
      <dsp:spPr>
        <a:xfrm>
          <a:off x="41" y="493010"/>
          <a:ext cx="3974260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b="0" i="0" kern="1200" dirty="0" err="1"/>
            <a:t>Attribute</a:t>
          </a:r>
          <a:r>
            <a:rPr lang="tr-TR" sz="1700" b="0" i="0" kern="1200" dirty="0"/>
            <a:t> </a:t>
          </a:r>
          <a:r>
            <a:rPr lang="tr-TR" sz="1700" b="0" i="0" kern="1200" dirty="0" err="1"/>
            <a:t>to</a:t>
          </a:r>
          <a:r>
            <a:rPr lang="tr-TR" sz="1700" b="0" i="0" kern="1200" dirty="0"/>
            <a:t> </a:t>
          </a:r>
          <a:r>
            <a:rPr lang="tr-TR" sz="1700" b="0" i="0" kern="1200" dirty="0" err="1"/>
            <a:t>tell</a:t>
          </a:r>
          <a:r>
            <a:rPr lang="tr-TR" sz="1700" b="0" i="0" kern="1200" dirty="0"/>
            <a:t> </a:t>
          </a:r>
          <a:r>
            <a:rPr lang="tr-TR" sz="1700" b="0" i="0" kern="1200" dirty="0" err="1"/>
            <a:t>the</a:t>
          </a:r>
          <a:r>
            <a:rPr lang="tr-TR" sz="1700" b="0" i="0" kern="1200" dirty="0"/>
            <a:t> file is a </a:t>
          </a:r>
          <a:r>
            <a:rPr lang="tr-TR" sz="1700" b="0" i="0" kern="1200" dirty="0" err="1"/>
            <a:t>templae</a:t>
          </a:r>
          <a:endParaRPr lang="en-US" sz="1700" kern="1200" dirty="0"/>
        </a:p>
      </dsp:txBody>
      <dsp:txXfrm>
        <a:off x="41" y="493010"/>
        <a:ext cx="3974260" cy="746639"/>
      </dsp:txXfrm>
    </dsp:sp>
    <dsp:sp modelId="{A4EEA47F-BE58-472A-B43C-4AF951D00FBE}">
      <dsp:nvSpPr>
        <dsp:cNvPr id="0" name=""/>
        <dsp:cNvSpPr/>
      </dsp:nvSpPr>
      <dsp:spPr>
        <a:xfrm>
          <a:off x="4530698" y="3410"/>
          <a:ext cx="3974260" cy="489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1" kern="1200" dirty="0" err="1"/>
            <a:t>wb.template</a:t>
          </a:r>
          <a:r>
            <a:rPr lang="en-US" sz="1700" b="0" i="1" kern="1200" dirty="0"/>
            <a:t>=True</a:t>
          </a:r>
          <a:endParaRPr lang="en-US" sz="1700" kern="1200" dirty="0"/>
        </a:p>
      </dsp:txBody>
      <dsp:txXfrm>
        <a:off x="4530698" y="3410"/>
        <a:ext cx="3974260" cy="489600"/>
      </dsp:txXfrm>
    </dsp:sp>
    <dsp:sp modelId="{89046E41-81F8-4062-8ECB-0CB0B2A7560E}">
      <dsp:nvSpPr>
        <dsp:cNvPr id="0" name=""/>
        <dsp:cNvSpPr/>
      </dsp:nvSpPr>
      <dsp:spPr>
        <a:xfrm>
          <a:off x="4530698" y="493010"/>
          <a:ext cx="3974260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/>
            <a:t>to </a:t>
          </a:r>
          <a:r>
            <a:rPr lang="en-US" sz="1700" b="0" i="0" kern="1200" dirty="0"/>
            <a:t>save a workbook as a template</a:t>
          </a:r>
          <a:endParaRPr lang="en-US" sz="1700" kern="1200" dirty="0"/>
        </a:p>
      </dsp:txBody>
      <dsp:txXfrm>
        <a:off x="4530698" y="493010"/>
        <a:ext cx="3974260" cy="74663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41" y="16415"/>
          <a:ext cx="3974260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Stream</a:t>
          </a:r>
          <a:endParaRPr lang="en-US" sz="1400" kern="1200" dirty="0"/>
        </a:p>
      </dsp:txBody>
      <dsp:txXfrm>
        <a:off x="41" y="16415"/>
        <a:ext cx="3974260" cy="403200"/>
      </dsp:txXfrm>
    </dsp:sp>
    <dsp:sp modelId="{94F5C663-61CE-45BF-BF21-41E96F48D783}">
      <dsp:nvSpPr>
        <dsp:cNvPr id="0" name=""/>
        <dsp:cNvSpPr/>
      </dsp:nvSpPr>
      <dsp:spPr>
        <a:xfrm>
          <a:off x="41" y="419615"/>
          <a:ext cx="3974260" cy="8070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to save the file to a stream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when </a:t>
          </a:r>
          <a:r>
            <a:rPr lang="en-US" sz="1400" b="0" i="0" kern="1200" dirty="0"/>
            <a:t>using a web application such as Pyramid, Flask or Django</a:t>
          </a:r>
          <a:endParaRPr lang="en-US" sz="1400" kern="1200" dirty="0"/>
        </a:p>
      </dsp:txBody>
      <dsp:txXfrm>
        <a:off x="41" y="419615"/>
        <a:ext cx="3974260" cy="807030"/>
      </dsp:txXfrm>
    </dsp:sp>
    <dsp:sp modelId="{3C83337A-4E9D-453A-B7A1-6384C1F268A6}">
      <dsp:nvSpPr>
        <dsp:cNvPr id="0" name=""/>
        <dsp:cNvSpPr/>
      </dsp:nvSpPr>
      <dsp:spPr>
        <a:xfrm>
          <a:off x="4530698" y="16415"/>
          <a:ext cx="3974260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NamedTemporaryFile</a:t>
          </a:r>
          <a:r>
            <a:rPr lang="en-US" sz="1400" kern="1200" dirty="0"/>
            <a:t>()</a:t>
          </a:r>
        </a:p>
      </dsp:txBody>
      <dsp:txXfrm>
        <a:off x="4530698" y="16415"/>
        <a:ext cx="3974260" cy="403200"/>
      </dsp:txXfrm>
    </dsp:sp>
    <dsp:sp modelId="{8E4A6CA8-804F-4354-82AC-AF04A4261272}">
      <dsp:nvSpPr>
        <dsp:cNvPr id="0" name=""/>
        <dsp:cNvSpPr/>
      </dsp:nvSpPr>
      <dsp:spPr>
        <a:xfrm>
          <a:off x="4530698" y="419615"/>
          <a:ext cx="3974260" cy="8070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provide a </a:t>
          </a:r>
          <a:r>
            <a:rPr lang="en-US" sz="1400" kern="1200" dirty="0" err="1"/>
            <a:t>NamedTemporaryFile</a:t>
          </a:r>
          <a:r>
            <a:rPr lang="en-US" sz="1400" kern="1200" dirty="0"/>
            <a:t>()</a:t>
          </a:r>
        </a:p>
      </dsp:txBody>
      <dsp:txXfrm>
        <a:off x="4530698" y="419615"/>
        <a:ext cx="3974260" cy="80703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7-C027-4778-8D6B-2846474468C5}">
      <dsp:nvSpPr>
        <dsp:cNvPr id="0" name=""/>
        <dsp:cNvSpPr/>
      </dsp:nvSpPr>
      <dsp:spPr>
        <a:xfrm>
          <a:off x="41" y="12341"/>
          <a:ext cx="4013582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 err="1"/>
            <a:t>Usage</a:t>
          </a:r>
          <a:endParaRPr lang="en-US" sz="1200" kern="1200" dirty="0"/>
        </a:p>
      </dsp:txBody>
      <dsp:txXfrm>
        <a:off x="41" y="12341"/>
        <a:ext cx="4013582" cy="345600"/>
      </dsp:txXfrm>
    </dsp:sp>
    <dsp:sp modelId="{94F5C663-61CE-45BF-BF21-41E96F48D783}">
      <dsp:nvSpPr>
        <dsp:cNvPr id="0" name=""/>
        <dsp:cNvSpPr/>
      </dsp:nvSpPr>
      <dsp:spPr>
        <a:xfrm>
          <a:off x="41" y="357941"/>
          <a:ext cx="4013582" cy="110966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to change the look of data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while displayed on screen. 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to determine the formatting for numbers</a:t>
          </a:r>
          <a:endParaRPr lang="en-US" sz="1200" kern="1200" dirty="0"/>
        </a:p>
      </dsp:txBody>
      <dsp:txXfrm>
        <a:off x="41" y="357941"/>
        <a:ext cx="4013582" cy="1109666"/>
      </dsp:txXfrm>
    </dsp:sp>
    <dsp:sp modelId="{E19B802F-37E8-45D7-83A7-0A4E850B9C45}">
      <dsp:nvSpPr>
        <dsp:cNvPr id="0" name=""/>
        <dsp:cNvSpPr/>
      </dsp:nvSpPr>
      <dsp:spPr>
        <a:xfrm>
          <a:off x="4575526" y="12341"/>
          <a:ext cx="4013582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can be applied to</a:t>
          </a:r>
          <a:endParaRPr lang="en-US" sz="1200" kern="1200" dirty="0"/>
        </a:p>
      </dsp:txBody>
      <dsp:txXfrm>
        <a:off x="4575526" y="12341"/>
        <a:ext cx="4013582" cy="345600"/>
      </dsp:txXfrm>
    </dsp:sp>
    <dsp:sp modelId="{13615F22-014B-44A9-A043-F8E63220EA05}">
      <dsp:nvSpPr>
        <dsp:cNvPr id="0" name=""/>
        <dsp:cNvSpPr/>
      </dsp:nvSpPr>
      <dsp:spPr>
        <a:xfrm>
          <a:off x="4575526" y="357941"/>
          <a:ext cx="4013582" cy="110966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font to set font size, color, underlining, etc.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fill to set a pattern or color gradient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border to set borders on a cell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/>
            <a:t>cell alignment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protection</a:t>
          </a:r>
        </a:p>
      </dsp:txBody>
      <dsp:txXfrm>
        <a:off x="4575526" y="357941"/>
        <a:ext cx="4013582" cy="110966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39" y="76130"/>
          <a:ext cx="3824671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Cell Styles</a:t>
          </a:r>
        </a:p>
      </dsp:txBody>
      <dsp:txXfrm>
        <a:off x="39" y="76130"/>
        <a:ext cx="3824671" cy="432000"/>
      </dsp:txXfrm>
    </dsp:sp>
    <dsp:sp modelId="{4FF7C416-F19C-4395-990B-6CB5CC392105}">
      <dsp:nvSpPr>
        <dsp:cNvPr id="0" name=""/>
        <dsp:cNvSpPr/>
      </dsp:nvSpPr>
      <dsp:spPr>
        <a:xfrm>
          <a:off x="39" y="508130"/>
          <a:ext cx="3824671" cy="6588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are shared between objects and once they have been assigned, they cannot be changed</a:t>
          </a:r>
          <a:endParaRPr lang="en-US" sz="1500" kern="1200" dirty="0"/>
        </a:p>
      </dsp:txBody>
      <dsp:txXfrm>
        <a:off x="39" y="508130"/>
        <a:ext cx="3824671" cy="658800"/>
      </dsp:txXfrm>
    </dsp:sp>
    <dsp:sp modelId="{7E9F14BF-248A-42F6-B036-9FA3662CCB4A}">
      <dsp:nvSpPr>
        <dsp:cNvPr id="0" name=""/>
        <dsp:cNvSpPr/>
      </dsp:nvSpPr>
      <dsp:spPr>
        <a:xfrm>
          <a:off x="4360164" y="76130"/>
          <a:ext cx="3824671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stops unwanted side-effects</a:t>
          </a:r>
        </a:p>
      </dsp:txBody>
      <dsp:txXfrm>
        <a:off x="4360164" y="76130"/>
        <a:ext cx="3824671" cy="432000"/>
      </dsp:txXfrm>
    </dsp:sp>
    <dsp:sp modelId="{BCE6F942-DD05-4759-AB92-441B9A349306}">
      <dsp:nvSpPr>
        <dsp:cNvPr id="0" name=""/>
        <dsp:cNvSpPr/>
      </dsp:nvSpPr>
      <dsp:spPr>
        <a:xfrm>
          <a:off x="4360164" y="508130"/>
          <a:ext cx="3824671" cy="6588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such as changing the style for lots of cells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/>
            <a:t>when </a:t>
          </a:r>
          <a:r>
            <a:rPr lang="en-US" sz="1500" b="0" i="0" kern="1200" dirty="0"/>
            <a:t>only one changes</a:t>
          </a:r>
        </a:p>
      </dsp:txBody>
      <dsp:txXfrm>
        <a:off x="4360164" y="508130"/>
        <a:ext cx="3824671" cy="6588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39" y="5516"/>
          <a:ext cx="3824671" cy="633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0" i="0" kern="1200" dirty="0" err="1"/>
            <a:t>copy</a:t>
          </a:r>
          <a:r>
            <a:rPr lang="tr-TR" sz="2200" b="0" i="0" kern="1200" dirty="0"/>
            <a:t>()</a:t>
          </a:r>
          <a:endParaRPr lang="en-US" sz="2200" kern="1200" dirty="0"/>
        </a:p>
      </dsp:txBody>
      <dsp:txXfrm>
        <a:off x="39" y="5516"/>
        <a:ext cx="3824671" cy="633600"/>
      </dsp:txXfrm>
    </dsp:sp>
    <dsp:sp modelId="{4FF7C416-F19C-4395-990B-6CB5CC392105}">
      <dsp:nvSpPr>
        <dsp:cNvPr id="0" name=""/>
        <dsp:cNvSpPr/>
      </dsp:nvSpPr>
      <dsp:spPr>
        <a:xfrm>
          <a:off x="39" y="639117"/>
          <a:ext cx="3824671" cy="9662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0" i="0" kern="1200" dirty="0" err="1"/>
            <a:t>To</a:t>
          </a:r>
          <a:r>
            <a:rPr lang="tr-TR" sz="2200" b="0" i="0" kern="1200" dirty="0"/>
            <a:t> </a:t>
          </a:r>
          <a:r>
            <a:rPr lang="tr-TR" sz="2200" b="0" i="0" kern="1200" dirty="0" err="1"/>
            <a:t>copy</a:t>
          </a:r>
          <a:r>
            <a:rPr lang="tr-TR" sz="2200" b="0" i="0" kern="1200" dirty="0"/>
            <a:t> s</a:t>
          </a:r>
          <a:r>
            <a:rPr lang="en-US" sz="2200" b="0" i="0" kern="1200" dirty="0"/>
            <a:t>tyle</a:t>
          </a:r>
          <a:endParaRPr lang="en-US" sz="2200" kern="1200" dirty="0"/>
        </a:p>
      </dsp:txBody>
      <dsp:txXfrm>
        <a:off x="39" y="639117"/>
        <a:ext cx="3824671" cy="966240"/>
      </dsp:txXfrm>
    </dsp:sp>
    <dsp:sp modelId="{7D708473-78DE-4A4D-B706-45E896F7C9B5}">
      <dsp:nvSpPr>
        <dsp:cNvPr id="0" name=""/>
        <dsp:cNvSpPr/>
      </dsp:nvSpPr>
      <dsp:spPr>
        <a:xfrm>
          <a:off x="4360164" y="5516"/>
          <a:ext cx="3824671" cy="633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0" i="0" kern="1200" dirty="0" err="1"/>
            <a:t>What</a:t>
          </a:r>
          <a:r>
            <a:rPr lang="tr-TR" sz="2200" b="0" i="0" kern="1200" dirty="0"/>
            <a:t> is </a:t>
          </a:r>
          <a:r>
            <a:rPr lang="tr-TR" sz="2200" b="0" i="0" kern="1200" dirty="0" err="1"/>
            <a:t>copied</a:t>
          </a:r>
          <a:r>
            <a:rPr lang="tr-TR" sz="2200" b="0" i="0" kern="1200" dirty="0"/>
            <a:t>?</a:t>
          </a:r>
          <a:endParaRPr lang="en-US" sz="2200" b="0" i="0" kern="1200" dirty="0"/>
        </a:p>
      </dsp:txBody>
      <dsp:txXfrm>
        <a:off x="4360164" y="5516"/>
        <a:ext cx="3824671" cy="633600"/>
      </dsp:txXfrm>
    </dsp:sp>
    <dsp:sp modelId="{4FB2EDC9-1B42-4D48-94CD-4821862F58A6}">
      <dsp:nvSpPr>
        <dsp:cNvPr id="0" name=""/>
        <dsp:cNvSpPr/>
      </dsp:nvSpPr>
      <dsp:spPr>
        <a:xfrm>
          <a:off x="4360164" y="639117"/>
          <a:ext cx="3824671" cy="9662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0" i="0" kern="1200" dirty="0" err="1"/>
            <a:t>All</a:t>
          </a:r>
          <a:r>
            <a:rPr lang="tr-TR" sz="2200" b="0" i="0" kern="1200" dirty="0"/>
            <a:t> </a:t>
          </a:r>
          <a:r>
            <a:rPr lang="tr-TR" sz="2200" b="0" i="0" kern="1200" dirty="0" err="1"/>
            <a:t>styles</a:t>
          </a:r>
          <a:r>
            <a:rPr lang="tr-TR" sz="2200" b="0" i="0" kern="1200" dirty="0"/>
            <a:t> of </a:t>
          </a:r>
          <a:r>
            <a:rPr lang="tr-TR" sz="2200" b="0" i="0" kern="1200" dirty="0" err="1"/>
            <a:t>the</a:t>
          </a:r>
          <a:r>
            <a:rPr lang="tr-TR" sz="2200" b="0" i="0" kern="1200" dirty="0"/>
            <a:t> </a:t>
          </a:r>
          <a:r>
            <a:rPr lang="tr-TR" sz="2200" b="0" i="0" kern="1200" dirty="0" err="1"/>
            <a:t>source</a:t>
          </a:r>
          <a:endParaRPr lang="en-US" sz="2200" b="0" i="0" kern="1200" dirty="0"/>
        </a:p>
      </dsp:txBody>
      <dsp:txXfrm>
        <a:off x="4360164" y="639117"/>
        <a:ext cx="3824671" cy="96624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2557" y="33574"/>
          <a:ext cx="2493829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dirty="0"/>
            <a:t>Formula</a:t>
          </a:r>
          <a:endParaRPr lang="en-US" sz="1500" kern="1200" dirty="0"/>
        </a:p>
      </dsp:txBody>
      <dsp:txXfrm>
        <a:off x="2557" y="33574"/>
        <a:ext cx="2493829" cy="432000"/>
      </dsp:txXfrm>
    </dsp:sp>
    <dsp:sp modelId="{4FF7C416-F19C-4395-990B-6CB5CC392105}">
      <dsp:nvSpPr>
        <dsp:cNvPr id="0" name=""/>
        <dsp:cNvSpPr/>
      </dsp:nvSpPr>
      <dsp:spPr>
        <a:xfrm>
          <a:off x="2557" y="465574"/>
          <a:ext cx="2493829" cy="111172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/>
            <a:t>begin with an equal sign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can configure cells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to contain</a:t>
          </a:r>
          <a:r>
            <a:rPr lang="tr-TR" sz="1500" b="0" i="0" kern="1200" dirty="0"/>
            <a:t> </a:t>
          </a:r>
          <a:r>
            <a:rPr lang="en-US" sz="1500" b="0" i="0" kern="1200" dirty="0"/>
            <a:t>values calculated from other cells</a:t>
          </a:r>
          <a:endParaRPr lang="en-US" sz="1500" kern="1200" dirty="0"/>
        </a:p>
      </dsp:txBody>
      <dsp:txXfrm>
        <a:off x="2557" y="465574"/>
        <a:ext cx="2493829" cy="1111725"/>
      </dsp:txXfrm>
    </dsp:sp>
    <dsp:sp modelId="{07191609-E019-4A28-9163-36D5D2D99637}">
      <dsp:nvSpPr>
        <dsp:cNvPr id="0" name=""/>
        <dsp:cNvSpPr/>
      </dsp:nvSpPr>
      <dsp:spPr>
        <a:xfrm>
          <a:off x="2845523" y="33574"/>
          <a:ext cx="2493829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Text</a:t>
          </a:r>
          <a:r>
            <a:rPr lang="tr-TR" sz="1500" kern="1200" dirty="0"/>
            <a:t> </a:t>
          </a:r>
          <a:r>
            <a:rPr lang="tr-TR" sz="1500" kern="1200" dirty="0" err="1"/>
            <a:t>value</a:t>
          </a:r>
          <a:endParaRPr lang="en-US" sz="1500" kern="1200" dirty="0"/>
        </a:p>
      </dsp:txBody>
      <dsp:txXfrm>
        <a:off x="2845523" y="33574"/>
        <a:ext cx="2493829" cy="432000"/>
      </dsp:txXfrm>
    </dsp:sp>
    <dsp:sp modelId="{F0955D53-93C9-4910-89FF-F639696FDC94}">
      <dsp:nvSpPr>
        <dsp:cNvPr id="0" name=""/>
        <dsp:cNvSpPr/>
      </dsp:nvSpPr>
      <dsp:spPr>
        <a:xfrm>
          <a:off x="2845523" y="465574"/>
          <a:ext cx="2493829" cy="111172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 </a:t>
          </a:r>
          <a:r>
            <a:rPr lang="en-US" sz="1500" kern="1200" dirty="0"/>
            <a:t>formula is set just like any other text value in a cell</a:t>
          </a:r>
        </a:p>
      </dsp:txBody>
      <dsp:txXfrm>
        <a:off x="2845523" y="465574"/>
        <a:ext cx="2493829" cy="1111725"/>
      </dsp:txXfrm>
    </dsp:sp>
    <dsp:sp modelId="{48393A64-C4F0-4815-A49E-805D149BD789}">
      <dsp:nvSpPr>
        <dsp:cNvPr id="0" name=""/>
        <dsp:cNvSpPr/>
      </dsp:nvSpPr>
      <dsp:spPr>
        <a:xfrm>
          <a:off x="5688488" y="33574"/>
          <a:ext cx="2493829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Example</a:t>
          </a:r>
          <a:endParaRPr lang="en-US" sz="1500" kern="1200" dirty="0"/>
        </a:p>
      </dsp:txBody>
      <dsp:txXfrm>
        <a:off x="5688488" y="33574"/>
        <a:ext cx="2493829" cy="432000"/>
      </dsp:txXfrm>
    </dsp:sp>
    <dsp:sp modelId="{7624C9E0-FC24-48A6-B6EA-80D2247E4FCD}">
      <dsp:nvSpPr>
        <dsp:cNvPr id="0" name=""/>
        <dsp:cNvSpPr/>
      </dsp:nvSpPr>
      <dsp:spPr>
        <a:xfrm>
          <a:off x="5688488" y="465574"/>
          <a:ext cx="2493829" cy="111172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sheet['B9'] = '=SUM(B1:B8)'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store =SUM(B1:B8) as the value in cell B9</a:t>
          </a:r>
          <a:endParaRPr lang="en-US" sz="1500" kern="1200" dirty="0"/>
        </a:p>
      </dsp:txBody>
      <dsp:txXfrm>
        <a:off x="5688488" y="465574"/>
        <a:ext cx="2493829" cy="111172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39" y="43868"/>
          <a:ext cx="3824671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dirty="0"/>
            <a:t>Reading </a:t>
          </a:r>
          <a:r>
            <a:rPr lang="tr-TR" sz="1500" b="0" i="0" kern="1200" dirty="0" err="1"/>
            <a:t>the</a:t>
          </a:r>
          <a:r>
            <a:rPr lang="tr-TR" sz="1500" b="0" i="0" kern="1200" dirty="0"/>
            <a:t> </a:t>
          </a:r>
          <a:r>
            <a:rPr lang="tr-TR" sz="1500" b="0" i="0" kern="1200" dirty="0" err="1"/>
            <a:t>formula</a:t>
          </a:r>
          <a:endParaRPr lang="en-US" sz="1500" kern="1200" dirty="0"/>
        </a:p>
      </dsp:txBody>
      <dsp:txXfrm>
        <a:off x="39" y="43868"/>
        <a:ext cx="3824671" cy="432000"/>
      </dsp:txXfrm>
    </dsp:sp>
    <dsp:sp modelId="{4FF7C416-F19C-4395-990B-6CB5CC392105}">
      <dsp:nvSpPr>
        <dsp:cNvPr id="0" name=""/>
        <dsp:cNvSpPr/>
      </dsp:nvSpPr>
      <dsp:spPr>
        <a:xfrm>
          <a:off x="39" y="475868"/>
          <a:ext cx="3824671" cy="10911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You can also read the formula in a cell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just as any value</a:t>
          </a:r>
          <a:endParaRPr lang="en-US" sz="1500" kern="1200" dirty="0"/>
        </a:p>
      </dsp:txBody>
      <dsp:txXfrm>
        <a:off x="39" y="475868"/>
        <a:ext cx="3824671" cy="1091137"/>
      </dsp:txXfrm>
    </dsp:sp>
    <dsp:sp modelId="{7EF42BAB-BD6B-40F8-8A3F-09795DF6BCEB}">
      <dsp:nvSpPr>
        <dsp:cNvPr id="0" name=""/>
        <dsp:cNvSpPr/>
      </dsp:nvSpPr>
      <dsp:spPr>
        <a:xfrm>
          <a:off x="4360164" y="43868"/>
          <a:ext cx="3824671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data_only</a:t>
          </a:r>
          <a:r>
            <a:rPr lang="en-US" sz="1500" kern="1200" dirty="0"/>
            <a:t> keyword</a:t>
          </a:r>
        </a:p>
      </dsp:txBody>
      <dsp:txXfrm>
        <a:off x="4360164" y="43868"/>
        <a:ext cx="3824671" cy="432000"/>
      </dsp:txXfrm>
    </dsp:sp>
    <dsp:sp modelId="{9BAE23E5-A302-48F8-A2AC-79F22FC3D843}">
      <dsp:nvSpPr>
        <dsp:cNvPr id="0" name=""/>
        <dsp:cNvSpPr/>
      </dsp:nvSpPr>
      <dsp:spPr>
        <a:xfrm>
          <a:off x="4360164" y="475868"/>
          <a:ext cx="3824671" cy="10911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pass </a:t>
          </a:r>
          <a:r>
            <a:rPr lang="en-US" sz="1500" b="1" kern="1200" dirty="0"/>
            <a:t>True</a:t>
          </a:r>
          <a:r>
            <a:rPr lang="en-US" sz="1500" kern="1200" dirty="0"/>
            <a:t> for the</a:t>
          </a:r>
          <a:r>
            <a:rPr lang="tr-TR" sz="1500" kern="1200" dirty="0"/>
            <a:t> </a:t>
          </a:r>
          <a:r>
            <a:rPr lang="en-US" sz="1500" b="1" kern="1200" dirty="0" err="1"/>
            <a:t>data_only</a:t>
          </a:r>
          <a:r>
            <a:rPr lang="tr-TR" sz="1500" b="1" kern="1200" dirty="0"/>
            <a:t> </a:t>
          </a:r>
          <a:r>
            <a:rPr lang="tr-TR" sz="1500" kern="1200" dirty="0" err="1"/>
            <a:t>keyword</a:t>
          </a:r>
          <a:r>
            <a:rPr lang="tr-TR" sz="1500" kern="1200" dirty="0"/>
            <a:t> </a:t>
          </a:r>
          <a:r>
            <a:rPr lang="en-US" sz="1500" kern="1200" dirty="0"/>
            <a:t>argument to </a:t>
          </a:r>
          <a:r>
            <a:rPr lang="en-US" sz="1500" kern="1200" dirty="0" err="1"/>
            <a:t>load_workbook</a:t>
          </a:r>
          <a:r>
            <a:rPr lang="en-US" sz="1500" kern="1200" dirty="0"/>
            <a:t>()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to see the </a:t>
          </a:r>
          <a:r>
            <a:rPr lang="en-US" sz="1500" b="1" kern="1200" dirty="0"/>
            <a:t>result of the calculation</a:t>
          </a:r>
          <a:r>
            <a:rPr lang="en-US" sz="1500" kern="1200" dirty="0"/>
            <a:t> for the formula</a:t>
          </a:r>
        </a:p>
      </dsp:txBody>
      <dsp:txXfrm>
        <a:off x="4360164" y="475868"/>
        <a:ext cx="3824671" cy="109113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3077" y="199654"/>
          <a:ext cx="1850389" cy="230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800" b="0" i="0" kern="1200" dirty="0" err="1"/>
            <a:t>Adjusting</a:t>
          </a:r>
          <a:r>
            <a:rPr lang="tr-TR" sz="800" b="0" i="0" kern="1200" dirty="0"/>
            <a:t> </a:t>
          </a:r>
          <a:r>
            <a:rPr lang="tr-TR" sz="800" b="0" i="0" kern="1200" dirty="0" err="1"/>
            <a:t>cell</a:t>
          </a:r>
          <a:r>
            <a:rPr lang="tr-TR" sz="800" b="0" i="0" kern="1200" dirty="0"/>
            <a:t> size </a:t>
          </a:r>
          <a:r>
            <a:rPr lang="tr-TR" sz="800" b="0" i="0" kern="1200" dirty="0" err="1"/>
            <a:t>programmatically</a:t>
          </a:r>
          <a:endParaRPr lang="en-US" sz="800" kern="1200" dirty="0"/>
        </a:p>
      </dsp:txBody>
      <dsp:txXfrm>
        <a:off x="3077" y="199654"/>
        <a:ext cx="1850389" cy="230400"/>
      </dsp:txXfrm>
    </dsp:sp>
    <dsp:sp modelId="{4FF7C416-F19C-4395-990B-6CB5CC392105}">
      <dsp:nvSpPr>
        <dsp:cNvPr id="0" name=""/>
        <dsp:cNvSpPr/>
      </dsp:nvSpPr>
      <dsp:spPr>
        <a:xfrm>
          <a:off x="3077" y="430054"/>
          <a:ext cx="1850389" cy="98116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i="0" kern="1200"/>
            <a:t>write </a:t>
          </a:r>
          <a:r>
            <a:rPr lang="en-US" sz="800" b="0" i="0" kern="1200" dirty="0"/>
            <a:t>a Python</a:t>
          </a:r>
          <a:r>
            <a:rPr lang="tr-TR" sz="800" b="0" i="0" kern="1200" dirty="0"/>
            <a:t> </a:t>
          </a:r>
          <a:r>
            <a:rPr lang="en-US" sz="800" b="0" i="0" kern="1200" dirty="0"/>
            <a:t>program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800" kern="1200" dirty="0" err="1"/>
            <a:t>to</a:t>
          </a:r>
          <a:r>
            <a:rPr lang="tr-TR" sz="800" kern="1200" dirty="0"/>
            <a:t> </a:t>
          </a:r>
          <a:r>
            <a:rPr lang="en-US" sz="800" kern="1200" dirty="0"/>
            <a:t>set a row</a:t>
          </a:r>
          <a:r>
            <a:rPr lang="tr-TR" sz="800" kern="1200" dirty="0"/>
            <a:t> </a:t>
          </a:r>
          <a:r>
            <a:rPr lang="en-US" sz="800" kern="1200" dirty="0"/>
            <a:t>or column’s size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based on cells’ contents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in a</a:t>
          </a:r>
          <a:r>
            <a:rPr lang="tr-TR" sz="800" kern="1200" dirty="0"/>
            <a:t> </a:t>
          </a:r>
          <a:r>
            <a:rPr lang="en-US" sz="800" kern="1200" dirty="0"/>
            <a:t>large number of spreadsheet files</a:t>
          </a:r>
        </a:p>
      </dsp:txBody>
      <dsp:txXfrm>
        <a:off x="3077" y="430054"/>
        <a:ext cx="1850389" cy="981165"/>
      </dsp:txXfrm>
    </dsp:sp>
    <dsp:sp modelId="{8D3B2B79-1E22-489D-A32B-C81C1D3B114B}">
      <dsp:nvSpPr>
        <dsp:cNvPr id="0" name=""/>
        <dsp:cNvSpPr/>
      </dsp:nvSpPr>
      <dsp:spPr>
        <a:xfrm>
          <a:off x="2112521" y="199654"/>
          <a:ext cx="1850389" cy="230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800" kern="1200" dirty="0"/>
            <a:t>Control</a:t>
          </a:r>
          <a:endParaRPr lang="en-US" sz="800" kern="1200" dirty="0"/>
        </a:p>
      </dsp:txBody>
      <dsp:txXfrm>
        <a:off x="2112521" y="199654"/>
        <a:ext cx="1850389" cy="230400"/>
      </dsp:txXfrm>
    </dsp:sp>
    <dsp:sp modelId="{8EBBDEE3-0181-4C89-8DB4-652C5901102E}">
      <dsp:nvSpPr>
        <dsp:cNvPr id="0" name=""/>
        <dsp:cNvSpPr/>
      </dsp:nvSpPr>
      <dsp:spPr>
        <a:xfrm>
          <a:off x="2112521" y="430054"/>
          <a:ext cx="1850389" cy="98116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row heights</a:t>
          </a:r>
          <a:r>
            <a:rPr lang="tr-TR" sz="800" kern="1200" dirty="0"/>
            <a:t> &amp; </a:t>
          </a:r>
          <a:r>
            <a:rPr lang="en-US" sz="800" kern="1200" dirty="0"/>
            <a:t>column widths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800" kern="1200" dirty="0"/>
            <a:t>Set </a:t>
          </a:r>
          <a:r>
            <a:rPr lang="tr-TR" sz="800" kern="1200" dirty="0" err="1"/>
            <a:t>the</a:t>
          </a:r>
          <a:r>
            <a:rPr lang="tr-TR" sz="800" kern="1200" dirty="0"/>
            <a:t> </a:t>
          </a:r>
          <a:r>
            <a:rPr lang="tr-TR" sz="800" kern="1200" dirty="0" err="1"/>
            <a:t>attributes</a:t>
          </a:r>
          <a:r>
            <a:rPr lang="tr-TR" sz="800" kern="1200" dirty="0"/>
            <a:t>: </a:t>
          </a:r>
          <a:r>
            <a:rPr lang="en-US" sz="800" b="1" kern="1200" dirty="0" err="1"/>
            <a:t>row_dimensions</a:t>
          </a:r>
          <a:r>
            <a:rPr lang="tr-TR" sz="800" b="1" kern="1200" dirty="0"/>
            <a:t>  </a:t>
          </a:r>
          <a:r>
            <a:rPr lang="en-US" sz="800" b="1" kern="1200" dirty="0" err="1"/>
            <a:t>column_dimensions</a:t>
          </a:r>
          <a:endParaRPr lang="en-US" sz="800" kern="1200" dirty="0"/>
        </a:p>
      </dsp:txBody>
      <dsp:txXfrm>
        <a:off x="2112521" y="430054"/>
        <a:ext cx="1850389" cy="981165"/>
      </dsp:txXfrm>
    </dsp:sp>
    <dsp:sp modelId="{407F52EB-7510-4E8D-A879-95F36AA1D6E4}">
      <dsp:nvSpPr>
        <dsp:cNvPr id="0" name=""/>
        <dsp:cNvSpPr/>
      </dsp:nvSpPr>
      <dsp:spPr>
        <a:xfrm>
          <a:off x="4221965" y="199654"/>
          <a:ext cx="1850389" cy="230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The row height</a:t>
          </a:r>
        </a:p>
      </dsp:txBody>
      <dsp:txXfrm>
        <a:off x="4221965" y="199654"/>
        <a:ext cx="1850389" cy="230400"/>
      </dsp:txXfrm>
    </dsp:sp>
    <dsp:sp modelId="{73D7BC1D-34B3-47AC-B117-420433C8E136}">
      <dsp:nvSpPr>
        <dsp:cNvPr id="0" name=""/>
        <dsp:cNvSpPr/>
      </dsp:nvSpPr>
      <dsp:spPr>
        <a:xfrm>
          <a:off x="4221965" y="430054"/>
          <a:ext cx="1850389" cy="98116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set to an integer or float value between 0 and 409. 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represents </a:t>
          </a:r>
          <a:r>
            <a:rPr lang="en-US" sz="800" kern="1200" dirty="0"/>
            <a:t>the</a:t>
          </a:r>
          <a:r>
            <a:rPr lang="tr-TR" sz="800" kern="1200" dirty="0"/>
            <a:t> </a:t>
          </a:r>
          <a:r>
            <a:rPr lang="en-US" sz="800" kern="1200" dirty="0"/>
            <a:t>height measured in points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one point equals 1/72 of an inch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The</a:t>
          </a:r>
          <a:r>
            <a:rPr lang="tr-TR" sz="800" kern="1200"/>
            <a:t> </a:t>
          </a:r>
          <a:r>
            <a:rPr lang="en-US" sz="800" kern="1200"/>
            <a:t>default</a:t>
          </a:r>
          <a:r>
            <a:rPr lang="tr-TR" sz="800" kern="1200"/>
            <a:t> </a:t>
          </a:r>
          <a:r>
            <a:rPr lang="en-US" sz="800" kern="1200"/>
            <a:t>row height is 12.75</a:t>
          </a:r>
          <a:endParaRPr lang="en-US" sz="800" kern="1200" dirty="0"/>
        </a:p>
      </dsp:txBody>
      <dsp:txXfrm>
        <a:off x="4221965" y="430054"/>
        <a:ext cx="1850389" cy="981165"/>
      </dsp:txXfrm>
    </dsp:sp>
    <dsp:sp modelId="{9BB5A924-DAEA-489F-9226-C295495C15CE}">
      <dsp:nvSpPr>
        <dsp:cNvPr id="0" name=""/>
        <dsp:cNvSpPr/>
      </dsp:nvSpPr>
      <dsp:spPr>
        <a:xfrm>
          <a:off x="6331409" y="199654"/>
          <a:ext cx="1850389" cy="230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column width</a:t>
          </a:r>
        </a:p>
      </dsp:txBody>
      <dsp:txXfrm>
        <a:off x="6331409" y="199654"/>
        <a:ext cx="1850389" cy="230400"/>
      </dsp:txXfrm>
    </dsp:sp>
    <dsp:sp modelId="{F6DBA983-7853-429D-9546-36B779D1787A}">
      <dsp:nvSpPr>
        <dsp:cNvPr id="0" name=""/>
        <dsp:cNvSpPr/>
      </dsp:nvSpPr>
      <dsp:spPr>
        <a:xfrm>
          <a:off x="6331409" y="430054"/>
          <a:ext cx="1850389" cy="98116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can be set to an integer or</a:t>
          </a:r>
          <a:r>
            <a:rPr lang="tr-TR" sz="800" kern="1200" dirty="0"/>
            <a:t> </a:t>
          </a:r>
          <a:r>
            <a:rPr lang="en-US" sz="800" kern="1200" dirty="0"/>
            <a:t>float value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between 0 and 255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represents the number of characters</a:t>
          </a:r>
          <a:r>
            <a:rPr lang="tr-TR" sz="800" kern="1200" dirty="0"/>
            <a:t> </a:t>
          </a:r>
          <a:r>
            <a:rPr lang="en-US" sz="800" kern="1200" dirty="0"/>
            <a:t>at the default font size (11 point)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that </a:t>
          </a:r>
          <a:r>
            <a:rPr lang="en-US" sz="800" kern="1200" dirty="0"/>
            <a:t>can be displayed in the cell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The</a:t>
          </a:r>
          <a:r>
            <a:rPr lang="tr-TR" sz="800" kern="1200" dirty="0"/>
            <a:t> </a:t>
          </a:r>
          <a:r>
            <a:rPr lang="en-US" sz="800" kern="1200" dirty="0"/>
            <a:t>default</a:t>
          </a:r>
          <a:r>
            <a:rPr lang="tr-TR" sz="800" kern="1200" dirty="0"/>
            <a:t> </a:t>
          </a:r>
          <a:r>
            <a:rPr lang="en-US" sz="800" kern="1200" dirty="0"/>
            <a:t>column width is 8.43 characters</a:t>
          </a:r>
        </a:p>
      </dsp:txBody>
      <dsp:txXfrm>
        <a:off x="6331409" y="430054"/>
        <a:ext cx="1850389" cy="98116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2557" y="223676"/>
          <a:ext cx="2493829" cy="460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0" i="0" kern="1200" dirty="0" err="1"/>
            <a:t>To</a:t>
          </a:r>
          <a:r>
            <a:rPr lang="tr-TR" sz="1600" b="0" i="0" kern="1200" dirty="0"/>
            <a:t> </a:t>
          </a:r>
          <a:r>
            <a:rPr lang="tr-TR" sz="1600" b="0" i="0" kern="1200" dirty="0" err="1"/>
            <a:t>merge</a:t>
          </a:r>
          <a:endParaRPr lang="en-US" sz="1600" kern="1200" dirty="0"/>
        </a:p>
      </dsp:txBody>
      <dsp:txXfrm>
        <a:off x="2557" y="223676"/>
        <a:ext cx="2493829" cy="460800"/>
      </dsp:txXfrm>
    </dsp:sp>
    <dsp:sp modelId="{4FF7C416-F19C-4395-990B-6CB5CC392105}">
      <dsp:nvSpPr>
        <dsp:cNvPr id="0" name=""/>
        <dsp:cNvSpPr/>
      </dsp:nvSpPr>
      <dsp:spPr>
        <a:xfrm>
          <a:off x="2557" y="684477"/>
          <a:ext cx="2493829" cy="70272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600" b="0" i="0" kern="1200"/>
            <a:t>a</a:t>
          </a:r>
          <a:r>
            <a:rPr lang="en-US" sz="1600" b="0" i="0" kern="1200"/>
            <a:t> </a:t>
          </a:r>
          <a:r>
            <a:rPr lang="en-US" sz="1600" b="0" i="0" kern="1200" dirty="0"/>
            <a:t>rectangular area of cells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into a single cell with the</a:t>
          </a:r>
          <a:endParaRPr lang="en-US" sz="1600" kern="1200" dirty="0"/>
        </a:p>
      </dsp:txBody>
      <dsp:txXfrm>
        <a:off x="2557" y="684477"/>
        <a:ext cx="2493829" cy="702720"/>
      </dsp:txXfrm>
    </dsp:sp>
    <dsp:sp modelId="{9B34B996-8D3F-4CB0-A52C-EEE8F988B29B}">
      <dsp:nvSpPr>
        <dsp:cNvPr id="0" name=""/>
        <dsp:cNvSpPr/>
      </dsp:nvSpPr>
      <dsp:spPr>
        <a:xfrm>
          <a:off x="2845523" y="223676"/>
          <a:ext cx="2493829" cy="460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0" i="0" kern="1200" dirty="0"/>
            <a:t>Call</a:t>
          </a:r>
          <a:endParaRPr lang="en-US" sz="1600" b="0" i="0" kern="1200" dirty="0"/>
        </a:p>
      </dsp:txBody>
      <dsp:txXfrm>
        <a:off x="2845523" y="223676"/>
        <a:ext cx="2493829" cy="460800"/>
      </dsp:txXfrm>
    </dsp:sp>
    <dsp:sp modelId="{C9FE49E2-7C05-4AC8-A96E-D37262E8499D}">
      <dsp:nvSpPr>
        <dsp:cNvPr id="0" name=""/>
        <dsp:cNvSpPr/>
      </dsp:nvSpPr>
      <dsp:spPr>
        <a:xfrm>
          <a:off x="2845523" y="684477"/>
          <a:ext cx="2493829" cy="70272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 err="1"/>
            <a:t>merge_cells</a:t>
          </a:r>
          <a:r>
            <a:rPr lang="en-US" sz="1600" b="0" i="0" kern="1200" dirty="0"/>
            <a:t>() sheet method</a:t>
          </a:r>
        </a:p>
      </dsp:txBody>
      <dsp:txXfrm>
        <a:off x="2845523" y="684477"/>
        <a:ext cx="2493829" cy="702720"/>
      </dsp:txXfrm>
    </dsp:sp>
    <dsp:sp modelId="{25244007-86E5-453C-BBA5-4B6FB8D8C04C}">
      <dsp:nvSpPr>
        <dsp:cNvPr id="0" name=""/>
        <dsp:cNvSpPr/>
      </dsp:nvSpPr>
      <dsp:spPr>
        <a:xfrm>
          <a:off x="5688488" y="223676"/>
          <a:ext cx="2493829" cy="460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0" i="0" kern="1200" dirty="0" err="1"/>
            <a:t>The</a:t>
          </a:r>
          <a:r>
            <a:rPr lang="tr-TR" sz="1600" b="0" i="0" kern="1200" dirty="0"/>
            <a:t> </a:t>
          </a:r>
          <a:r>
            <a:rPr lang="en-US" sz="1600" b="0" i="0" kern="1200" dirty="0"/>
            <a:t>value</a:t>
          </a:r>
        </a:p>
      </dsp:txBody>
      <dsp:txXfrm>
        <a:off x="5688488" y="223676"/>
        <a:ext cx="2493829" cy="460800"/>
      </dsp:txXfrm>
    </dsp:sp>
    <dsp:sp modelId="{A945D9A4-05ED-490C-9547-1A96AEED31FE}">
      <dsp:nvSpPr>
        <dsp:cNvPr id="0" name=""/>
        <dsp:cNvSpPr/>
      </dsp:nvSpPr>
      <dsp:spPr>
        <a:xfrm>
          <a:off x="5688488" y="684477"/>
          <a:ext cx="2493829" cy="70272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the </a:t>
          </a:r>
          <a:r>
            <a:rPr lang="tr-TR" sz="1600" b="0" i="0" kern="1200" dirty="0" err="1"/>
            <a:t>value</a:t>
          </a:r>
          <a:r>
            <a:rPr lang="tr-TR" sz="1600" b="0" i="0" kern="1200" dirty="0"/>
            <a:t> of </a:t>
          </a:r>
          <a:r>
            <a:rPr lang="tr-TR" sz="1600" b="0" i="0" kern="1200" dirty="0" err="1"/>
            <a:t>the</a:t>
          </a:r>
          <a:r>
            <a:rPr lang="tr-TR" sz="1600" b="0" i="0" kern="1200" dirty="0"/>
            <a:t> </a:t>
          </a:r>
          <a:r>
            <a:rPr lang="en-US" sz="1600" b="0" i="0" kern="1200" dirty="0"/>
            <a:t>top-left cell of the merged group</a:t>
          </a:r>
        </a:p>
      </dsp:txBody>
      <dsp:txXfrm>
        <a:off x="5688488" y="684477"/>
        <a:ext cx="2493829" cy="70272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39" y="5516"/>
          <a:ext cx="3824671" cy="633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0" i="0" kern="1200" dirty="0" err="1"/>
            <a:t>To</a:t>
          </a:r>
          <a:r>
            <a:rPr lang="tr-TR" sz="2200" b="0" i="0" kern="1200" dirty="0"/>
            <a:t> </a:t>
          </a:r>
          <a:r>
            <a:rPr lang="tr-TR" sz="2200" b="0" i="0" kern="1200" dirty="0" err="1"/>
            <a:t>unmerge</a:t>
          </a:r>
          <a:endParaRPr lang="en-US" sz="2200" kern="1200" dirty="0"/>
        </a:p>
      </dsp:txBody>
      <dsp:txXfrm>
        <a:off x="39" y="5516"/>
        <a:ext cx="3824671" cy="633600"/>
      </dsp:txXfrm>
    </dsp:sp>
    <dsp:sp modelId="{4FF7C416-F19C-4395-990B-6CB5CC392105}">
      <dsp:nvSpPr>
        <dsp:cNvPr id="0" name=""/>
        <dsp:cNvSpPr/>
      </dsp:nvSpPr>
      <dsp:spPr>
        <a:xfrm>
          <a:off x="39" y="639117"/>
          <a:ext cx="3824671" cy="9662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call the</a:t>
          </a:r>
          <a:r>
            <a:rPr lang="tr-TR" sz="2200" kern="1200" dirty="0"/>
            <a:t> </a:t>
          </a:r>
          <a:r>
            <a:rPr lang="en-US" sz="2200" kern="1200" dirty="0"/>
            <a:t>sheet method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unmerge_cells</a:t>
          </a:r>
          <a:r>
            <a:rPr lang="en-US" sz="2200" kern="1200" dirty="0"/>
            <a:t>()</a:t>
          </a:r>
        </a:p>
      </dsp:txBody>
      <dsp:txXfrm>
        <a:off x="39" y="639117"/>
        <a:ext cx="3824671" cy="966240"/>
      </dsp:txXfrm>
    </dsp:sp>
    <dsp:sp modelId="{0926B42C-A686-4763-B8F3-4949BA29CD53}">
      <dsp:nvSpPr>
        <dsp:cNvPr id="0" name=""/>
        <dsp:cNvSpPr/>
      </dsp:nvSpPr>
      <dsp:spPr>
        <a:xfrm>
          <a:off x="4360164" y="5516"/>
          <a:ext cx="3824671" cy="633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 err="1"/>
            <a:t>Restoration</a:t>
          </a:r>
          <a:endParaRPr lang="en-US" sz="2200" kern="1200" dirty="0"/>
        </a:p>
      </dsp:txBody>
      <dsp:txXfrm>
        <a:off x="4360164" y="5516"/>
        <a:ext cx="3824671" cy="633600"/>
      </dsp:txXfrm>
    </dsp:sp>
    <dsp:sp modelId="{C4ADB074-E5EE-4B3C-9B0B-D3CC09303CD0}">
      <dsp:nvSpPr>
        <dsp:cNvPr id="0" name=""/>
        <dsp:cNvSpPr/>
      </dsp:nvSpPr>
      <dsp:spPr>
        <a:xfrm>
          <a:off x="4360164" y="639117"/>
          <a:ext cx="3824671" cy="9662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</a:t>
          </a:r>
          <a:r>
            <a:rPr lang="en-US" sz="2200" kern="1200" dirty="0"/>
            <a:t>merged cells </a:t>
          </a:r>
          <a:r>
            <a:rPr lang="tr-TR" sz="2200" kern="1200" dirty="0" err="1"/>
            <a:t>will</a:t>
          </a:r>
          <a:r>
            <a:rPr lang="tr-TR" sz="2200" kern="1200" dirty="0"/>
            <a:t> </a:t>
          </a:r>
          <a:r>
            <a:rPr lang="tr-TR" sz="2200" kern="1200" dirty="0" err="1"/>
            <a:t>go</a:t>
          </a:r>
          <a:r>
            <a:rPr lang="tr-TR" sz="2200" kern="1200" dirty="0"/>
            <a:t> </a:t>
          </a:r>
          <a:r>
            <a:rPr lang="en-US" sz="2200" kern="1200" dirty="0"/>
            <a:t>back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to </a:t>
          </a:r>
          <a:r>
            <a:rPr lang="en-US" sz="2200" kern="1200" dirty="0"/>
            <a:t>being individual cells</a:t>
          </a:r>
        </a:p>
      </dsp:txBody>
      <dsp:txXfrm>
        <a:off x="4360164" y="639117"/>
        <a:ext cx="3824671" cy="96624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2557" y="23246"/>
          <a:ext cx="2493829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freeze panes</a:t>
          </a:r>
          <a:endParaRPr lang="en-US" sz="1200" kern="1200" dirty="0"/>
        </a:p>
      </dsp:txBody>
      <dsp:txXfrm>
        <a:off x="2557" y="23246"/>
        <a:ext cx="2493829" cy="345600"/>
      </dsp:txXfrm>
    </dsp:sp>
    <dsp:sp modelId="{4FF7C416-F19C-4395-990B-6CB5CC392105}">
      <dsp:nvSpPr>
        <dsp:cNvPr id="0" name=""/>
        <dsp:cNvSpPr/>
      </dsp:nvSpPr>
      <dsp:spPr>
        <a:xfrm>
          <a:off x="2557" y="368847"/>
          <a:ext cx="2493829" cy="121877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“</a:t>
          </a:r>
          <a:r>
            <a:rPr lang="en-US" sz="1200" b="0" i="0" kern="1200" dirty="0"/>
            <a:t>freeze”</a:t>
          </a:r>
          <a:r>
            <a:rPr lang="tr-TR" sz="1200" b="0" i="0" kern="1200" dirty="0"/>
            <a:t> </a:t>
          </a:r>
          <a:r>
            <a:rPr lang="en-US" sz="1200" b="0" i="0" kern="1200" dirty="0"/>
            <a:t>a few of the top rows or leftmost columns onscreen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Frozen column or</a:t>
          </a:r>
          <a:r>
            <a:rPr lang="tr-TR" sz="1200" kern="1200" dirty="0"/>
            <a:t> </a:t>
          </a:r>
          <a:r>
            <a:rPr lang="en-US" sz="1200" kern="1200" dirty="0"/>
            <a:t>row headers, for example, are always visible to the user even as they scroll</a:t>
          </a:r>
          <a:r>
            <a:rPr lang="tr-TR" sz="1200" kern="1200" dirty="0"/>
            <a:t> </a:t>
          </a:r>
          <a:r>
            <a:rPr lang="en-US" sz="1200" kern="1200" dirty="0"/>
            <a:t>through the spreadsheet.</a:t>
          </a:r>
        </a:p>
      </dsp:txBody>
      <dsp:txXfrm>
        <a:off x="2557" y="368847"/>
        <a:ext cx="2493829" cy="1218779"/>
      </dsp:txXfrm>
    </dsp:sp>
    <dsp:sp modelId="{BEC07E7A-2063-4086-9010-48B70712E4CC}">
      <dsp:nvSpPr>
        <dsp:cNvPr id="0" name=""/>
        <dsp:cNvSpPr/>
      </dsp:nvSpPr>
      <dsp:spPr>
        <a:xfrm>
          <a:off x="2845523" y="23246"/>
          <a:ext cx="2493829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freeze_panes</a:t>
          </a:r>
          <a:r>
            <a:rPr lang="en-US" sz="1200" kern="1200" dirty="0"/>
            <a:t> attribute</a:t>
          </a:r>
        </a:p>
      </dsp:txBody>
      <dsp:txXfrm>
        <a:off x="2845523" y="23246"/>
        <a:ext cx="2493829" cy="345600"/>
      </dsp:txXfrm>
    </dsp:sp>
    <dsp:sp modelId="{D74160C1-9F45-44DF-BD18-DEA546EA200E}">
      <dsp:nvSpPr>
        <dsp:cNvPr id="0" name=""/>
        <dsp:cNvSpPr/>
      </dsp:nvSpPr>
      <dsp:spPr>
        <a:xfrm>
          <a:off x="2845523" y="368847"/>
          <a:ext cx="2493829" cy="121877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200" kern="1200" dirty="0" err="1"/>
            <a:t>To</a:t>
          </a:r>
          <a:r>
            <a:rPr lang="tr-TR" sz="1200" kern="1200" dirty="0"/>
            <a:t> </a:t>
          </a:r>
          <a:r>
            <a:rPr lang="en-US" sz="1200" kern="1200" dirty="0"/>
            <a:t>set to a Cell</a:t>
          </a:r>
          <a:r>
            <a:rPr lang="tr-TR" sz="1200" kern="1200" dirty="0"/>
            <a:t> </a:t>
          </a:r>
          <a:r>
            <a:rPr lang="en-US" sz="1200" kern="1200" dirty="0"/>
            <a:t>object or a string of a cell’s coordinates</a:t>
          </a:r>
        </a:p>
      </dsp:txBody>
      <dsp:txXfrm>
        <a:off x="2845523" y="368847"/>
        <a:ext cx="2493829" cy="1218779"/>
      </dsp:txXfrm>
    </dsp:sp>
    <dsp:sp modelId="{2AD5748B-6535-4324-A508-9896EB04B6E7}">
      <dsp:nvSpPr>
        <dsp:cNvPr id="0" name=""/>
        <dsp:cNvSpPr/>
      </dsp:nvSpPr>
      <dsp:spPr>
        <a:xfrm>
          <a:off x="5688488" y="23246"/>
          <a:ext cx="2493829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unfreeze all panes</a:t>
          </a:r>
        </a:p>
      </dsp:txBody>
      <dsp:txXfrm>
        <a:off x="5688488" y="23246"/>
        <a:ext cx="2493829" cy="345600"/>
      </dsp:txXfrm>
    </dsp:sp>
    <dsp:sp modelId="{C663E515-E1B2-44D5-87EA-B04EE277EBA7}">
      <dsp:nvSpPr>
        <dsp:cNvPr id="0" name=""/>
        <dsp:cNvSpPr/>
      </dsp:nvSpPr>
      <dsp:spPr>
        <a:xfrm>
          <a:off x="5688488" y="368847"/>
          <a:ext cx="2493829" cy="121877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set </a:t>
          </a:r>
          <a:r>
            <a:rPr lang="en-US" sz="1200" b="1" kern="1200" dirty="0" err="1"/>
            <a:t>freeze_panes</a:t>
          </a:r>
          <a:r>
            <a:rPr lang="en-US" sz="1200" b="1" kern="1200" dirty="0"/>
            <a:t> </a:t>
          </a:r>
          <a:r>
            <a:rPr lang="en-US" sz="1200" kern="1200" dirty="0"/>
            <a:t>to </a:t>
          </a:r>
          <a:r>
            <a:rPr lang="en-US" sz="1200" b="1" kern="1200" dirty="0"/>
            <a:t>None</a:t>
          </a:r>
          <a:r>
            <a:rPr lang="en-US" sz="1200" kern="1200" dirty="0"/>
            <a:t> or 'A1'.</a:t>
          </a:r>
        </a:p>
      </dsp:txBody>
      <dsp:txXfrm>
        <a:off x="5688488" y="368847"/>
        <a:ext cx="2493829" cy="121877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2B373-C22C-4623-A940-5E4008873F14}">
      <dsp:nvSpPr>
        <dsp:cNvPr id="0" name=""/>
        <dsp:cNvSpPr/>
      </dsp:nvSpPr>
      <dsp:spPr>
        <a:xfrm>
          <a:off x="2386" y="0"/>
          <a:ext cx="3200439" cy="4320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 err="1"/>
            <a:t>Unfreze</a:t>
          </a:r>
          <a:endParaRPr lang="en-US" sz="1800" kern="1200" dirty="0"/>
        </a:p>
      </dsp:txBody>
      <dsp:txXfrm>
        <a:off x="15039" y="12653"/>
        <a:ext cx="3175133" cy="406694"/>
      </dsp:txXfrm>
    </dsp:sp>
    <dsp:sp modelId="{56FA175C-5D98-43E5-AC3E-A88CD542DEDA}">
      <dsp:nvSpPr>
        <dsp:cNvPr id="0" name=""/>
        <dsp:cNvSpPr/>
      </dsp:nvSpPr>
      <dsp:spPr>
        <a:xfrm>
          <a:off x="3740500" y="0"/>
          <a:ext cx="3200439" cy="4320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Freeze</a:t>
          </a:r>
          <a:endParaRPr lang="en-US" sz="1800" kern="1200" dirty="0"/>
        </a:p>
      </dsp:txBody>
      <dsp:txXfrm>
        <a:off x="3753153" y="12653"/>
        <a:ext cx="3175133" cy="40669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DC230-AECB-46AE-96D6-7658DC275EDB}">
      <dsp:nvSpPr>
        <dsp:cNvPr id="0" name=""/>
        <dsp:cNvSpPr/>
      </dsp:nvSpPr>
      <dsp:spPr>
        <a:xfrm>
          <a:off x="39" y="12986"/>
          <a:ext cx="3824671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 err="1"/>
            <a:t>OpenPyXL</a:t>
          </a:r>
          <a:r>
            <a:rPr lang="en-US" sz="1500" b="0" i="0" kern="1200" dirty="0"/>
            <a:t> supports </a:t>
          </a:r>
          <a:r>
            <a:rPr lang="tr-TR" sz="1500" b="0" i="0" kern="1200" dirty="0" err="1"/>
            <a:t>charts</a:t>
          </a:r>
          <a:endParaRPr lang="en-US" sz="1500" kern="1200" dirty="0"/>
        </a:p>
      </dsp:txBody>
      <dsp:txXfrm>
        <a:off x="39" y="12986"/>
        <a:ext cx="3824671" cy="432000"/>
      </dsp:txXfrm>
    </dsp:sp>
    <dsp:sp modelId="{4FF7C416-F19C-4395-990B-6CB5CC392105}">
      <dsp:nvSpPr>
        <dsp:cNvPr id="0" name=""/>
        <dsp:cNvSpPr/>
      </dsp:nvSpPr>
      <dsp:spPr>
        <a:xfrm>
          <a:off x="39" y="444986"/>
          <a:ext cx="3824671" cy="11529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Bar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Line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Scatter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pie charts</a:t>
          </a:r>
          <a:endParaRPr lang="en-US" sz="1500" kern="1200" dirty="0"/>
        </a:p>
      </dsp:txBody>
      <dsp:txXfrm>
        <a:off x="39" y="444986"/>
        <a:ext cx="3824671" cy="1152900"/>
      </dsp:txXfrm>
    </dsp:sp>
    <dsp:sp modelId="{D3562F26-3E9C-4E20-A67B-1D78D376A7DD}">
      <dsp:nvSpPr>
        <dsp:cNvPr id="0" name=""/>
        <dsp:cNvSpPr/>
      </dsp:nvSpPr>
      <dsp:spPr>
        <a:xfrm>
          <a:off x="4360164" y="12986"/>
          <a:ext cx="3824671" cy="43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dirty="0"/>
            <a:t>Data </a:t>
          </a:r>
          <a:r>
            <a:rPr lang="tr-TR" sz="1500" b="0" i="0" kern="1200" dirty="0" err="1"/>
            <a:t>source</a:t>
          </a:r>
          <a:endParaRPr lang="en-US" sz="1500" kern="1200" dirty="0"/>
        </a:p>
      </dsp:txBody>
      <dsp:txXfrm>
        <a:off x="4360164" y="12986"/>
        <a:ext cx="3824671" cy="432000"/>
      </dsp:txXfrm>
    </dsp:sp>
    <dsp:sp modelId="{FCA65FED-3077-4DB6-AEA9-7ACC99BDF9FE}">
      <dsp:nvSpPr>
        <dsp:cNvPr id="0" name=""/>
        <dsp:cNvSpPr/>
      </dsp:nvSpPr>
      <dsp:spPr>
        <a:xfrm>
          <a:off x="4360164" y="444986"/>
          <a:ext cx="3824671" cy="11529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Using</a:t>
          </a:r>
          <a:r>
            <a:rPr lang="tr-TR" sz="1500" b="0" i="0" kern="1200" dirty="0"/>
            <a:t> </a:t>
          </a:r>
          <a:r>
            <a:rPr lang="en-US" sz="1500" b="0" i="0" kern="1200" dirty="0"/>
            <a:t>the</a:t>
          </a:r>
          <a:r>
            <a:rPr lang="tr-TR" sz="1500" b="0" i="0" kern="1200" dirty="0"/>
            <a:t> </a:t>
          </a:r>
          <a:r>
            <a:rPr lang="en-US" sz="1500" b="0" i="0" kern="1200" dirty="0"/>
            <a:t>data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in a sheet’s cells</a:t>
          </a:r>
          <a:endParaRPr lang="en-US" sz="1500" kern="1200" dirty="0"/>
        </a:p>
      </dsp:txBody>
      <dsp:txXfrm>
        <a:off x="4360164" y="444986"/>
        <a:ext cx="3824671" cy="115290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C2E8A9-7939-4E67-B28E-A4DB30E17045}">
      <dsp:nvSpPr>
        <dsp:cNvPr id="0" name=""/>
        <dsp:cNvSpPr/>
      </dsp:nvSpPr>
      <dsp:spPr>
        <a:xfrm>
          <a:off x="3610" y="650542"/>
          <a:ext cx="1578689" cy="947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1. </a:t>
          </a:r>
          <a:r>
            <a:rPr lang="en-US" sz="1400" kern="1200" dirty="0"/>
            <a:t>Create a Reference object from a rectangular selection of cells.</a:t>
          </a:r>
        </a:p>
      </dsp:txBody>
      <dsp:txXfrm>
        <a:off x="31353" y="678285"/>
        <a:ext cx="1523203" cy="891727"/>
      </dsp:txXfrm>
    </dsp:sp>
    <dsp:sp modelId="{31792ECA-F8E7-477C-8646-E40117D1E615}">
      <dsp:nvSpPr>
        <dsp:cNvPr id="0" name=""/>
        <dsp:cNvSpPr/>
      </dsp:nvSpPr>
      <dsp:spPr>
        <a:xfrm>
          <a:off x="1721224" y="928391"/>
          <a:ext cx="334682" cy="3915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721224" y="1006694"/>
        <a:ext cx="234277" cy="234908"/>
      </dsp:txXfrm>
    </dsp:sp>
    <dsp:sp modelId="{EA8FA052-7047-459D-A5A6-F6AFA8A89EE0}">
      <dsp:nvSpPr>
        <dsp:cNvPr id="0" name=""/>
        <dsp:cNvSpPr/>
      </dsp:nvSpPr>
      <dsp:spPr>
        <a:xfrm>
          <a:off x="2213775" y="650542"/>
          <a:ext cx="1578689" cy="947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Create a Series object by passing in the Reference object.</a:t>
          </a:r>
        </a:p>
      </dsp:txBody>
      <dsp:txXfrm>
        <a:off x="2241518" y="678285"/>
        <a:ext cx="1523203" cy="891727"/>
      </dsp:txXfrm>
    </dsp:sp>
    <dsp:sp modelId="{9B4F5906-300F-42E6-B296-10709B9A6AFB}">
      <dsp:nvSpPr>
        <dsp:cNvPr id="0" name=""/>
        <dsp:cNvSpPr/>
      </dsp:nvSpPr>
      <dsp:spPr>
        <a:xfrm>
          <a:off x="3931389" y="928391"/>
          <a:ext cx="334682" cy="3915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931389" y="1006694"/>
        <a:ext cx="234277" cy="234908"/>
      </dsp:txXfrm>
    </dsp:sp>
    <dsp:sp modelId="{3D4E66F6-D3A0-4E16-BB87-DCC581B112E9}">
      <dsp:nvSpPr>
        <dsp:cNvPr id="0" name=""/>
        <dsp:cNvSpPr/>
      </dsp:nvSpPr>
      <dsp:spPr>
        <a:xfrm>
          <a:off x="4423940" y="650542"/>
          <a:ext cx="1578689" cy="947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 Create a Chart object.</a:t>
          </a:r>
        </a:p>
      </dsp:txBody>
      <dsp:txXfrm>
        <a:off x="4451683" y="678285"/>
        <a:ext cx="1523203" cy="891727"/>
      </dsp:txXfrm>
    </dsp:sp>
    <dsp:sp modelId="{F722227D-67C6-41E6-8A0A-A5EA9DD394B3}">
      <dsp:nvSpPr>
        <dsp:cNvPr id="0" name=""/>
        <dsp:cNvSpPr/>
      </dsp:nvSpPr>
      <dsp:spPr>
        <a:xfrm>
          <a:off x="6141554" y="928391"/>
          <a:ext cx="334682" cy="3915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141554" y="1006694"/>
        <a:ext cx="234277" cy="234908"/>
      </dsp:txXfrm>
    </dsp:sp>
    <dsp:sp modelId="{4DF59331-F127-459A-9FAC-2245887A88A5}">
      <dsp:nvSpPr>
        <dsp:cNvPr id="0" name=""/>
        <dsp:cNvSpPr/>
      </dsp:nvSpPr>
      <dsp:spPr>
        <a:xfrm>
          <a:off x="6634105" y="650542"/>
          <a:ext cx="1578689" cy="947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 Append the Series object to the Chart object.</a:t>
          </a:r>
        </a:p>
      </dsp:txBody>
      <dsp:txXfrm>
        <a:off x="6661848" y="678285"/>
        <a:ext cx="1523203" cy="891727"/>
      </dsp:txXfrm>
    </dsp:sp>
    <dsp:sp modelId="{28F05810-30E8-4233-B4FE-EA2F55B7CDFE}">
      <dsp:nvSpPr>
        <dsp:cNvPr id="0" name=""/>
        <dsp:cNvSpPr/>
      </dsp:nvSpPr>
      <dsp:spPr>
        <a:xfrm rot="5400000">
          <a:off x="7256109" y="1708264"/>
          <a:ext cx="334682" cy="3915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7305997" y="1736680"/>
        <a:ext cx="234908" cy="234277"/>
      </dsp:txXfrm>
    </dsp:sp>
    <dsp:sp modelId="{4D42312B-E7BC-45A5-99F8-7C63F27D9D3A}">
      <dsp:nvSpPr>
        <dsp:cNvPr id="0" name=""/>
        <dsp:cNvSpPr/>
      </dsp:nvSpPr>
      <dsp:spPr>
        <a:xfrm>
          <a:off x="6634105" y="2229231"/>
          <a:ext cx="1578689" cy="947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5. Optionally, set the drawing.top, drawing.left, drawing.width, and</a:t>
          </a:r>
        </a:p>
      </dsp:txBody>
      <dsp:txXfrm>
        <a:off x="6661848" y="2256974"/>
        <a:ext cx="1523203" cy="891727"/>
      </dsp:txXfrm>
    </dsp:sp>
    <dsp:sp modelId="{56885071-E4B9-4E1A-92E4-7C27FF89E077}">
      <dsp:nvSpPr>
        <dsp:cNvPr id="0" name=""/>
        <dsp:cNvSpPr/>
      </dsp:nvSpPr>
      <dsp:spPr>
        <a:xfrm rot="10800000">
          <a:off x="6160499" y="2507081"/>
          <a:ext cx="334682" cy="3915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6260904" y="2585384"/>
        <a:ext cx="234277" cy="234908"/>
      </dsp:txXfrm>
    </dsp:sp>
    <dsp:sp modelId="{5622497D-1BA1-4E75-9F91-C1169A2C4539}">
      <dsp:nvSpPr>
        <dsp:cNvPr id="0" name=""/>
        <dsp:cNvSpPr/>
      </dsp:nvSpPr>
      <dsp:spPr>
        <a:xfrm>
          <a:off x="4423940" y="2229231"/>
          <a:ext cx="1578689" cy="947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drawing.height variables of the Chart object.</a:t>
          </a:r>
        </a:p>
      </dsp:txBody>
      <dsp:txXfrm>
        <a:off x="4451683" y="2256974"/>
        <a:ext cx="1523203" cy="891727"/>
      </dsp:txXfrm>
    </dsp:sp>
    <dsp:sp modelId="{D0F54074-8367-44F9-A59B-9F2A37845AFA}">
      <dsp:nvSpPr>
        <dsp:cNvPr id="0" name=""/>
        <dsp:cNvSpPr/>
      </dsp:nvSpPr>
      <dsp:spPr>
        <a:xfrm rot="10800000">
          <a:off x="3950334" y="2507081"/>
          <a:ext cx="334682" cy="3915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4050739" y="2585384"/>
        <a:ext cx="234277" cy="234908"/>
      </dsp:txXfrm>
    </dsp:sp>
    <dsp:sp modelId="{8F97DDA2-8DA5-4211-9B9C-5FDD14D5F79B}">
      <dsp:nvSpPr>
        <dsp:cNvPr id="0" name=""/>
        <dsp:cNvSpPr/>
      </dsp:nvSpPr>
      <dsp:spPr>
        <a:xfrm>
          <a:off x="2213775" y="2229231"/>
          <a:ext cx="1578689" cy="947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6. Add the Chart object to the Worksheet object.</a:t>
          </a:r>
        </a:p>
      </dsp:txBody>
      <dsp:txXfrm>
        <a:off x="2241518" y="2256974"/>
        <a:ext cx="1523203" cy="891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12/13/2024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0138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6017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43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154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3998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3841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85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8979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5616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94973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5779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4403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38001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9795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3140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3273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928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33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2113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84389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28720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0802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5159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03340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15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58042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38884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31603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085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80722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9264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47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94102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268762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395341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72177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63127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16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48789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768906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78964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6858000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blipFill>
            <a:blip r:embed="rId2">
              <a:alphaModFix amt="49000"/>
            </a:blip>
            <a:tile tx="0" ty="0" sx="100000" sy="100000" flip="none" algn="tl"/>
          </a:blip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50178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40141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2788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4256132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5622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68025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7983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774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38156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706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9682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5130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8015176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38783443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40173514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01442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7293860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9202059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22878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1037558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928975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1616283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75964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45201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60001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5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68" r:id="rId8"/>
    <p:sldLayoutId id="2147483670" r:id="rId9"/>
    <p:sldLayoutId id="2147483653" r:id="rId10"/>
    <p:sldLayoutId id="2147483673" r:id="rId11"/>
    <p:sldLayoutId id="2147483674" r:id="rId12"/>
    <p:sldLayoutId id="2147483676" r:id="rId13"/>
    <p:sldLayoutId id="2147483677" r:id="rId14"/>
    <p:sldLayoutId id="2147483654" r:id="rId15"/>
    <p:sldLayoutId id="2147483660" r:id="rId16"/>
    <p:sldLayoutId id="2147483661" r:id="rId17"/>
    <p:sldLayoutId id="2147483678" r:id="rId18"/>
    <p:sldLayoutId id="2147483686" r:id="rId19"/>
    <p:sldLayoutId id="2147483687" r:id="rId20"/>
    <p:sldLayoutId id="2147483689" r:id="rId21"/>
    <p:sldLayoutId id="2147483690" r:id="rId22"/>
    <p:sldLayoutId id="2147483688" r:id="rId2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81037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pyxl.readthedocs.io/en/stable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github.com/ericgazoni/openpyxl" TargetMode="External"/><Relationship Id="rId4" Type="http://schemas.openxmlformats.org/officeDocument/2006/relationships/hyperlink" Target="https://github.com/ericgazoni/openpyxl?tab=License-1-ov-fil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Relationship Id="rId9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6.xml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12" Type="http://schemas.microsoft.com/office/2007/relationships/diagramDrawing" Target="../diagrams/drawing26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5.xml"/><Relationship Id="rId11" Type="http://schemas.openxmlformats.org/officeDocument/2006/relationships/diagramColors" Target="../diagrams/colors26.xml"/><Relationship Id="rId5" Type="http://schemas.openxmlformats.org/officeDocument/2006/relationships/diagramQuickStyle" Target="../diagrams/quickStyle25.xml"/><Relationship Id="rId10" Type="http://schemas.openxmlformats.org/officeDocument/2006/relationships/diagramQuickStyle" Target="../diagrams/quickStyle26.xml"/><Relationship Id="rId4" Type="http://schemas.openxmlformats.org/officeDocument/2006/relationships/diagramLayout" Target="../diagrams/layout25.xml"/><Relationship Id="rId9" Type="http://schemas.openxmlformats.org/officeDocument/2006/relationships/diagramLayout" Target="../diagrams/layout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6.svg"/><Relationship Id="rId3" Type="http://schemas.openxmlformats.org/officeDocument/2006/relationships/image" Target="../media/image2.jpe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svg"/><Relationship Id="rId11" Type="http://schemas.openxmlformats.org/officeDocument/2006/relationships/hyperlink" Target="http://cats.iku.edu.tr/portal/site/0181f2bc-77e3-4a85-ade9-77639d9bcfe7" TargetMode="External"/><Relationship Id="rId5" Type="http://schemas.openxmlformats.org/officeDocument/2006/relationships/image" Target="../media/image29.png"/><Relationship Id="rId15" Type="http://schemas.openxmlformats.org/officeDocument/2006/relationships/image" Target="../media/image37.png"/><Relationship Id="rId10" Type="http://schemas.openxmlformats.org/officeDocument/2006/relationships/image" Target="../media/image34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hyperlink" Target="https://www.linkedin.com/in/yusuf-altunel-2070a31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9662074-7737-41B0-88C0-8974EAAEB9C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11763" r="11763"/>
          <a:stretch>
            <a:fillRect/>
          </a:stretch>
        </p:blipFill>
        <p:spPr>
          <a:xfrm>
            <a:off x="-52739" y="0"/>
            <a:ext cx="9196739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8803759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12</a:t>
            </a:r>
            <a:r>
              <a:rPr lang="en-US" dirty="0"/>
              <a:t>: </a:t>
            </a:r>
            <a:r>
              <a:rPr lang="tr-TR" dirty="0" err="1"/>
              <a:t>Working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Excel </a:t>
            </a:r>
            <a:r>
              <a:rPr lang="tr-TR" dirty="0" err="1"/>
              <a:t>Spreadsheets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EFCE2D-9943-42EC-9B76-663B75D8E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5" y="30504"/>
            <a:ext cx="9089676" cy="6804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1</a:t>
            </a:r>
            <a:r>
              <a:rPr lang="tr-TR" sz="1200" dirty="0"/>
              <a:t>2</a:t>
            </a:r>
            <a:r>
              <a:rPr lang="en-US" sz="1200" dirty="0"/>
              <a:t>: </a:t>
            </a:r>
            <a:r>
              <a:rPr lang="tr-TR" sz="1200" dirty="0" err="1"/>
              <a:t>Working</a:t>
            </a:r>
            <a:r>
              <a:rPr lang="tr-TR" sz="1200" dirty="0"/>
              <a:t> </a:t>
            </a:r>
            <a:r>
              <a:rPr lang="tr-TR" sz="1200" dirty="0" err="1"/>
              <a:t>with</a:t>
            </a:r>
            <a:r>
              <a:rPr lang="tr-TR" sz="1200" dirty="0"/>
              <a:t> </a:t>
            </a:r>
            <a:r>
              <a:rPr lang="tr-TR" sz="1200" dirty="0" err="1"/>
              <a:t>Spreadsheets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Excel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Documents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OpenPyXL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Module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Reading &amp;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Writing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Excel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Documents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Styles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Formulas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Adjusting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Rows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&amp;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Collumns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Charts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91B5C5-3FE0-4F7E-874D-DF1758712CA6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Excel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Documents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1B5E2E8-6890-468C-89F7-EC7094A3F638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63CF78F5-1637-4C78-B6DE-B53AD7658CB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Excel </a:t>
            </a:r>
            <a:r>
              <a:rPr lang="tr-TR" dirty="0" err="1"/>
              <a:t>Documents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sz="1800" dirty="0" err="1"/>
              <a:t>Workbook</a:t>
            </a:r>
            <a:r>
              <a:rPr lang="tr-TR" sz="1800" dirty="0"/>
              <a:t>, </a:t>
            </a:r>
            <a:r>
              <a:rPr lang="tr-TR" sz="1800" dirty="0" err="1"/>
              <a:t>sheet</a:t>
            </a:r>
            <a:r>
              <a:rPr lang="tr-TR" sz="1800" dirty="0"/>
              <a:t>, </a:t>
            </a:r>
            <a:r>
              <a:rPr lang="tr-TR" sz="1800" dirty="0" err="1"/>
              <a:t>columns</a:t>
            </a:r>
            <a:r>
              <a:rPr lang="tr-TR" sz="1800" dirty="0"/>
              <a:t>, </a:t>
            </a:r>
            <a:r>
              <a:rPr lang="tr-TR" sz="1800" dirty="0" err="1"/>
              <a:t>rows</a:t>
            </a:r>
            <a:endParaRPr lang="en-US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sz="1800" b="1" dirty="0" err="1">
                <a:latin typeface="+mn-lt"/>
              </a:rPr>
              <a:t>Workbook</a:t>
            </a:r>
            <a:endParaRPr lang="tr-TR" sz="1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480660"/>
          </a:xfrm>
        </p:spPr>
        <p:txBody>
          <a:bodyPr/>
          <a:lstStyle/>
          <a:p>
            <a:r>
              <a:rPr lang="en-US" sz="2000" dirty="0"/>
              <a:t>An Excel spreadsheet document</a:t>
            </a:r>
            <a:endParaRPr lang="en-US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sz="1800" dirty="0" err="1"/>
              <a:t>Sheet</a:t>
            </a:r>
            <a:endParaRPr lang="tr-TR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480660"/>
          </a:xfrm>
        </p:spPr>
        <p:txBody>
          <a:bodyPr/>
          <a:lstStyle/>
          <a:p>
            <a:r>
              <a:rPr lang="en-US" sz="2000" dirty="0"/>
              <a:t>has columns </a:t>
            </a:r>
            <a:endParaRPr lang="tr-TR" sz="2000" dirty="0"/>
          </a:p>
          <a:p>
            <a:pPr lvl="1"/>
            <a:r>
              <a:rPr lang="en-US" sz="1850" dirty="0"/>
              <a:t>addressed by letters starting at A</a:t>
            </a:r>
            <a:endParaRPr lang="tr-TR" sz="1850" dirty="0"/>
          </a:p>
          <a:p>
            <a:r>
              <a:rPr lang="tr-TR" sz="2000" dirty="0"/>
              <a:t>has </a:t>
            </a:r>
            <a:r>
              <a:rPr lang="en-US" sz="2000" dirty="0"/>
              <a:t>rows</a:t>
            </a:r>
          </a:p>
          <a:p>
            <a:pPr lvl="1"/>
            <a:r>
              <a:rPr lang="en-US" sz="1850" dirty="0"/>
              <a:t>addressed by numbers starting at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800" dirty="0" err="1"/>
              <a:t>Extension</a:t>
            </a:r>
            <a:endParaRPr lang="tr-TR" sz="1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48066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 single workbook is saved in a file with the .xlsx extension</a:t>
            </a:r>
            <a:endParaRPr lang="tr-TR" sz="2000" dirty="0"/>
          </a:p>
          <a:p>
            <a:r>
              <a:rPr lang="en-US" sz="2000" dirty="0"/>
              <a:t>Each workbook can contain multiple sheets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71EB0-D06E-4BCA-8D3C-D86F8F08F3D4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</p:spTree>
    <p:extLst>
      <p:ext uri="{BB962C8B-B14F-4D97-AF65-F5344CB8AC3E}">
        <p14:creationId xmlns:p14="http://schemas.microsoft.com/office/powerpoint/2010/main" val="398626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Excel </a:t>
            </a:r>
            <a:r>
              <a:rPr lang="tr-TR" dirty="0" err="1"/>
              <a:t>Documents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sz="1800" dirty="0"/>
              <a:t>Cell, </a:t>
            </a:r>
            <a:r>
              <a:rPr lang="tr-TR" sz="1800" dirty="0" err="1"/>
              <a:t>value</a:t>
            </a:r>
            <a:r>
              <a:rPr lang="tr-TR" sz="1800" dirty="0"/>
              <a:t>, data </a:t>
            </a:r>
            <a:r>
              <a:rPr lang="tr-TR" sz="1800" dirty="0" err="1"/>
              <a:t>grid</a:t>
            </a:r>
            <a:endParaRPr lang="en-US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sz="1800" b="1" dirty="0">
                <a:latin typeface="+mn-lt"/>
              </a:rPr>
              <a:t>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480660"/>
          </a:xfrm>
        </p:spPr>
        <p:txBody>
          <a:bodyPr/>
          <a:lstStyle/>
          <a:p>
            <a:r>
              <a:rPr lang="en-US" sz="2000" dirty="0"/>
              <a:t>box at a particular column and row</a:t>
            </a:r>
            <a:endParaRPr lang="en-US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sz="1800" dirty="0"/>
              <a:t>Data </a:t>
            </a:r>
            <a:r>
              <a:rPr lang="tr-TR" sz="1800" dirty="0" err="1"/>
              <a:t>Grid</a:t>
            </a:r>
            <a:endParaRPr lang="tr-TR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480660"/>
          </a:xfrm>
        </p:spPr>
        <p:txBody>
          <a:bodyPr/>
          <a:lstStyle/>
          <a:p>
            <a:r>
              <a:rPr lang="en-US" sz="2000" dirty="0"/>
              <a:t>The grid of cells</a:t>
            </a:r>
          </a:p>
          <a:p>
            <a:r>
              <a:rPr lang="en-US" sz="2000" dirty="0"/>
              <a:t>with data makes up a sheet</a:t>
            </a:r>
            <a:endParaRPr lang="en-US" sz="18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800" dirty="0"/>
              <a:t>Value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48066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Each cell can contain a number or text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D07E4-DB0D-4A0D-A343-5D833F9B018A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</p:spTree>
    <p:extLst>
      <p:ext uri="{BB962C8B-B14F-4D97-AF65-F5344CB8AC3E}">
        <p14:creationId xmlns:p14="http://schemas.microsoft.com/office/powerpoint/2010/main" val="2662265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Openpyxl</a:t>
            </a:r>
            <a:r>
              <a:rPr lang="tr-T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module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77B0393-878D-45C7-A18A-A947CB86DA24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355467C-0CA9-4FF9-AFB0-C2BEA704EF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Python’s</a:t>
            </a:r>
            <a:r>
              <a:rPr lang="tr-TR" dirty="0"/>
              <a:t> </a:t>
            </a:r>
            <a:r>
              <a:rPr lang="tr-TR" dirty="0" err="1"/>
              <a:t>Spreadsheet</a:t>
            </a:r>
            <a:r>
              <a:rPr lang="tr-TR" dirty="0"/>
              <a:t> Library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sz="1800" b="1" dirty="0" err="1"/>
              <a:t>openpyxl</a:t>
            </a:r>
            <a:r>
              <a:rPr lang="tr-TR" sz="1800" dirty="0"/>
              <a:t> </a:t>
            </a:r>
            <a:r>
              <a:rPr lang="en-US" sz="1800" i="1" dirty="0"/>
              <a:t>module’s </a:t>
            </a:r>
            <a:r>
              <a:rPr lang="tr-TR" sz="1800" i="1" dirty="0"/>
              <a:t>Works </a:t>
            </a:r>
            <a:r>
              <a:rPr lang="tr-TR" sz="1800" i="1" dirty="0" err="1"/>
              <a:t>fine</a:t>
            </a:r>
            <a:r>
              <a:rPr lang="tr-TR" sz="1800" i="1" dirty="0"/>
              <a:t> </a:t>
            </a:r>
            <a:r>
              <a:rPr lang="tr-TR" sz="1800" i="1" dirty="0" err="1"/>
              <a:t>with</a:t>
            </a:r>
            <a:r>
              <a:rPr lang="tr-TR" sz="1800" i="1" dirty="0"/>
              <a:t> </a:t>
            </a:r>
            <a:r>
              <a:rPr lang="tr-TR" sz="1800" i="1" dirty="0" err="1"/>
              <a:t>any</a:t>
            </a:r>
            <a:r>
              <a:rPr lang="tr-TR" sz="1800" i="1" dirty="0"/>
              <a:t> </a:t>
            </a:r>
            <a:r>
              <a:rPr lang="tr-TR" sz="1800" i="1" dirty="0" err="1"/>
              <a:t>Spreadsheet</a:t>
            </a:r>
            <a:r>
              <a:rPr lang="tr-TR" sz="1800" i="1" dirty="0"/>
              <a:t> </a:t>
            </a:r>
            <a:r>
              <a:rPr lang="tr-TR" sz="1800" i="1" dirty="0" err="1"/>
              <a:t>applications</a:t>
            </a:r>
            <a:r>
              <a:rPr lang="tr-TR" sz="1800" i="1" dirty="0"/>
              <a:t> .</a:t>
            </a:r>
            <a:r>
              <a:rPr lang="tr-TR" sz="1800" i="1" dirty="0" err="1"/>
              <a:t>xlsx</a:t>
            </a:r>
            <a:r>
              <a:rPr lang="tr-TR" sz="1800" i="1" dirty="0"/>
              <a:t> </a:t>
            </a:r>
            <a:r>
              <a:rPr lang="tr-TR" sz="1800" i="1" dirty="0" err="1"/>
              <a:t>files</a:t>
            </a:r>
            <a:r>
              <a:rPr lang="tr-TR" sz="1800" i="1" dirty="0"/>
              <a:t> </a:t>
            </a:r>
            <a:r>
              <a:rPr lang="tr-TR" sz="1800" i="1" dirty="0" err="1"/>
              <a:t>such</a:t>
            </a:r>
            <a:r>
              <a:rPr lang="tr-TR" sz="1800" i="1" dirty="0"/>
              <a:t> as Libre Office &amp; Open Office </a:t>
            </a:r>
            <a:r>
              <a:rPr lang="tr-TR" sz="1800" i="1" dirty="0" err="1"/>
              <a:t>Calc</a:t>
            </a:r>
            <a:r>
              <a:rPr lang="en-US" sz="1800" i="1" dirty="0"/>
              <a:t>.</a:t>
            </a:r>
            <a:endParaRPr lang="en-US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sz="1800" b="0" i="0" u="none" strike="noStrike" baseline="0" dirty="0" err="1">
                <a:latin typeface="TheSansMonoCondensed-Plain"/>
              </a:rPr>
              <a:t>openpyxl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452530"/>
          </a:xfrm>
        </p:spPr>
        <p:txBody>
          <a:bodyPr/>
          <a:lstStyle/>
          <a:p>
            <a:r>
              <a:rPr lang="en-US" sz="1800" dirty="0"/>
              <a:t>a Python library to read/write Excel 2010 files </a:t>
            </a:r>
            <a:endParaRPr lang="tr-TR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pip</a:t>
            </a:r>
            <a:r>
              <a:rPr lang="tr-TR" dirty="0"/>
              <a:t> </a:t>
            </a:r>
            <a:r>
              <a:rPr lang="tr-TR" dirty="0" err="1"/>
              <a:t>install</a:t>
            </a:r>
            <a:r>
              <a:rPr lang="tr-TR" dirty="0"/>
              <a:t> </a:t>
            </a:r>
            <a:r>
              <a:rPr lang="tr-TR" dirty="0" err="1"/>
              <a:t>pillow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208732"/>
          </a:xfrm>
        </p:spPr>
        <p:txBody>
          <a:bodyPr/>
          <a:lstStyle/>
          <a:p>
            <a:r>
              <a:rPr lang="en-US" sz="1800" dirty="0"/>
              <a:t>to include images into an </a:t>
            </a:r>
            <a:r>
              <a:rPr lang="en-US" sz="1800" dirty="0" err="1"/>
              <a:t>openpyxl</a:t>
            </a:r>
            <a:r>
              <a:rPr lang="en-US" sz="1800" dirty="0"/>
              <a:t> file</a:t>
            </a:r>
            <a:endParaRPr lang="tr-TR" sz="1800" dirty="0"/>
          </a:p>
          <a:p>
            <a:r>
              <a:rPr lang="tr-TR" sz="1800" dirty="0" err="1"/>
              <a:t>install</a:t>
            </a:r>
            <a:r>
              <a:rPr lang="tr-TR" sz="1800" dirty="0"/>
              <a:t> </a:t>
            </a:r>
            <a:r>
              <a:rPr lang="en-US" sz="1800" dirty="0"/>
              <a:t>“</a:t>
            </a:r>
            <a:r>
              <a:rPr lang="en-US" sz="1800" b="1" dirty="0"/>
              <a:t>pillow</a:t>
            </a:r>
            <a:r>
              <a:rPr lang="en-US" sz="1800" dirty="0"/>
              <a:t>” library</a:t>
            </a:r>
            <a:endParaRPr lang="tr-TR" sz="1800" dirty="0"/>
          </a:p>
          <a:p>
            <a:r>
              <a:rPr lang="en-US" sz="1800" dirty="0"/>
              <a:t>Jpeg</a:t>
            </a:r>
            <a:endParaRPr lang="tr-TR" sz="1800" dirty="0"/>
          </a:p>
          <a:p>
            <a:r>
              <a:rPr lang="en-US" sz="1800" dirty="0" err="1"/>
              <a:t>png</a:t>
            </a:r>
            <a:endParaRPr lang="tr-TR" sz="1800" dirty="0"/>
          </a:p>
          <a:p>
            <a:r>
              <a:rPr lang="en-US" sz="1800" dirty="0"/>
              <a:t>bmp</a:t>
            </a:r>
            <a:endParaRPr lang="tr-TR" sz="1800" dirty="0"/>
          </a:p>
          <a:p>
            <a:r>
              <a:rPr lang="tr-TR" sz="1800" dirty="0"/>
              <a:t>…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400" dirty="0" err="1"/>
              <a:t>Supported</a:t>
            </a:r>
            <a:r>
              <a:rPr lang="tr-TR" sz="1400" dirty="0"/>
              <a:t> </a:t>
            </a:r>
            <a:r>
              <a:rPr lang="tr-TR" sz="1400" dirty="0" err="1"/>
              <a:t>files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xlsx</a:t>
            </a:r>
            <a:endParaRPr lang="tr-TR" sz="1800" dirty="0"/>
          </a:p>
          <a:p>
            <a:r>
              <a:rPr lang="en-US" sz="1800" dirty="0" err="1"/>
              <a:t>xlsm</a:t>
            </a:r>
            <a:endParaRPr lang="tr-TR" sz="1800" dirty="0"/>
          </a:p>
          <a:p>
            <a:r>
              <a:rPr lang="en-US" sz="1800" dirty="0" err="1"/>
              <a:t>xltx</a:t>
            </a:r>
            <a:endParaRPr lang="tr-TR" sz="1800" dirty="0"/>
          </a:p>
          <a:p>
            <a:r>
              <a:rPr lang="en-US" sz="1800" dirty="0" err="1"/>
              <a:t>xltm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</p:spTree>
    <p:extLst>
      <p:ext uri="{BB962C8B-B14F-4D97-AF65-F5344CB8AC3E}">
        <p14:creationId xmlns:p14="http://schemas.microsoft.com/office/powerpoint/2010/main" val="75358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Installing</a:t>
            </a:r>
            <a:r>
              <a:rPr lang="tr-TR" dirty="0"/>
              <a:t> </a:t>
            </a:r>
            <a:r>
              <a:rPr lang="tr-TR" dirty="0" err="1"/>
              <a:t>OpenPyXL</a:t>
            </a:r>
            <a:r>
              <a:rPr lang="tr-TR" dirty="0"/>
              <a:t> </a:t>
            </a:r>
            <a:r>
              <a:rPr lang="tr-TR" dirty="0" err="1"/>
              <a:t>Module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900514"/>
            <a:ext cx="8373583" cy="413584"/>
          </a:xfrm>
        </p:spPr>
        <p:txBody>
          <a:bodyPr/>
          <a:lstStyle/>
          <a:p>
            <a:r>
              <a:rPr lang="en-US" sz="1800" dirty="0"/>
              <a:t>The </a:t>
            </a:r>
            <a:r>
              <a:rPr lang="en-US" sz="1800" dirty="0" err="1"/>
              <a:t>OpenPyXL</a:t>
            </a:r>
            <a:r>
              <a:rPr lang="en-US" sz="1800" dirty="0"/>
              <a:t> module doesn’t come with Python, so you’ll have to install it first</a:t>
            </a:r>
          </a:p>
          <a:p>
            <a:endParaRPr lang="en-US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sz="1800" b="1" dirty="0" err="1">
                <a:latin typeface="+mn-lt"/>
              </a:rPr>
              <a:t>Documents</a:t>
            </a:r>
            <a:endParaRPr lang="tr-TR" sz="1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5"/>
            <a:ext cx="2794502" cy="3076565"/>
          </a:xfrm>
        </p:spPr>
        <p:txBody>
          <a:bodyPr/>
          <a:lstStyle/>
          <a:p>
            <a:r>
              <a:rPr lang="en-US" sz="2000" dirty="0">
                <a:hlinkClick r:id="rId3"/>
              </a:rPr>
              <a:t>https://openpyxl.readthedocs.io/en/stable/</a:t>
            </a:r>
            <a:r>
              <a:rPr lang="tr-TR" sz="2000" dirty="0"/>
              <a:t> </a:t>
            </a:r>
            <a:endParaRPr lang="en-US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sz="1800" dirty="0"/>
              <a:t>License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033203"/>
          </a:xfrm>
        </p:spPr>
        <p:txBody>
          <a:bodyPr/>
          <a:lstStyle/>
          <a:p>
            <a:r>
              <a:rPr lang="tr-TR" sz="2000" dirty="0" err="1"/>
              <a:t>Module</a:t>
            </a:r>
            <a:r>
              <a:rPr lang="tr-TR" sz="2000" dirty="0"/>
              <a:t> </a:t>
            </a:r>
            <a:r>
              <a:rPr lang="en-US" sz="2000" dirty="0"/>
              <a:t>is under the MIT </a:t>
            </a:r>
            <a:r>
              <a:rPr lang="en-US" sz="2000" dirty="0" err="1"/>
              <a:t>Licence</a:t>
            </a:r>
            <a:endParaRPr lang="tr-TR" sz="2000" dirty="0"/>
          </a:p>
          <a:p>
            <a:r>
              <a:rPr lang="en-US" sz="2000" dirty="0">
                <a:hlinkClick r:id="rId4"/>
              </a:rPr>
              <a:t>https://github.com/ericgazoni/openpyxl?tab=License-1-ov-file</a:t>
            </a:r>
            <a:r>
              <a:rPr lang="tr-TR" sz="2000" dirty="0"/>
              <a:t> 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800" dirty="0" err="1"/>
              <a:t>Github</a:t>
            </a:r>
            <a:endParaRPr lang="tr-TR" sz="1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0"/>
            <a:ext cx="2794502" cy="303354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linkClick r:id="rId5"/>
              </a:rPr>
              <a:t>https://github.com/ericgazoni/openpyxl</a:t>
            </a:r>
            <a:r>
              <a:rPr lang="tr-TR" sz="2000" dirty="0"/>
              <a:t> 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8759D1-B854-48FD-B5F7-3AC99C298B21}"/>
              </a:ext>
            </a:extLst>
          </p:cNvPr>
          <p:cNvSpPr/>
          <p:nvPr/>
        </p:nvSpPr>
        <p:spPr>
          <a:xfrm>
            <a:off x="631960" y="5772820"/>
            <a:ext cx="7375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NewBaskerville-Roman"/>
              </a:rPr>
              <a:t>Test </a:t>
            </a:r>
            <a:r>
              <a:rPr lang="tr-TR" dirty="0" err="1">
                <a:latin typeface="NewBaskerville-Roman"/>
              </a:rPr>
              <a:t>with</a:t>
            </a:r>
            <a:r>
              <a:rPr lang="tr-TR" dirty="0">
                <a:latin typeface="NewBaskerville-Roman"/>
              </a:rPr>
              <a:t> </a:t>
            </a:r>
            <a:r>
              <a:rPr lang="tr-TR" dirty="0" err="1">
                <a:latin typeface="NewBaskerville-Roman"/>
              </a:rPr>
              <a:t>import</a:t>
            </a:r>
            <a:r>
              <a:rPr lang="tr-TR" dirty="0">
                <a:latin typeface="NewBaskerville-Roman"/>
              </a:rPr>
              <a:t> </a:t>
            </a:r>
            <a:r>
              <a:rPr lang="tr-TR" dirty="0" err="1">
                <a:latin typeface="NewBaskerville-Roman"/>
              </a:rPr>
              <a:t>openpyxl</a:t>
            </a:r>
            <a:endParaRPr lang="tr-TR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B50FEBC-EF6C-46EF-83B1-F6B7E7090D65}"/>
              </a:ext>
            </a:extLst>
          </p:cNvPr>
          <p:cNvSpPr/>
          <p:nvPr/>
        </p:nvSpPr>
        <p:spPr>
          <a:xfrm>
            <a:off x="249188" y="1255529"/>
            <a:ext cx="2141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err="1">
                <a:latin typeface="TheSansMonoCondensed-Bold"/>
              </a:rPr>
              <a:t>pip</a:t>
            </a:r>
            <a:r>
              <a:rPr lang="tr-TR" b="1" dirty="0">
                <a:latin typeface="TheSansMonoCondensed-Bold"/>
              </a:rPr>
              <a:t> </a:t>
            </a:r>
            <a:r>
              <a:rPr lang="tr-TR" b="1" dirty="0" err="1">
                <a:latin typeface="TheSansMonoCondensed-Bold"/>
              </a:rPr>
              <a:t>install</a:t>
            </a:r>
            <a:r>
              <a:rPr lang="tr-TR" b="1" dirty="0">
                <a:latin typeface="TheSansMonoCondensed-Bold"/>
              </a:rPr>
              <a:t> </a:t>
            </a:r>
            <a:r>
              <a:rPr lang="tr-TR" b="1" dirty="0" err="1">
                <a:latin typeface="TheSansMonoCondensed-Bold"/>
              </a:rPr>
              <a:t>OpenPyXL</a:t>
            </a:r>
            <a:endParaRPr lang="tr-T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F9675-7573-462D-893B-4444318BD4DE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</p:spTree>
    <p:extLst>
      <p:ext uri="{BB962C8B-B14F-4D97-AF65-F5344CB8AC3E}">
        <p14:creationId xmlns:p14="http://schemas.microsoft.com/office/powerpoint/2010/main" val="73554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Python’s</a:t>
            </a:r>
            <a:r>
              <a:rPr lang="tr-TR" dirty="0"/>
              <a:t> </a:t>
            </a:r>
            <a:r>
              <a:rPr lang="tr-TR" dirty="0" err="1"/>
              <a:t>Spreadsheet</a:t>
            </a:r>
            <a:r>
              <a:rPr lang="tr-TR" dirty="0"/>
              <a:t> Library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963824"/>
            <a:ext cx="7921247" cy="648000"/>
          </a:xfrm>
        </p:spPr>
        <p:txBody>
          <a:bodyPr/>
          <a:lstStyle/>
          <a:p>
            <a:r>
              <a:rPr lang="tr-TR" sz="1800" b="1" dirty="0" err="1"/>
              <a:t>openpyxl</a:t>
            </a:r>
            <a:r>
              <a:rPr lang="tr-TR" sz="1800" dirty="0"/>
              <a:t> </a:t>
            </a:r>
            <a:r>
              <a:rPr lang="en-US" sz="1800" i="1" dirty="0"/>
              <a:t>does not guard against quadratic blowup or billion laughs xml attacks. </a:t>
            </a:r>
            <a:endParaRPr lang="tr-TR" sz="1800" i="1" dirty="0"/>
          </a:p>
          <a:p>
            <a:r>
              <a:rPr lang="en-US" sz="1800" i="1" dirty="0"/>
              <a:t>To guard against these attacks, install </a:t>
            </a:r>
            <a:r>
              <a:rPr lang="en-US" sz="1800" b="1" i="1" dirty="0" err="1"/>
              <a:t>defusedxml</a:t>
            </a:r>
            <a:r>
              <a:rPr lang="en-US" sz="1800" i="1" dirty="0"/>
              <a:t>.</a:t>
            </a:r>
            <a:endParaRPr lang="en-US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sz="1800" dirty="0">
                <a:latin typeface="TheSansMonoCondensed-Plain"/>
              </a:rPr>
              <a:t>XML </a:t>
            </a:r>
            <a:r>
              <a:rPr lang="tr-TR" sz="1800" dirty="0" err="1">
                <a:latin typeface="TheSansMonoCondensed-Plain"/>
              </a:rPr>
              <a:t>Attacks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5"/>
            <a:ext cx="2794502" cy="3585923"/>
          </a:xfrm>
        </p:spPr>
        <p:txBody>
          <a:bodyPr/>
          <a:lstStyle/>
          <a:p>
            <a:r>
              <a:rPr lang="en-US" sz="1800" dirty="0"/>
              <a:t>quadratic blowup </a:t>
            </a:r>
            <a:endParaRPr lang="tr-TR" sz="1800" dirty="0"/>
          </a:p>
          <a:p>
            <a:r>
              <a:rPr lang="en-US" sz="1800" dirty="0"/>
              <a:t>billion laughs xml attacks</a:t>
            </a:r>
            <a:endParaRPr lang="tr-TR" sz="1800" dirty="0"/>
          </a:p>
          <a:p>
            <a:r>
              <a:rPr lang="tr-TR" sz="1800" dirty="0" err="1"/>
              <a:t>Install</a:t>
            </a:r>
            <a:r>
              <a:rPr lang="tr-TR" sz="1800" dirty="0"/>
              <a:t> </a:t>
            </a:r>
            <a:r>
              <a:rPr lang="tr-TR" sz="1800" dirty="0" err="1"/>
              <a:t>Pillow</a:t>
            </a:r>
            <a:r>
              <a:rPr lang="tr-TR" sz="1800" dirty="0"/>
              <a:t> </a:t>
            </a:r>
            <a:r>
              <a:rPr lang="tr-TR" sz="1800" dirty="0" err="1"/>
              <a:t>library</a:t>
            </a:r>
            <a:endParaRPr lang="tr-TR" sz="1800" dirty="0"/>
          </a:p>
          <a:p>
            <a:r>
              <a:rPr lang="tr-TR" sz="1600" dirty="0"/>
              <a:t>"</a:t>
            </a:r>
            <a:r>
              <a:rPr lang="en-US" sz="1600" dirty="0"/>
              <a:t>pip install pillow</a:t>
            </a:r>
            <a:r>
              <a:rPr lang="tr-TR" sz="1600" dirty="0"/>
              <a:t>"</a:t>
            </a:r>
            <a:endParaRPr lang="en-US" sz="1400" dirty="0"/>
          </a:p>
          <a:p>
            <a:endParaRPr lang="en-US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sz="1400" dirty="0" err="1"/>
              <a:t>billion</a:t>
            </a:r>
            <a:r>
              <a:rPr lang="tr-TR" sz="1400" dirty="0"/>
              <a:t> </a:t>
            </a:r>
            <a:r>
              <a:rPr lang="tr-TR" sz="1400" dirty="0" err="1"/>
              <a:t>laughs</a:t>
            </a:r>
            <a:r>
              <a:rPr lang="tr-TR" sz="1400" dirty="0"/>
              <a:t> </a:t>
            </a:r>
            <a:r>
              <a:rPr lang="tr-TR" sz="1400" dirty="0" err="1"/>
              <a:t>xml</a:t>
            </a:r>
            <a:r>
              <a:rPr lang="tr-TR" sz="1400" dirty="0"/>
              <a:t> </a:t>
            </a:r>
            <a:r>
              <a:rPr lang="tr-TR" sz="1400" dirty="0" err="1"/>
              <a:t>attack</a:t>
            </a:r>
            <a:endParaRPr lang="tr-TR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5"/>
            <a:ext cx="2794852" cy="3585923"/>
          </a:xfrm>
        </p:spPr>
        <p:txBody>
          <a:bodyPr/>
          <a:lstStyle/>
          <a:p>
            <a:r>
              <a:rPr lang="tr-TR" sz="1800" dirty="0" err="1"/>
              <a:t>Malicious</a:t>
            </a:r>
            <a:r>
              <a:rPr lang="tr-TR" sz="1800" dirty="0"/>
              <a:t> XML </a:t>
            </a:r>
            <a:r>
              <a:rPr lang="tr-TR" sz="1800" dirty="0" err="1"/>
              <a:t>files</a:t>
            </a:r>
            <a:endParaRPr lang="tr-TR" sz="1800" dirty="0"/>
          </a:p>
          <a:p>
            <a:r>
              <a:rPr lang="tr-TR" sz="1800" dirty="0" err="1"/>
              <a:t>When</a:t>
            </a:r>
            <a:r>
              <a:rPr lang="tr-TR" sz="1800" dirty="0"/>
              <a:t> </a:t>
            </a:r>
            <a:r>
              <a:rPr lang="en-US" sz="1800" dirty="0"/>
              <a:t>system tries to parse the file, </a:t>
            </a:r>
            <a:r>
              <a:rPr lang="tr-TR" sz="1800" dirty="0"/>
              <a:t>it </a:t>
            </a:r>
            <a:r>
              <a:rPr lang="en-US" sz="1800" dirty="0"/>
              <a:t>enters into an infinite loop, consuming excessive amounts of memory and CPU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Quadratic blowup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0"/>
            <a:ext cx="2794502" cy="358626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type of attack that can occur when processing XML files</a:t>
            </a:r>
            <a:endParaRPr lang="tr-TR" sz="1800" dirty="0"/>
          </a:p>
          <a:p>
            <a:r>
              <a:rPr lang="en-US" sz="1800" dirty="0"/>
              <a:t>the exponential growth of memory and processing time</a:t>
            </a:r>
            <a:endParaRPr lang="tr-TR" sz="1800" dirty="0"/>
          </a:p>
          <a:p>
            <a:r>
              <a:rPr lang="en-US" sz="1800" dirty="0"/>
              <a:t>to resource exhaustion and potential denial of service vulnerabilities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</p:spTree>
    <p:extLst>
      <p:ext uri="{BB962C8B-B14F-4D97-AF65-F5344CB8AC3E}">
        <p14:creationId xmlns:p14="http://schemas.microsoft.com/office/powerpoint/2010/main" val="32110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Reading Data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From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Spreadsheet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60CABD-BC52-4163-9471-43C7E10945CF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0734273-4371-419C-AEBE-DCDE63ECEC2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46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Working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Worksheets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503275" y="967563"/>
          <a:ext cx="8443002" cy="5311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39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Working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Worksheets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503275" y="967563"/>
          <a:ext cx="8443002" cy="5311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06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Cell Operations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323999" y="1679377"/>
          <a:ext cx="8622277" cy="3934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205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Cell </a:t>
            </a:r>
            <a:r>
              <a:rPr lang="tr-TR" dirty="0" err="1"/>
              <a:t>Creation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460744" y="837237"/>
          <a:ext cx="7896447" cy="2979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DE00D27-AE60-4245-BC28-8FCE2F9E4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44" y="3817088"/>
            <a:ext cx="7896447" cy="24442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en-US" sz="1600" dirty="0">
                <a:solidFill>
                  <a:srgbClr val="080808"/>
                </a:solidFill>
                <a:latin typeface="JetBrains Mono"/>
              </a:rPr>
              <a:t>#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create 100x100 cells in memory</a:t>
            </a:r>
            <a:endParaRPr lang="tr-TR" altLang="en-US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en-US" sz="1600" dirty="0">
                <a:solidFill>
                  <a:srgbClr val="080808"/>
                </a:solidFill>
                <a:latin typeface="JetBrains Mono"/>
              </a:rPr>
              <a:t>#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for nothing.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ws.cell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=x,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column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=y)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524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Accessing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cells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503275" y="864000"/>
          <a:ext cx="8316725" cy="2325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46C852F8-2595-4A57-8E80-E3811781B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13" y="3309383"/>
            <a:ext cx="8325725" cy="27261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#Working with ranges of cells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colC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col_range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'C:D'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row10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row_range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90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Row</a:t>
            </a:r>
            <a:r>
              <a:rPr lang="tr-TR" dirty="0"/>
              <a:t> &amp; </a:t>
            </a:r>
            <a:r>
              <a:rPr lang="tr-TR" dirty="0" err="1"/>
              <a:t>Column</a:t>
            </a:r>
            <a:r>
              <a:rPr lang="tr-TR" dirty="0"/>
              <a:t> </a:t>
            </a:r>
            <a:r>
              <a:rPr lang="tr-TR" dirty="0" err="1"/>
              <a:t>Iterators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166724" y="861961"/>
          <a:ext cx="8810552" cy="1532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4AB92A2-0CBE-418D-807A-B906A9FBF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75" y="2561132"/>
            <a:ext cx="5484930" cy="37182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en-US" sz="1600" dirty="0">
                <a:solidFill>
                  <a:srgbClr val="080808"/>
                </a:solidFill>
                <a:latin typeface="JetBrains Mono"/>
              </a:rPr>
              <a:t>#row </a:t>
            </a:r>
            <a:r>
              <a:rPr lang="tr-TR" altLang="en-US" sz="1600" dirty="0" err="1">
                <a:solidFill>
                  <a:srgbClr val="080808"/>
                </a:solidFill>
                <a:latin typeface="JetBrains Mono"/>
              </a:rPr>
              <a:t>iterator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ws.iter_rows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cell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(cell)</a:t>
            </a: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sz="1600" dirty="0" err="1">
                <a:solidFill>
                  <a:srgbClr val="080808"/>
                </a:solidFill>
                <a:latin typeface="JetBrains Mono"/>
              </a:rPr>
              <a:t>print</a:t>
            </a:r>
            <a:r>
              <a:rPr lang="tr-TR" altLang="en-US" sz="1600" dirty="0">
                <a:solidFill>
                  <a:srgbClr val="080808"/>
                </a:solidFill>
                <a:latin typeface="JetBrains Mono"/>
              </a:rPr>
              <a:t>('</a:t>
            </a:r>
            <a:r>
              <a:rPr lang="en-US" sz="1600" dirty="0"/>
              <a:t>********************</a:t>
            </a:r>
            <a:r>
              <a:rPr lang="tr-TR" altLang="en-US" sz="1600" dirty="0">
                <a:solidFill>
                  <a:srgbClr val="080808"/>
                </a:solidFill>
                <a:latin typeface="JetBrains Mono"/>
              </a:rPr>
              <a:t>’)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#column </a:t>
            </a:r>
            <a:r>
              <a:rPr kumimoji="0" lang="tr-TR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iterator</a:t>
            </a: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for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row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ws.iter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_</a:t>
            </a:r>
            <a:r>
              <a:rPr kumimoji="0" lang="tr-T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cols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min_row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1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max_col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3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max_row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2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):</a:t>
            </a:r>
            <a:b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for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cell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row:</a:t>
            </a:r>
            <a:b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(cell)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4EC37D-0EA6-43DB-B781-9C9AA8588441}"/>
              </a:ext>
            </a:extLst>
          </p:cNvPr>
          <p:cNvSpPr txBox="1"/>
          <p:nvPr/>
        </p:nvSpPr>
        <p:spPr>
          <a:xfrm>
            <a:off x="6266851" y="2561132"/>
            <a:ext cx="2541563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&lt;Cell 'Sheet'.A1&gt;</a:t>
            </a:r>
          </a:p>
          <a:p>
            <a:r>
              <a:rPr lang="en-US" sz="1600" dirty="0"/>
              <a:t>&lt;Cell 'Sheet'.B1&gt;</a:t>
            </a:r>
          </a:p>
          <a:p>
            <a:r>
              <a:rPr lang="en-US" sz="1600" dirty="0"/>
              <a:t>&lt;Cell 'Sheet'.C1&gt;</a:t>
            </a:r>
          </a:p>
          <a:p>
            <a:r>
              <a:rPr lang="en-US" sz="1600" dirty="0"/>
              <a:t>&lt;Cell 'Sheet'.A2&gt;</a:t>
            </a:r>
          </a:p>
          <a:p>
            <a:r>
              <a:rPr lang="en-US" sz="1600" dirty="0"/>
              <a:t>&lt;Cell 'Sheet'.B2&gt;</a:t>
            </a:r>
          </a:p>
          <a:p>
            <a:r>
              <a:rPr lang="en-US" sz="1600" dirty="0"/>
              <a:t>&lt;Cell 'Sheet'.C2&gt;</a:t>
            </a:r>
          </a:p>
          <a:p>
            <a:r>
              <a:rPr lang="en-US" sz="1600" dirty="0"/>
              <a:t>********************</a:t>
            </a:r>
          </a:p>
          <a:p>
            <a:r>
              <a:rPr lang="en-US" sz="1600" dirty="0"/>
              <a:t>&lt;Cell 'Sheet'.A1&gt;</a:t>
            </a:r>
          </a:p>
          <a:p>
            <a:r>
              <a:rPr lang="en-US" sz="1600" dirty="0"/>
              <a:t>&lt;Cell 'Sheet'.A2&gt;</a:t>
            </a:r>
          </a:p>
          <a:p>
            <a:r>
              <a:rPr lang="en-US" sz="1600" dirty="0"/>
              <a:t>&lt;Cell 'Sheet'.B1&gt;</a:t>
            </a:r>
          </a:p>
          <a:p>
            <a:r>
              <a:rPr lang="en-US" sz="1600" dirty="0"/>
              <a:t>&lt;Cell 'Sheet'.B2&gt;</a:t>
            </a:r>
          </a:p>
          <a:p>
            <a:r>
              <a:rPr lang="en-US" sz="1600" dirty="0"/>
              <a:t>&lt;Cell 'Sheet'.C1&gt;</a:t>
            </a:r>
          </a:p>
          <a:p>
            <a:r>
              <a:rPr lang="en-US" sz="1600" dirty="0"/>
              <a:t>&lt;Cell 'Sheet'.C2&gt;</a:t>
            </a:r>
          </a:p>
        </p:txBody>
      </p:sp>
    </p:spTree>
    <p:extLst>
      <p:ext uri="{BB962C8B-B14F-4D97-AF65-F5344CB8AC3E}">
        <p14:creationId xmlns:p14="http://schemas.microsoft.com/office/powerpoint/2010/main" val="1313225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Worksheet</a:t>
            </a:r>
            <a:r>
              <a:rPr lang="tr-TR" dirty="0"/>
              <a:t> </a:t>
            </a:r>
            <a:r>
              <a:rPr lang="tr-TR" dirty="0" err="1"/>
              <a:t>rows</a:t>
            </a:r>
            <a:r>
              <a:rPr lang="tr-TR" dirty="0"/>
              <a:t> &amp; </a:t>
            </a:r>
            <a:r>
              <a:rPr lang="tr-TR" dirty="0" err="1"/>
              <a:t>columns</a:t>
            </a:r>
            <a:r>
              <a:rPr lang="tr-TR" dirty="0"/>
              <a:t> </a:t>
            </a:r>
            <a:r>
              <a:rPr lang="tr-TR" dirty="0" err="1"/>
              <a:t>Attributes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503275" y="819814"/>
          <a:ext cx="8316725" cy="1834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64EC37D-0EA6-43DB-B781-9C9AA8588441}"/>
              </a:ext>
            </a:extLst>
          </p:cNvPr>
          <p:cNvSpPr txBox="1"/>
          <p:nvPr/>
        </p:nvSpPr>
        <p:spPr>
          <a:xfrm>
            <a:off x="4136065" y="2663980"/>
            <a:ext cx="48102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((&lt;Cell Sheet.A1&gt;, &lt;Cell Sheet.B1&gt;, &lt;Cell Sheet.C1&gt;),</a:t>
            </a:r>
          </a:p>
          <a:p>
            <a:r>
              <a:rPr lang="en-US" sz="1600" dirty="0"/>
              <a:t>(&lt;Cell Sheet.A2&gt;, &lt;Cell Sheet.B2&gt;, &lt;Cell Sheet.C2&gt;),</a:t>
            </a:r>
          </a:p>
          <a:p>
            <a:r>
              <a:rPr lang="en-US" sz="1600" dirty="0"/>
              <a:t>(&lt;Cell Sheet.A3&gt;, &lt;Cell Sheet.B3&gt;, &lt;Cell Sheet.C3&gt;),</a:t>
            </a:r>
          </a:p>
          <a:p>
            <a:r>
              <a:rPr lang="en-US" sz="1600" dirty="0"/>
              <a:t>(&lt;Cell Sheet.A4&gt;, &lt;Cell Sheet.B4&gt;, &lt;Cell Sheet.C4&gt;),</a:t>
            </a:r>
          </a:p>
          <a:p>
            <a:r>
              <a:rPr lang="en-US" sz="1600" dirty="0"/>
              <a:t>(&lt;Cell Sheet.A5&gt;, &lt;Cell Sheet.B5&gt;, &lt;Cell Sheet.C5&gt;),</a:t>
            </a:r>
          </a:p>
          <a:p>
            <a:r>
              <a:rPr lang="en-US" sz="1600" dirty="0"/>
              <a:t>(&lt;Cell Sheet.A6&gt;, &lt;Cell Sheet.B6&gt;, &lt;Cell Sheet.C6&gt;),</a:t>
            </a:r>
          </a:p>
          <a:p>
            <a:r>
              <a:rPr lang="en-US" sz="1600" dirty="0"/>
              <a:t>(&lt;Cell Sheet.A7&gt;, &lt;Cell Sheet.B7&gt;, &lt;Cell Sheet.C7&gt;),</a:t>
            </a:r>
          </a:p>
          <a:p>
            <a:r>
              <a:rPr lang="en-US" sz="1600" dirty="0"/>
              <a:t>(&lt;Cell Sheet.A8&gt;, &lt;Cell Sheet.B8&gt;, &lt;Cell Sheet.C8&gt;),</a:t>
            </a:r>
          </a:p>
          <a:p>
            <a:r>
              <a:rPr lang="en-US" sz="1600" dirty="0"/>
              <a:t>(&lt;Cell Sheet.A9&gt;, &lt;Cell Sheet.B9&gt;, &lt;Cell Sheet.C9&gt;))</a:t>
            </a:r>
            <a:endParaRPr lang="tr-TR" sz="1600" dirty="0"/>
          </a:p>
          <a:p>
            <a:r>
              <a:rPr lang="en-US" sz="1600" dirty="0"/>
              <a:t>((&lt;Cell Sheet.A1&gt;,</a:t>
            </a:r>
          </a:p>
          <a:p>
            <a:r>
              <a:rPr lang="en-US" sz="1600" dirty="0"/>
              <a:t>&lt;Cell Sheet.A2&gt;,</a:t>
            </a:r>
          </a:p>
          <a:p>
            <a:r>
              <a:rPr lang="en-US" sz="1600" dirty="0"/>
              <a:t>&lt;Cell Sheet.A3&gt;,</a:t>
            </a:r>
          </a:p>
          <a:p>
            <a:r>
              <a:rPr lang="en-US" sz="1600" dirty="0"/>
              <a:t>...</a:t>
            </a:r>
          </a:p>
          <a:p>
            <a:r>
              <a:rPr lang="en-US" sz="1600" dirty="0"/>
              <a:t>&lt;Cell Sheet.C9&gt;))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6B49EB8-EC44-4340-98B0-4D77B9B7C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723" y="2826066"/>
            <a:ext cx="3813544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#to iterate through all the rows or columns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'C9'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'hello world'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tuple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ws.rows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tuple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ws.columns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488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00" y="5481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Accessing</a:t>
            </a:r>
            <a:r>
              <a:rPr lang="tr-TR" dirty="0"/>
              <a:t> </a:t>
            </a:r>
            <a:r>
              <a:rPr lang="tr-TR" dirty="0" err="1"/>
              <a:t>Values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8583426"/>
              </p:ext>
            </p:extLst>
          </p:nvPr>
        </p:nvGraphicFramePr>
        <p:xfrm>
          <a:off x="512275" y="301247"/>
          <a:ext cx="8316725" cy="181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64EC37D-0EA6-43DB-B781-9C9AA8588441}"/>
              </a:ext>
            </a:extLst>
          </p:cNvPr>
          <p:cNvSpPr txBox="1"/>
          <p:nvPr/>
        </p:nvSpPr>
        <p:spPr>
          <a:xfrm>
            <a:off x="512275" y="6011329"/>
            <a:ext cx="19446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(None, None, None)</a:t>
            </a:r>
          </a:p>
          <a:p>
            <a:r>
              <a:rPr lang="it-IT" sz="1600" dirty="0"/>
              <a:t>(None, None, None)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13C62-E436-41D4-B284-CF1B2F44756A}"/>
              </a:ext>
            </a:extLst>
          </p:cNvPr>
          <p:cNvSpPr txBox="1"/>
          <p:nvPr/>
        </p:nvSpPr>
        <p:spPr>
          <a:xfrm>
            <a:off x="512275" y="3882235"/>
            <a:ext cx="831672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#Both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Worksheet.iter_rows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() and </a:t>
            </a:r>
            <a:r>
              <a:rPr kumimoji="0" lang="tr-TR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Worksheet.iter_cols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() can take the </a:t>
            </a:r>
            <a:r>
              <a:rPr kumimoji="0" lang="tr-TR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values_only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parameter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to return just the cell’s value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ws.iter_rows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values_only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(row)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03F4C-6A99-45BF-B682-6544094F6E5D}"/>
              </a:ext>
            </a:extLst>
          </p:cNvPr>
          <p:cNvSpPr txBox="1"/>
          <p:nvPr/>
        </p:nvSpPr>
        <p:spPr>
          <a:xfrm>
            <a:off x="512696" y="1939694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ws.values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value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(value)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280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7" y="134733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Accessing</a:t>
            </a:r>
            <a:r>
              <a:rPr lang="tr-TR" dirty="0"/>
              <a:t> </a:t>
            </a:r>
            <a:r>
              <a:rPr lang="tr-TR" dirty="0" err="1"/>
              <a:t>Values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82042" y="134733"/>
          <a:ext cx="2188536" cy="124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42DD8FA-AF84-4FA7-917B-BD78FE026E80}"/>
              </a:ext>
            </a:extLst>
          </p:cNvPr>
          <p:cNvSpPr txBox="1"/>
          <p:nvPr/>
        </p:nvSpPr>
        <p:spPr>
          <a:xfrm>
            <a:off x="6974709" y="3151495"/>
            <a:ext cx="21692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(None, None)</a:t>
            </a:r>
          </a:p>
          <a:p>
            <a:r>
              <a:rPr lang="en-US" dirty="0"/>
              <a:t>(None, None)</a:t>
            </a:r>
          </a:p>
          <a:p>
            <a:r>
              <a:rPr lang="en-US" dirty="0"/>
              <a:t>(None, None)</a:t>
            </a:r>
          </a:p>
          <a:p>
            <a:r>
              <a:rPr lang="en-US" dirty="0"/>
              <a:t>(None, None)</a:t>
            </a:r>
          </a:p>
          <a:p>
            <a:r>
              <a:rPr lang="en-US" dirty="0"/>
              <a:t>hello, world</a:t>
            </a:r>
          </a:p>
          <a:p>
            <a:r>
              <a:rPr lang="en-US" dirty="0"/>
              <a:t>3.14</a:t>
            </a:r>
          </a:p>
          <a:p>
            <a:r>
              <a:rPr lang="en-US" dirty="0"/>
              <a:t>(None, None)</a:t>
            </a:r>
          </a:p>
          <a:p>
            <a:r>
              <a:rPr lang="en-US" dirty="0"/>
              <a:t>(None, None)</a:t>
            </a:r>
          </a:p>
          <a:p>
            <a:r>
              <a:rPr lang="en-US" dirty="0"/>
              <a:t>('hello, world', None)</a:t>
            </a:r>
          </a:p>
          <a:p>
            <a:r>
              <a:rPr lang="en-US" dirty="0"/>
              <a:t>(None, 3.14)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18CAE-70EA-42FF-8D79-31E541CA1451}"/>
              </a:ext>
            </a:extLst>
          </p:cNvPr>
          <p:cNvSpPr txBox="1"/>
          <p:nvPr/>
        </p:nvSpPr>
        <p:spPr>
          <a:xfrm>
            <a:off x="176310" y="1643390"/>
            <a:ext cx="69652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ws.iter_rows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values_only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(row)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#to work with a cell’s value directly, you can get or set it using the value property: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ws.cell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column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c.value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'hello, world'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c.value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ws.cell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column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d.value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3.14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d.value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ws.iter_rows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values_only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(row)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101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Loading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file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319499" y="908159"/>
          <a:ext cx="8589151" cy="124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F5B7E7D-4359-4CF7-8F0E-1EDF230CEDC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9003" y="3658756"/>
            <a:ext cx="3919648" cy="250675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5E5A18-6C4D-4CD1-8936-3461A10BE907}"/>
              </a:ext>
            </a:extLst>
          </p:cNvPr>
          <p:cNvGraphicFramePr>
            <a:graphicFrameLocks noGrp="1"/>
          </p:cNvGraphicFramePr>
          <p:nvPr/>
        </p:nvGraphicFramePr>
        <p:xfrm>
          <a:off x="4989003" y="2275441"/>
          <a:ext cx="3919650" cy="124306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783930">
                  <a:extLst>
                    <a:ext uri="{9D8B030D-6E8A-4147-A177-3AD203B41FA5}">
                      <a16:colId xmlns:a16="http://schemas.microsoft.com/office/drawing/2014/main" val="2145730886"/>
                    </a:ext>
                  </a:extLst>
                </a:gridCol>
                <a:gridCol w="783930">
                  <a:extLst>
                    <a:ext uri="{9D8B030D-6E8A-4147-A177-3AD203B41FA5}">
                      <a16:colId xmlns:a16="http://schemas.microsoft.com/office/drawing/2014/main" val="55018972"/>
                    </a:ext>
                  </a:extLst>
                </a:gridCol>
                <a:gridCol w="783930">
                  <a:extLst>
                    <a:ext uri="{9D8B030D-6E8A-4147-A177-3AD203B41FA5}">
                      <a16:colId xmlns:a16="http://schemas.microsoft.com/office/drawing/2014/main" val="2967596502"/>
                    </a:ext>
                  </a:extLst>
                </a:gridCol>
                <a:gridCol w="783930">
                  <a:extLst>
                    <a:ext uri="{9D8B030D-6E8A-4147-A177-3AD203B41FA5}">
                      <a16:colId xmlns:a16="http://schemas.microsoft.com/office/drawing/2014/main" val="1652735340"/>
                    </a:ext>
                  </a:extLst>
                </a:gridCol>
                <a:gridCol w="783930">
                  <a:extLst>
                    <a:ext uri="{9D8B030D-6E8A-4147-A177-3AD203B41FA5}">
                      <a16:colId xmlns:a16="http://schemas.microsoft.com/office/drawing/2014/main" val="1440234309"/>
                    </a:ext>
                  </a:extLst>
                </a:gridCol>
              </a:tblGrid>
              <a:tr h="31076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794348"/>
                  </a:ext>
                </a:extLst>
              </a:tr>
              <a:tr h="31076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766036"/>
                  </a:ext>
                </a:extLst>
              </a:tr>
              <a:tr h="31076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72318"/>
                  </a:ext>
                </a:extLst>
              </a:tr>
              <a:tr h="310765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2376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96E609F-6443-463F-A799-AA02DD870807}"/>
              </a:ext>
            </a:extLst>
          </p:cNvPr>
          <p:cNvSpPr txBox="1"/>
          <p:nvPr/>
        </p:nvSpPr>
        <p:spPr>
          <a:xfrm>
            <a:off x="109057" y="2339317"/>
            <a:ext cx="472307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openpyxl.reader.excel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load_workbook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'range names'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#10 rows &amp; 5 columns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ws.append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(i,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+i))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#Save the file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'empty_book.xlsx'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load_workbook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filename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'empty_book.xlsx'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sheet_ranges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'range names'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sheet_ranges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'D4'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].value)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217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Writing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Excel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Document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60CABD-BC52-4163-9471-43C7E10945CF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C8722D3F-2604-4FE4-8F81-006320398A9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0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Creating</a:t>
            </a:r>
            <a:r>
              <a:rPr lang="tr-TR" dirty="0"/>
              <a:t> a Simple File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1319EF-4EB2-40BA-8BF0-E1A1328D6A27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57D64-293A-478F-9EE5-A0DC38142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592" y="1003191"/>
            <a:ext cx="4257675" cy="352425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94D0E1A-3153-454F-9EAB-C999861A7383}"/>
              </a:ext>
            </a:extLst>
          </p:cNvPr>
          <p:cNvGraphicFramePr>
            <a:graphicFrameLocks noGrp="1"/>
          </p:cNvGraphicFramePr>
          <p:nvPr/>
        </p:nvGraphicFramePr>
        <p:xfrm>
          <a:off x="4883672" y="4438258"/>
          <a:ext cx="4102536" cy="1105507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543174">
                  <a:extLst>
                    <a:ext uri="{9D8B030D-6E8A-4147-A177-3AD203B41FA5}">
                      <a16:colId xmlns:a16="http://schemas.microsoft.com/office/drawing/2014/main" val="3160030632"/>
                    </a:ext>
                  </a:extLst>
                </a:gridCol>
                <a:gridCol w="780320">
                  <a:extLst>
                    <a:ext uri="{9D8B030D-6E8A-4147-A177-3AD203B41FA5}">
                      <a16:colId xmlns:a16="http://schemas.microsoft.com/office/drawing/2014/main" val="1675904334"/>
                    </a:ext>
                  </a:extLst>
                </a:gridCol>
                <a:gridCol w="779042">
                  <a:extLst>
                    <a:ext uri="{9D8B030D-6E8A-4147-A177-3AD203B41FA5}">
                      <a16:colId xmlns:a16="http://schemas.microsoft.com/office/drawing/2014/main" val="1034929529"/>
                    </a:ext>
                  </a:extLst>
                </a:gridCol>
              </a:tblGrid>
              <a:tr h="27452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367310"/>
                  </a:ext>
                </a:extLst>
              </a:tr>
              <a:tr h="27452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181178"/>
                  </a:ext>
                </a:extLst>
              </a:tr>
              <a:tr h="541627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2023-12-25 13:18:40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441038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04DA323B-78D2-4EE2-A55C-3F921E4E2F0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3741" y="1499474"/>
            <a:ext cx="4142467" cy="2718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F3CB59-F490-432C-93B4-ED0B81F44DBA}"/>
              </a:ext>
            </a:extLst>
          </p:cNvPr>
          <p:cNvSpPr txBox="1"/>
          <p:nvPr/>
        </p:nvSpPr>
        <p:spPr>
          <a:xfrm>
            <a:off x="106733" y="1003191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grab the active worksheet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Data can be assigned directly to cells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'A1'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42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Rows can also be appended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ws.append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Python types will automatically be converted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'A3'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Save the file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"sample.xlsx"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224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Creating</a:t>
            </a:r>
            <a:r>
              <a:rPr lang="tr-TR" dirty="0"/>
              <a:t> a </a:t>
            </a:r>
            <a:r>
              <a:rPr lang="tr-TR" dirty="0" err="1"/>
              <a:t>simple</a:t>
            </a:r>
            <a:r>
              <a:rPr lang="tr-TR" dirty="0"/>
              <a:t> </a:t>
            </a:r>
            <a:r>
              <a:rPr lang="tr-TR" dirty="0" err="1"/>
              <a:t>spreadsheet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319499" y="908159"/>
          <a:ext cx="8589151" cy="124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6EADAE9-EE53-447F-A3C2-13B1BDB10CC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5364" y="3512130"/>
            <a:ext cx="2768919" cy="264306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93F54A-D355-4C1E-A3AD-F83411569834}"/>
              </a:ext>
            </a:extLst>
          </p:cNvPr>
          <p:cNvGraphicFramePr>
            <a:graphicFrameLocks noGrp="1"/>
          </p:cNvGraphicFramePr>
          <p:nvPr/>
        </p:nvGraphicFramePr>
        <p:xfrm>
          <a:off x="5525365" y="2398086"/>
          <a:ext cx="3096912" cy="1072526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032304">
                  <a:extLst>
                    <a:ext uri="{9D8B030D-6E8A-4147-A177-3AD203B41FA5}">
                      <a16:colId xmlns:a16="http://schemas.microsoft.com/office/drawing/2014/main" val="2963357952"/>
                    </a:ext>
                  </a:extLst>
                </a:gridCol>
                <a:gridCol w="1032304">
                  <a:extLst>
                    <a:ext uri="{9D8B030D-6E8A-4147-A177-3AD203B41FA5}">
                      <a16:colId xmlns:a16="http://schemas.microsoft.com/office/drawing/2014/main" val="3633664815"/>
                    </a:ext>
                  </a:extLst>
                </a:gridCol>
                <a:gridCol w="1032304">
                  <a:extLst>
                    <a:ext uri="{9D8B030D-6E8A-4147-A177-3AD203B41FA5}">
                      <a16:colId xmlns:a16="http://schemas.microsoft.com/office/drawing/2014/main" val="3980936479"/>
                    </a:ext>
                  </a:extLst>
                </a:gridCol>
              </a:tblGrid>
              <a:tr h="40958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Type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Leaf Color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Height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032858"/>
                  </a:ext>
                </a:extLst>
              </a:tr>
              <a:tr h="20838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Maple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4203984"/>
                  </a:ext>
                </a:extLst>
              </a:tr>
              <a:tr h="20838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Oak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Green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783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087184"/>
                  </a:ext>
                </a:extLst>
              </a:tr>
              <a:tr h="20838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Green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1204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6516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0EF9CF0-3FDE-4287-97CC-E24EAB8D057A}"/>
              </a:ext>
            </a:extLst>
          </p:cNvPr>
          <p:cNvSpPr txBox="1"/>
          <p:nvPr/>
        </p:nvSpPr>
        <p:spPr>
          <a:xfrm>
            <a:off x="319499" y="2339317"/>
            <a:ext cx="457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treeData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[[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"Type"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"Leaf Color"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"Height"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"Maple"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"Red"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549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"Oak"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"Green"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783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 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"Pine"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"Green"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1204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treeData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ws.append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(row)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openpyxl.styles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Font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 = Font(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"A1:C1"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cell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row: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cell.font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ft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772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Saving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 File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279277" y="1102296"/>
          <a:ext cx="8505000" cy="124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9197A94-5625-42C0-8D16-CDCE55D2CCC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3160" y="2548842"/>
            <a:ext cx="3523436" cy="3402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82BFE-A4F4-4DD9-98F3-8FB84DAAC747}"/>
              </a:ext>
            </a:extLst>
          </p:cNvPr>
          <p:cNvSpPr txBox="1"/>
          <p:nvPr/>
        </p:nvSpPr>
        <p:spPr>
          <a:xfrm>
            <a:off x="279277" y="2757001"/>
            <a:ext cx="40802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#10 rows &amp; 5 columns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ws.append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#Save the file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'balances.xlsx'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275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Saving</a:t>
            </a:r>
            <a:r>
              <a:rPr lang="tr-TR" dirty="0"/>
              <a:t> as a </a:t>
            </a:r>
            <a:r>
              <a:rPr lang="tr-TR" dirty="0" err="1"/>
              <a:t>Template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319500" y="908159"/>
          <a:ext cx="8505000" cy="124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EE8C37C-C4B6-412E-9E9C-82435A9E5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59" y="4810940"/>
            <a:ext cx="8452336" cy="131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30FC14-35A2-4864-BC20-B368B1BD175E}"/>
              </a:ext>
            </a:extLst>
          </p:cNvPr>
          <p:cNvSpPr txBox="1"/>
          <p:nvPr/>
        </p:nvSpPr>
        <p:spPr>
          <a:xfrm>
            <a:off x="319500" y="2303165"/>
            <a:ext cx="59341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openpyxl.reader.excel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load_workbook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load_workbook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'BusinessCanvas.xlsx'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wb.template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'BusinessCanvas_template.xltx'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438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A Project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Month’s</a:t>
            </a:r>
            <a:r>
              <a:rPr lang="tr-TR" dirty="0"/>
              <a:t> </a:t>
            </a:r>
            <a:r>
              <a:rPr lang="tr-TR" dirty="0" err="1"/>
              <a:t>Calender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1319EF-4EB2-40BA-8BF0-E1A1328D6A27}"/>
              </a:ext>
            </a:extLst>
          </p:cNvPr>
          <p:cNvSpPr txBox="1"/>
          <p:nvPr/>
        </p:nvSpPr>
        <p:spPr>
          <a:xfrm>
            <a:off x="5362377" y="6099941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5B85D3-750D-4640-BF6A-5DCFB034A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542639"/>
              </p:ext>
            </p:extLst>
          </p:nvPr>
        </p:nvGraphicFramePr>
        <p:xfrm>
          <a:off x="5228480" y="1036170"/>
          <a:ext cx="3849178" cy="1072356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515772">
                  <a:extLst>
                    <a:ext uri="{9D8B030D-6E8A-4147-A177-3AD203B41FA5}">
                      <a16:colId xmlns:a16="http://schemas.microsoft.com/office/drawing/2014/main" val="676744885"/>
                    </a:ext>
                  </a:extLst>
                </a:gridCol>
                <a:gridCol w="515772">
                  <a:extLst>
                    <a:ext uri="{9D8B030D-6E8A-4147-A177-3AD203B41FA5}">
                      <a16:colId xmlns:a16="http://schemas.microsoft.com/office/drawing/2014/main" val="4273086313"/>
                    </a:ext>
                  </a:extLst>
                </a:gridCol>
                <a:gridCol w="707390">
                  <a:extLst>
                    <a:ext uri="{9D8B030D-6E8A-4147-A177-3AD203B41FA5}">
                      <a16:colId xmlns:a16="http://schemas.microsoft.com/office/drawing/2014/main" val="2372368929"/>
                    </a:ext>
                  </a:extLst>
                </a:gridCol>
                <a:gridCol w="562928">
                  <a:extLst>
                    <a:ext uri="{9D8B030D-6E8A-4147-A177-3AD203B41FA5}">
                      <a16:colId xmlns:a16="http://schemas.microsoft.com/office/drawing/2014/main" val="3698820059"/>
                    </a:ext>
                  </a:extLst>
                </a:gridCol>
                <a:gridCol w="515772">
                  <a:extLst>
                    <a:ext uri="{9D8B030D-6E8A-4147-A177-3AD203B41FA5}">
                      <a16:colId xmlns:a16="http://schemas.microsoft.com/office/drawing/2014/main" val="2683828952"/>
                    </a:ext>
                  </a:extLst>
                </a:gridCol>
                <a:gridCol w="515772">
                  <a:extLst>
                    <a:ext uri="{9D8B030D-6E8A-4147-A177-3AD203B41FA5}">
                      <a16:colId xmlns:a16="http://schemas.microsoft.com/office/drawing/2014/main" val="21403968"/>
                    </a:ext>
                  </a:extLst>
                </a:gridCol>
                <a:gridCol w="515772">
                  <a:extLst>
                    <a:ext uri="{9D8B030D-6E8A-4147-A177-3AD203B41FA5}">
                      <a16:colId xmlns:a16="http://schemas.microsoft.com/office/drawing/2014/main" val="518818871"/>
                    </a:ext>
                  </a:extLst>
                </a:gridCol>
              </a:tblGrid>
              <a:tr h="1787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Monday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Tuesday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Wednesday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Thursday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Friday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Saturday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Sunday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667060"/>
                  </a:ext>
                </a:extLst>
              </a:tr>
              <a:tr h="17872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6057113"/>
                  </a:ext>
                </a:extLst>
              </a:tr>
              <a:tr h="17872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7804172"/>
                  </a:ext>
                </a:extLst>
              </a:tr>
              <a:tr h="17872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4890935"/>
                  </a:ext>
                </a:extLst>
              </a:tr>
              <a:tr h="17872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0807015"/>
                  </a:ext>
                </a:extLst>
              </a:tr>
              <a:tr h="17872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481115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F4D3BC6-30BD-4533-9F81-823F68B9162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1134" y="2375746"/>
            <a:ext cx="3626524" cy="2130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EE21E-A47D-4BBE-8F3F-A883961D364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2668" y="5323959"/>
            <a:ext cx="4364990" cy="4347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ECC52C-ABE3-4EA7-9231-8A310F1B12B6}"/>
              </a:ext>
            </a:extLst>
          </p:cNvPr>
          <p:cNvSpPr txBox="1"/>
          <p:nvPr/>
        </p:nvSpPr>
        <p:spPr>
          <a:xfrm>
            <a:off x="24987" y="604170"/>
            <a:ext cx="685658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calendar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openpyxl.utils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get_column_letter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Get the current month and year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current_month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datetime.now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().month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current_year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datetime.now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().year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Create a new Excel workbook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openpyxl.Workbook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workbook.active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sheet.title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calendar.month_name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current_month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Write the days of the week for the current month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days_in_month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calendar.monthrange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current_year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current_month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weeks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calendar.monthcalendar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current_year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current_month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col, day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enumerate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calendar.day_name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sheet.cell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row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column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=col,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value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=day)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week_num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week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enumerate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(weeks,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day_num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day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enumerate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(week,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day !=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sheet.cell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row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week_num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+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column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day_num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value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=day)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Save the workbook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workbook.save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calendar.month_name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current_month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_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current_year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_weeks.xlsx'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407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Saving</a:t>
            </a:r>
            <a:r>
              <a:rPr lang="tr-TR" dirty="0"/>
              <a:t> as a </a:t>
            </a:r>
            <a:r>
              <a:rPr lang="tr-TR" dirty="0" err="1"/>
              <a:t>Stream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319500" y="908159"/>
          <a:ext cx="8505000" cy="124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EE8C37C-C4B6-412E-9E9C-82435A9E5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59" y="4810940"/>
            <a:ext cx="8452336" cy="131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D09171-A7B0-4A05-8527-72D331545E86}"/>
              </a:ext>
            </a:extLst>
          </p:cNvPr>
          <p:cNvSpPr txBox="1"/>
          <p:nvPr/>
        </p:nvSpPr>
        <p:spPr>
          <a:xfrm>
            <a:off x="405870" y="2573139"/>
            <a:ext cx="61509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tempfile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NamedTemporaryFile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with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NamedTemporaryFile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(tmp.name)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tmp.seek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stream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tmp.read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40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Working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Styles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60CABD-BC52-4163-9471-43C7E10945CF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E9E6BF3-15FC-46B4-8D49-51520E6B0B6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05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Working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styles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7767119"/>
              </p:ext>
            </p:extLst>
          </p:nvPr>
        </p:nvGraphicFramePr>
        <p:xfrm>
          <a:off x="321719" y="690652"/>
          <a:ext cx="8589151" cy="1479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4C275A8-1D6F-4B9A-9B19-8D92AB5A4806}"/>
              </a:ext>
            </a:extLst>
          </p:cNvPr>
          <p:cNvSpPr txBox="1"/>
          <p:nvPr/>
        </p:nvSpPr>
        <p:spPr>
          <a:xfrm>
            <a:off x="62354" y="2312004"/>
            <a:ext cx="457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openpyxl.styles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PatternFill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Border, Side, Alignment, Protection, Font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#Deafult values for the styles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font = Font(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'Calibri'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size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italic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vertAlign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underline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'none'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strike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fill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PatternFill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fill_type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start_color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'FFFFFFFF'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end_color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B60F9-85CB-4604-9505-6465224221FA}"/>
              </a:ext>
            </a:extLst>
          </p:cNvPr>
          <p:cNvSpPr txBox="1"/>
          <p:nvPr/>
        </p:nvSpPr>
        <p:spPr>
          <a:xfrm>
            <a:off x="4138367" y="2184872"/>
            <a:ext cx="49432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border = Border(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left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right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bottom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diagonal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diagonal_direction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endParaRPr kumimoji="0" lang="tr-TR" altLang="en-US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400" b="0" i="0" u="none" strike="noStrike" cap="none" normalizeH="0" baseline="0" dirty="0">
              <a:ln>
                <a:noFill/>
              </a:ln>
              <a:solidFill>
                <a:srgbClr val="660099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outline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vertical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horizontal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=Side(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border_style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'FF000000'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alignment=Alignment(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horizontal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'general'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vertical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'bottom'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text_rotation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wrap_text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shrink_to_fit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indent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number_format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'General'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protection = Protection(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locked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hidden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83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Style</a:t>
            </a:r>
            <a:r>
              <a:rPr lang="tr-TR" dirty="0"/>
              <a:t> </a:t>
            </a:r>
            <a:r>
              <a:rPr lang="en-US" dirty="0"/>
              <a:t>Templates</a:t>
            </a:r>
            <a:r>
              <a:rPr lang="tr-TR" dirty="0"/>
              <a:t> : </a:t>
            </a:r>
            <a:r>
              <a:rPr lang="en-US" dirty="0"/>
              <a:t>Cell Styles and Named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321719" y="802717"/>
          <a:ext cx="8184876" cy="124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D4950B-24C1-4B5E-B736-5117A2C28764}"/>
              </a:ext>
            </a:extLst>
          </p:cNvPr>
          <p:cNvSpPr txBox="1"/>
          <p:nvPr/>
        </p:nvSpPr>
        <p:spPr>
          <a:xfrm>
            <a:off x="321719" y="2102107"/>
            <a:ext cx="756735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openpyxl.styles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colors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openpyxl.styles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Font, Color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a1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'A1'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d4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'D4'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 = Font(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"FF0000"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a1.font = ft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d4.font = ft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#a1.font.italic = True # is not allowed #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doctest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: +SKIP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If you want to change the color of a Font, you need to reassign it::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a1.font = Font(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"FF0000"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italic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the change only affects A1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215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Style</a:t>
            </a:r>
            <a:r>
              <a:rPr lang="tr-TR" dirty="0"/>
              <a:t> </a:t>
            </a:r>
            <a:r>
              <a:rPr lang="en-US" dirty="0"/>
              <a:t>Templates</a:t>
            </a:r>
            <a:r>
              <a:rPr lang="tr-TR" dirty="0"/>
              <a:t> : </a:t>
            </a:r>
            <a:r>
              <a:rPr lang="en-US" dirty="0"/>
              <a:t>Copying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/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35A9BB8-55E6-4C54-BE9D-7614EC86DCFF}"/>
              </a:ext>
            </a:extLst>
          </p:cNvPr>
          <p:cNvSpPr txBox="1"/>
          <p:nvPr/>
        </p:nvSpPr>
        <p:spPr>
          <a:xfrm>
            <a:off x="4936837" y="5223665"/>
            <a:ext cx="3446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Font-1=&gt; Name: Arial, Size: 14.0</a:t>
            </a:r>
          </a:p>
          <a:p>
            <a:r>
              <a:rPr lang="en-US" dirty="0"/>
              <a:t>Font-2=&gt; Name: Tahoma, Size: 14.0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754F6-CD4C-4C15-91E4-9B20390B5AE6}"/>
              </a:ext>
            </a:extLst>
          </p:cNvPr>
          <p:cNvSpPr txBox="1"/>
          <p:nvPr/>
        </p:nvSpPr>
        <p:spPr>
          <a:xfrm>
            <a:off x="4936837" y="3910143"/>
            <a:ext cx="3446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Font-1=&gt; Name: Arial, Size: 14.0</a:t>
            </a:r>
          </a:p>
          <a:p>
            <a:r>
              <a:rPr lang="en-US" dirty="0"/>
              <a:t>Font-2=&gt; Name: Arial, Size: 14.0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F71B3-B509-42B8-88B4-D031B5AF271E}"/>
              </a:ext>
            </a:extLst>
          </p:cNvPr>
          <p:cNvSpPr txBox="1"/>
          <p:nvPr/>
        </p:nvSpPr>
        <p:spPr>
          <a:xfrm>
            <a:off x="321719" y="2823008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openpyxl.styles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Font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copy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copy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ft1 = Font(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'Arial'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ft2 = copy(ft1)</a:t>
            </a: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f'Font-1=&gt; Name: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ft1.name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Size: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ft1.size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f'Font-2=&gt; Name: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ft2.name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Size: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ft2.size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lang="tr-TR" altLang="en-US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ft2.name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"Tahoma"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f'Font-1=&gt; Name: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ft1.name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Size: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ft1.size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f'Font-2=&gt; Name: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ft2.name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Size: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ft2.size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3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Formulas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60CABD-BC52-4163-9471-43C7E10945CF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FE48131-8B2E-4996-A9AA-D0ACD9BF995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99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Formulas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79320"/>
              </p:ext>
            </p:extLst>
          </p:nvPr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C40D2D9-1154-4BB5-98B9-A5F9542F727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932" y="2639101"/>
            <a:ext cx="4045938" cy="3152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567594-AC00-4811-91C0-230ECA5DFB9E}"/>
              </a:ext>
            </a:extLst>
          </p:cNvPr>
          <p:cNvSpPr txBox="1"/>
          <p:nvPr/>
        </p:nvSpPr>
        <p:spPr>
          <a:xfrm>
            <a:off x="321719" y="2639101"/>
            <a:ext cx="41535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'A1'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200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'A2'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300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'A3'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'=SUM(A1:A2)'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'writeFormula.xlsx'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725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Formulas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564899"/>
              </p:ext>
            </p:extLst>
          </p:nvPr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0B48218-4B31-46DA-97B4-51AF54962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29" y="2768849"/>
            <a:ext cx="6135773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openpyxl.reader.excel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load_workbook</a:t>
            </a: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wbFormulas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load_workbook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filename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'writeFormula.xlsx'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wbFormulas.active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(sheet[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'A3'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].value)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78EF4-D690-4EFA-AB90-F7E5CF15E8E9}"/>
              </a:ext>
            </a:extLst>
          </p:cNvPr>
          <p:cNvSpPr txBox="1"/>
          <p:nvPr/>
        </p:nvSpPr>
        <p:spPr>
          <a:xfrm>
            <a:off x="6624870" y="397717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=SUM(A1:A2)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7D86779-F584-4CE7-B7B1-184BC867C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28" y="4556474"/>
            <a:ext cx="6135773" cy="1077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wbFormulas = load_workbook(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filename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'writeFormula.xlsx'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data_only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wbFormulas.active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(sheet[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'A3'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].value)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6E071A-CC4B-4322-8F79-C8D610861742}"/>
              </a:ext>
            </a:extLst>
          </p:cNvPr>
          <p:cNvSpPr txBox="1"/>
          <p:nvPr/>
        </p:nvSpPr>
        <p:spPr>
          <a:xfrm>
            <a:off x="6624870" y="5278332"/>
            <a:ext cx="2072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1872402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Adjusting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Rows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&amp;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Columns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60CABD-BC52-4163-9471-43C7E10945CF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EEBCB5F3-95BD-4503-953C-A43466210C0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17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Adjusting</a:t>
            </a:r>
            <a:r>
              <a:rPr lang="tr-TR" dirty="0"/>
              <a:t> Cell Size </a:t>
            </a:r>
            <a:r>
              <a:rPr lang="tr-TR" dirty="0" err="1"/>
              <a:t>Programmatically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8962176"/>
              </p:ext>
            </p:extLst>
          </p:nvPr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1511FFD-C162-41CB-B900-995EDD2A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89" y="3407734"/>
            <a:ext cx="5475767" cy="2062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 = openpyxl.Workbook()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wb.active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'A1'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'Tall row'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'B2'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'Wide column'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sheet.row_dimensions[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].height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70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sheet.column_dimensions[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'B'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].width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wb.save(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'dimensions.xlsx'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E5C30-EA63-41D7-BEB8-0F1A51E20F2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970" y="2413591"/>
            <a:ext cx="3421900" cy="360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2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Merging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Unmerging</a:t>
            </a:r>
            <a:r>
              <a:rPr lang="tr-TR" dirty="0"/>
              <a:t> </a:t>
            </a:r>
            <a:r>
              <a:rPr lang="tr-TR" dirty="0" err="1"/>
              <a:t>Cells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287598"/>
              </p:ext>
            </p:extLst>
          </p:nvPr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C01A4ED-B246-471B-BEA8-E7AD11BAD68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7301" y="2517702"/>
            <a:ext cx="3948975" cy="3430784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6AF5D48E-1ECF-4CB7-930C-B5F40CAEC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724" y="2650050"/>
            <a:ext cx="4650723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#Merging the size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sheet.merge_cells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'A1:D3'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'A1'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'Twelve cells merged together.'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sheet.merge_cells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'C5:D5'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'C5'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'Two merged cells.'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'merged.xlsx'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63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Merging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Unmerging</a:t>
            </a:r>
            <a:r>
              <a:rPr lang="tr-TR" dirty="0"/>
              <a:t> </a:t>
            </a:r>
            <a:r>
              <a:rPr lang="tr-TR" dirty="0" err="1"/>
              <a:t>Cells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1436248"/>
              </p:ext>
            </p:extLst>
          </p:nvPr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1FCCC5F-7030-476C-81AE-61926457CBD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6528" y="2525656"/>
            <a:ext cx="3614342" cy="347225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2518ABB-E3A6-41CC-8F05-D02252BAD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19" y="2770335"/>
            <a:ext cx="4650724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#unmerve the cells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openpyxl.load_workbook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'merged.xlsx'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sheet.unmerge_cells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'A1:D3'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sheet.unmerge_cells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'C5:D5'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'unmerged.xlsx'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009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Freeze</a:t>
            </a:r>
            <a:r>
              <a:rPr lang="tr-TR" dirty="0"/>
              <a:t> </a:t>
            </a:r>
            <a:r>
              <a:rPr lang="tr-TR" dirty="0" err="1"/>
              <a:t>Panes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302873"/>
              </p:ext>
            </p:extLst>
          </p:nvPr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7BFD0D7-3522-4A4F-B270-059ADF977A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156" y="3076335"/>
            <a:ext cx="5789687" cy="273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64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Freeze</a:t>
            </a:r>
            <a:r>
              <a:rPr lang="tr-TR" dirty="0"/>
              <a:t> </a:t>
            </a:r>
            <a:r>
              <a:rPr lang="tr-TR" dirty="0" err="1"/>
              <a:t>Panes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350459"/>
              </p:ext>
            </p:extLst>
          </p:nvPr>
        </p:nvGraphicFramePr>
        <p:xfrm>
          <a:off x="1004625" y="690653"/>
          <a:ext cx="6943327" cy="4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D991F91-EAD1-4BA3-93FC-2AA427A7222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625" y="1244121"/>
            <a:ext cx="3289582" cy="29568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D336C1-F09D-4F27-83D4-38B87FCA66A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4401" y="1244121"/>
            <a:ext cx="3289582" cy="2952051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FCBD9941-4E24-4E37-B08F-8C878F3D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25" y="4217310"/>
            <a:ext cx="4826643" cy="2062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#freeze the panes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openpyxl.load_workbook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'produceSales.xlsx'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sheet.freeze_panes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'A2'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'freezeExample.xlsx'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87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12</a:t>
            </a:r>
            <a:r>
              <a:rPr lang="en-US" sz="2800" dirty="0"/>
              <a:t>: </a:t>
            </a:r>
            <a:r>
              <a:rPr lang="tr-TR" sz="2800" dirty="0" err="1"/>
              <a:t>Working</a:t>
            </a:r>
            <a:r>
              <a:rPr lang="tr-TR" sz="2800" dirty="0"/>
              <a:t> </a:t>
            </a:r>
            <a:r>
              <a:rPr lang="tr-TR" sz="2800" dirty="0" err="1"/>
              <a:t>with</a:t>
            </a:r>
            <a:r>
              <a:rPr lang="tr-TR" sz="2800" dirty="0"/>
              <a:t> Excel </a:t>
            </a:r>
            <a:r>
              <a:rPr lang="tr-TR" sz="2800" dirty="0" err="1"/>
              <a:t>Spreadsheets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Charts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60CABD-BC52-4163-9471-43C7E10945CF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64D61F7C-4269-417D-975F-86A40C20733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888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70" y="258652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Charts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3EE31C8-542D-43A3-91A0-84955B2CA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926936"/>
              </p:ext>
            </p:extLst>
          </p:nvPr>
        </p:nvGraphicFramePr>
        <p:xfrm>
          <a:off x="321719" y="802717"/>
          <a:ext cx="8184876" cy="1610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506C36B-3698-4CF2-B90C-044C8A2406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0811303"/>
              </p:ext>
            </p:extLst>
          </p:nvPr>
        </p:nvGraphicFramePr>
        <p:xfrm>
          <a:off x="321719" y="2452425"/>
          <a:ext cx="8216406" cy="382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678696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957B-3617-4AAB-8399-DDB8E7CDFED0}"/>
              </a:ext>
            </a:extLst>
          </p:cNvPr>
          <p:cNvSpPr txBox="1"/>
          <p:nvPr/>
        </p:nvSpPr>
        <p:spPr>
          <a:xfrm>
            <a:off x="5084696" y="6279413"/>
            <a:ext cx="34219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12: Working with Excel Spreadsheets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231D5A6-F9A4-4377-A121-23A3EB07C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09" y="181957"/>
            <a:ext cx="6932283" cy="64940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Workbook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Workbook()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wb.active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create some data in column A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'A'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str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)]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openpyxl.chart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BarChart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Reference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BarChart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chart.type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"col"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chart.title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"Temporal Increment"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chart.y_axis.title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'Height (cm)'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chart.x_axis.title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'Increment'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chart.legend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None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data = Reference(sheet,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categories = Reference(sheet,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max_row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max_col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chart.add_data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(data)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chart.set_categories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(categories)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sheet.add_chart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(chart,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"E1"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wb.save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'sampleChart.xlsx'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493E8-3DF6-432F-94F3-0D5EA2D78C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2804" y="1791444"/>
            <a:ext cx="4007487" cy="2069762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296024CD-A399-4558-9F60-98F8DCB39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696" y="880253"/>
            <a:ext cx="3826261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 </a:t>
            </a:r>
            <a:r>
              <a:rPr kumimoji="0" lang="tr-TR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Names</a:t>
            </a:r>
            <a:r>
              <a:rPr kumimoji="0" lang="tr-TR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BarChart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LineChart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ScatterChart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PieChart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075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92E1D-0764-4172-B788-45BD5F534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5" y="7416"/>
            <a:ext cx="9102717" cy="6850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tr-TR" sz="2000" dirty="0"/>
              <a:t>Asses what you got so far!</a:t>
            </a:r>
            <a:endParaRPr lang="en-US" sz="20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sz="1600" dirty="0"/>
              <a:t>Noticible issues</a:t>
            </a:r>
            <a:endParaRPr lang="en-US" sz="1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0" y="2525906"/>
            <a:ext cx="2876429" cy="331454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Excel Documents</a:t>
            </a:r>
          </a:p>
          <a:p>
            <a:pPr marL="0" indent="0">
              <a:buNone/>
            </a:pPr>
            <a:r>
              <a:rPr lang="en-US" sz="1600" dirty="0" err="1"/>
              <a:t>OpenPyXL</a:t>
            </a:r>
            <a:r>
              <a:rPr lang="en-US" sz="1600" dirty="0"/>
              <a:t> Module</a:t>
            </a:r>
          </a:p>
          <a:p>
            <a:pPr marL="0" indent="0">
              <a:buNone/>
            </a:pPr>
            <a:r>
              <a:rPr lang="en-US" sz="1600" dirty="0"/>
              <a:t>Reading &amp; Writing Excel Documents</a:t>
            </a:r>
          </a:p>
          <a:p>
            <a:pPr marL="0" indent="0">
              <a:buNone/>
            </a:pPr>
            <a:r>
              <a:rPr lang="tr-TR" sz="1600" dirty="0" err="1"/>
              <a:t>Playing</a:t>
            </a:r>
            <a:r>
              <a:rPr lang="tr-TR" sz="1600" dirty="0"/>
              <a:t> </a:t>
            </a:r>
            <a:r>
              <a:rPr lang="tr-TR" sz="1600" dirty="0" err="1"/>
              <a:t>with</a:t>
            </a:r>
            <a:r>
              <a:rPr lang="tr-TR" sz="1600" dirty="0"/>
              <a:t> </a:t>
            </a:r>
            <a:r>
              <a:rPr lang="tr-TR" sz="1600" dirty="0" err="1"/>
              <a:t>styles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Formulas</a:t>
            </a:r>
          </a:p>
          <a:p>
            <a:pPr marL="0" indent="0">
              <a:buNone/>
            </a:pPr>
            <a:r>
              <a:rPr lang="en-US" sz="1600" dirty="0"/>
              <a:t>Adjusting Rows &amp; </a:t>
            </a:r>
            <a:r>
              <a:rPr lang="en-US" sz="1600" dirty="0" err="1"/>
              <a:t>Collumns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Charts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sz="1600" dirty="0" err="1"/>
              <a:t>Unclarified</a:t>
            </a:r>
            <a:r>
              <a:rPr lang="tr-TR" sz="1600" dirty="0"/>
              <a:t> </a:t>
            </a:r>
            <a:r>
              <a:rPr lang="tr-TR" sz="1600" dirty="0" err="1"/>
              <a:t>issues</a:t>
            </a:r>
            <a:endParaRPr lang="en-US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sz="1600" dirty="0"/>
              <a:t>What are the points need further explanations?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t>Interesting Details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marR="0" lvl="0" indent="-200025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What is the most interesting details in this chapter?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469284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469284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386825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F703821-11D2-42EB-8B0B-9BD0F3D365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2749" r="274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1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4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1_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16c05727-aa75-4e4a-9b5f-8a80a1165891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5021</Words>
  <Application>Microsoft Office PowerPoint</Application>
  <PresentationFormat>On-screen Show (4:3)</PresentationFormat>
  <Paragraphs>625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Calibri</vt:lpstr>
      <vt:lpstr>Calibri Light</vt:lpstr>
      <vt:lpstr>JetBrains Mono</vt:lpstr>
      <vt:lpstr>NewBaskerville-Roman</vt:lpstr>
      <vt:lpstr>Rockwell</vt:lpstr>
      <vt:lpstr>TheSansMonoCondensed-Bold</vt:lpstr>
      <vt:lpstr>TheSansMonoCondensed-Plain</vt:lpstr>
      <vt:lpstr>Times New Roman</vt:lpstr>
      <vt:lpstr>Office Theme</vt:lpstr>
      <vt:lpstr>1_Office Theme</vt:lpstr>
      <vt:lpstr>Chapter 12: Working with Excel Spreadsheets</vt:lpstr>
      <vt:lpstr>Content</vt:lpstr>
      <vt:lpstr>Chapter 12: Working with Excel Spreadsheets</vt:lpstr>
      <vt:lpstr>Excel Documents</vt:lpstr>
      <vt:lpstr>Excel Documents</vt:lpstr>
      <vt:lpstr>Chapter 12: Working with Excel Spreadsheets</vt:lpstr>
      <vt:lpstr>Python’s Spreadsheet Library</vt:lpstr>
      <vt:lpstr>Installing OpenPyXL Module</vt:lpstr>
      <vt:lpstr>Python’s Spreadsheet Library</vt:lpstr>
      <vt:lpstr>Chapter 12: Working with Excel Spreadsheets</vt:lpstr>
      <vt:lpstr>Working with Worksheets</vt:lpstr>
      <vt:lpstr>Working with Worksheets</vt:lpstr>
      <vt:lpstr>Cell Operations</vt:lpstr>
      <vt:lpstr>Cell Creation</vt:lpstr>
      <vt:lpstr>Accessing many cells</vt:lpstr>
      <vt:lpstr>Row &amp; Column Iterators</vt:lpstr>
      <vt:lpstr>Worksheet rows &amp; columns Attributes</vt:lpstr>
      <vt:lpstr>Accessing Values</vt:lpstr>
      <vt:lpstr>Accessing Values</vt:lpstr>
      <vt:lpstr>Loading from a file</vt:lpstr>
      <vt:lpstr>Chapter 12: Working with Excel Spreadsheets</vt:lpstr>
      <vt:lpstr>Creating a Simple File</vt:lpstr>
      <vt:lpstr>Creating a simple spreadsheet</vt:lpstr>
      <vt:lpstr>Saving to A File</vt:lpstr>
      <vt:lpstr>Saving as a Template</vt:lpstr>
      <vt:lpstr>A Project to Get Month’s Calender</vt:lpstr>
      <vt:lpstr>Saving as a Stream</vt:lpstr>
      <vt:lpstr>Chapter 12: Working with Excel Spreadsheets</vt:lpstr>
      <vt:lpstr>Working with styles</vt:lpstr>
      <vt:lpstr>Style Templates : Cell Styles and Named Styles</vt:lpstr>
      <vt:lpstr>Style Templates : Copying Styles</vt:lpstr>
      <vt:lpstr>Chapter 12: Working with Excel Spreadsheets</vt:lpstr>
      <vt:lpstr>Formulas</vt:lpstr>
      <vt:lpstr>Formulas</vt:lpstr>
      <vt:lpstr>Chapter 12: Working with Excel Spreadsheets</vt:lpstr>
      <vt:lpstr>Adjusting Cell Size Programmatically</vt:lpstr>
      <vt:lpstr>Merging and Unmerging Cells</vt:lpstr>
      <vt:lpstr>Merging and Unmerging Cells</vt:lpstr>
      <vt:lpstr>Freeze Panes</vt:lpstr>
      <vt:lpstr>Freeze Panes</vt:lpstr>
      <vt:lpstr>Chapter 12: Working with Excel Spreadsheets</vt:lpstr>
      <vt:lpstr>Charts</vt:lpstr>
      <vt:lpstr>PowerPoint Presentation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2021-05-30T22:36:36Z</dcterms:created>
  <dcterms:modified xsi:type="dcterms:W3CDTF">2024-12-13T16:08:57Z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2021-05-30T22:41:30Z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ad56aed8-3cc2-4a85-bd80-d40c0e69367b</vt:lpwstr>
  </property>
  <property fmtid="{D5CDD505-2E9C-101B-9397-08002B2CF9AE}" pid="8" name="MSIP_Label_c66f6488-6f7b-4340-b880-828136ff7811_ContentBits">
    <vt:lpwstr>0</vt:lpwstr>
  </property>
</Properties>
</file>