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  <p:sldMasterId id="2147483691" r:id="rId5"/>
  </p:sldMasterIdLst>
  <p:notesMasterIdLst>
    <p:notesMasterId r:id="rId52"/>
  </p:notesMasterIdLst>
  <p:handoutMasterIdLst>
    <p:handoutMasterId r:id="rId53"/>
  </p:handoutMasterIdLst>
  <p:sldIdLst>
    <p:sldId id="256" r:id="rId6"/>
    <p:sldId id="261" r:id="rId7"/>
    <p:sldId id="405" r:id="rId8"/>
    <p:sldId id="411" r:id="rId9"/>
    <p:sldId id="442" r:id="rId10"/>
    <p:sldId id="492" r:id="rId11"/>
    <p:sldId id="443" r:id="rId12"/>
    <p:sldId id="493" r:id="rId13"/>
    <p:sldId id="494" r:id="rId14"/>
    <p:sldId id="466" r:id="rId15"/>
    <p:sldId id="495" r:id="rId16"/>
    <p:sldId id="357" r:id="rId17"/>
    <p:sldId id="496" r:id="rId18"/>
    <p:sldId id="497" r:id="rId19"/>
    <p:sldId id="467" r:id="rId20"/>
    <p:sldId id="498" r:id="rId21"/>
    <p:sldId id="499" r:id="rId22"/>
    <p:sldId id="500" r:id="rId23"/>
    <p:sldId id="501" r:id="rId24"/>
    <p:sldId id="503" r:id="rId25"/>
    <p:sldId id="468" r:id="rId26"/>
    <p:sldId id="502" r:id="rId27"/>
    <p:sldId id="504" r:id="rId28"/>
    <p:sldId id="505" r:id="rId29"/>
    <p:sldId id="506" r:id="rId30"/>
    <p:sldId id="507" r:id="rId31"/>
    <p:sldId id="509" r:id="rId32"/>
    <p:sldId id="508" r:id="rId33"/>
    <p:sldId id="429" r:id="rId34"/>
    <p:sldId id="472" r:id="rId35"/>
    <p:sldId id="359" r:id="rId36"/>
    <p:sldId id="430" r:id="rId37"/>
    <p:sldId id="395" r:id="rId38"/>
    <p:sldId id="510" r:id="rId39"/>
    <p:sldId id="511" r:id="rId40"/>
    <p:sldId id="487" r:id="rId41"/>
    <p:sldId id="361" r:id="rId42"/>
    <p:sldId id="489" r:id="rId43"/>
    <p:sldId id="488" r:id="rId44"/>
    <p:sldId id="490" r:id="rId45"/>
    <p:sldId id="491" r:id="rId46"/>
    <p:sldId id="512" r:id="rId47"/>
    <p:sldId id="513" r:id="rId48"/>
    <p:sldId id="514" r:id="rId49"/>
    <p:sldId id="299" r:id="rId50"/>
    <p:sldId id="279" r:id="rId5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CB2"/>
    <a:srgbClr val="3471A1"/>
    <a:srgbClr val="FFD542"/>
    <a:srgbClr val="FFD744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07" autoAdjust="0"/>
  </p:normalViewPr>
  <p:slideViewPr>
    <p:cSldViewPr snapToGrid="0">
      <p:cViewPr varScale="1">
        <p:scale>
          <a:sx n="73" d="100"/>
          <a:sy n="73" d="100"/>
        </p:scale>
        <p:origin x="1402" y="62"/>
      </p:cViewPr>
      <p:guideLst/>
    </p:cSldViewPr>
  </p:slideViewPr>
  <p:outlineViewPr>
    <p:cViewPr>
      <p:scale>
        <a:sx n="33" d="100"/>
        <a:sy n="33" d="100"/>
      </p:scale>
      <p:origin x="0" y="-1739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50" d="100"/>
          <a:sy n="50" d="100"/>
        </p:scale>
        <p:origin x="2640" y="3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viewProps" Target="view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theme" Target="theme/theme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tableStyles" Target="tableStyles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5/6/2022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8F815A-5A10-42A8-9FEC-3938D2D9BA48}" type="datetimeFigureOut">
              <a:rPr lang="en-US" noProof="0" smtClean="0"/>
              <a:t>5/6/2022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649DAF-093F-4482-AA38-346E9A2DEE9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6813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213935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892645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2391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6958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416514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11838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come back to make corrections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936826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037484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come back to make corrections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554809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272549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256413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418637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come back to make corrections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70475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329916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852825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come back to make corrections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818906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701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come back to make corrections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751902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998337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come back to make corrections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745175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523760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3758871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come back to make corrections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225579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come back to make corrections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346092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come back to make corrections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5388468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1872691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2926850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come back to make corrections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4007667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30446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30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466760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5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33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7161454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34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5028980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35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9679725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36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6511283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38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800188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40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3392234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42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5293324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44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0899904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649DAF-093F-4482-AA38-346E9A2DEE9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409852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46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43095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036" y="86714"/>
            <a:ext cx="9013929" cy="6684572"/>
          </a:xfrm>
          <a:solidFill>
            <a:schemeClr val="bg1">
              <a:lumMod val="85000"/>
            </a:schemeClr>
          </a:solidFill>
        </p:spPr>
        <p:txBody>
          <a:bodyPr lIns="360000" tIns="360000"/>
          <a:lstStyle>
            <a:lvl1pPr marL="0" indent="0">
              <a:buNone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768422"/>
            <a:ext cx="5130000" cy="2387600"/>
          </a:xfrm>
          <a:solidFill>
            <a:schemeClr val="tx1">
              <a:alpha val="80000"/>
            </a:schemeClr>
          </a:solidFill>
        </p:spPr>
        <p:txBody>
          <a:bodyPr lIns="432000" rIns="432000" bIns="144000" anchor="b"/>
          <a:lstStyle>
            <a:lvl1pPr algn="l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3578"/>
            <a:ext cx="5130000" cy="936000"/>
          </a:xfrm>
          <a:solidFill>
            <a:schemeClr val="tx1">
              <a:alpha val="90000"/>
            </a:schemeClr>
          </a:solidFill>
        </p:spPr>
        <p:txBody>
          <a:bodyPr lIns="432000" tIns="144000"/>
          <a:lstStyle>
            <a:lvl1pPr marL="0" indent="0" algn="l">
              <a:buNone/>
              <a:defRPr sz="1575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334038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Half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74E1F0E-A827-4F38-BAAB-5D5831E0813A}"/>
              </a:ext>
            </a:extLst>
          </p:cNvPr>
          <p:cNvSpPr/>
          <p:nvPr userDrawn="1"/>
        </p:nvSpPr>
        <p:spPr>
          <a:xfrm>
            <a:off x="0" y="6771286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7D9229-CE8B-44FD-B1E6-2FE619F40B4F}"/>
              </a:ext>
            </a:extLst>
          </p:cNvPr>
          <p:cNvSpPr/>
          <p:nvPr userDrawn="1"/>
        </p:nvSpPr>
        <p:spPr>
          <a:xfrm>
            <a:off x="0" y="0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83AF15-88E9-4D75-9D5E-7E4924887E91}"/>
              </a:ext>
            </a:extLst>
          </p:cNvPr>
          <p:cNvSpPr/>
          <p:nvPr userDrawn="1"/>
        </p:nvSpPr>
        <p:spPr>
          <a:xfrm rot="5400000">
            <a:off x="-3396482" y="3396481"/>
            <a:ext cx="6858001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B18E46-480F-48E8-9675-259D3D06A00D}"/>
              </a:ext>
            </a:extLst>
          </p:cNvPr>
          <p:cNvSpPr/>
          <p:nvPr userDrawn="1"/>
        </p:nvSpPr>
        <p:spPr>
          <a:xfrm rot="5400000">
            <a:off x="5682482" y="3396482"/>
            <a:ext cx="6858000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036" y="86714"/>
            <a:ext cx="4506964" cy="6684572"/>
          </a:xfrm>
          <a:solidFill>
            <a:schemeClr val="bg1">
              <a:lumMod val="85000"/>
            </a:schemeClr>
          </a:solidFill>
        </p:spPr>
        <p:txBody>
          <a:bodyPr lIns="0" tIns="0" anchor="ctr"/>
          <a:lstStyle>
            <a:lvl1pPr marL="0" indent="0" algn="ctr">
              <a:buNone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0" y="86714"/>
            <a:ext cx="4506965" cy="4068402"/>
          </a:xfrm>
          <a:solidFill>
            <a:schemeClr val="tx1">
              <a:alpha val="80000"/>
            </a:schemeClr>
          </a:solidFill>
        </p:spPr>
        <p:txBody>
          <a:bodyPr lIns="288000" rIns="432000" bIns="144000" anchor="b"/>
          <a:lstStyle>
            <a:lvl1pPr algn="r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4152672"/>
            <a:ext cx="4506965" cy="1818422"/>
          </a:xfrm>
          <a:solidFill>
            <a:schemeClr val="bg1">
              <a:lumMod val="95000"/>
              <a:alpha val="80000"/>
            </a:schemeClr>
          </a:solidFill>
        </p:spPr>
        <p:txBody>
          <a:bodyPr lIns="288000" tIns="144000" rIns="432000"/>
          <a:lstStyle>
            <a:lvl1pPr marL="0" indent="0" algn="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94FE7-F6B5-D34D-B846-52B81F6F6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9E631-FFE0-4842-9C8D-2977AD46DA07}"/>
              </a:ext>
            </a:extLst>
          </p:cNvPr>
          <p:cNvSpPr txBox="1"/>
          <p:nvPr userDrawn="1"/>
        </p:nvSpPr>
        <p:spPr>
          <a:xfrm>
            <a:off x="4396468" y="66130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04743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and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00" y="3517901"/>
            <a:ext cx="4509000" cy="1409700"/>
          </a:xfrm>
          <a:solidFill>
            <a:schemeClr val="tx1"/>
          </a:solidFill>
        </p:spPr>
        <p:txBody>
          <a:bodyPr lIns="288000" rIns="432000" bIns="144000" anchor="b"/>
          <a:lstStyle>
            <a:lvl1pPr algn="r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00" y="4927601"/>
            <a:ext cx="4509000" cy="1845743"/>
          </a:xfrm>
          <a:solidFill>
            <a:schemeClr val="tx1">
              <a:lumMod val="85000"/>
              <a:lumOff val="15000"/>
            </a:schemeClr>
          </a:solidFill>
        </p:spPr>
        <p:txBody>
          <a:bodyPr lIns="288000" tIns="144000" rIns="432000"/>
          <a:lstStyle>
            <a:lvl1pPr marL="0" indent="0" algn="r">
              <a:buNone/>
              <a:defRPr sz="1575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94FE7-F6B5-D34D-B846-52B81F6F6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9E631-FFE0-4842-9C8D-2977AD46DA07}"/>
              </a:ext>
            </a:extLst>
          </p:cNvPr>
          <p:cNvSpPr txBox="1"/>
          <p:nvPr userDrawn="1"/>
        </p:nvSpPr>
        <p:spPr>
          <a:xfrm>
            <a:off x="4396468" y="66130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000" y="86715"/>
            <a:ext cx="4506964" cy="3431187"/>
          </a:xfrm>
          <a:solidFill>
            <a:srgbClr val="333333"/>
          </a:solidFill>
        </p:spPr>
        <p:txBody>
          <a:bodyPr lIns="0" tIns="0" anchor="ctr"/>
          <a:lstStyle>
            <a:lvl1pPr marL="0" indent="0" algn="ctr">
              <a:buNone/>
              <a:defRPr sz="825" i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D5F0C9D-A08F-4539-BA26-61D24BBE6E9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848225" y="1152000"/>
            <a:ext cx="3980775" cy="4680000"/>
          </a:xfrm>
        </p:spPr>
        <p:txBody>
          <a:bodyPr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07283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00" y="1152000"/>
            <a:ext cx="8505000" cy="468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F6D6B0F-FF8B-4D60-B712-A57904D5502C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FF5FB50-33B5-4195-92D6-70891F240926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ECD958F-56E9-4A3B-9C25-D5970592C848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2F4FF18-9272-43AF-912E-B1CF8BF148D4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E9C7EB4-9E81-4394-8C2C-A54BBD15B51D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E681EC0-A139-4B14-89E8-F237CB63D4C9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7F87648-ABB4-4C97-BB6D-58342407E9DF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802EFEB-F4DF-4501-91AA-173B60EBBBAA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109FE51D-8E02-4ED7-862B-5CF838F7F77F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ECB9E40-5923-4571-9C8E-D7412C1283B2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46052C9-826B-47AC-9F6B-3078D4F43748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0C3867F5-4C6F-48BE-9DFF-9046D1FE6771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B0CB40F-9E6F-457D-9C1F-9769BC3AE13E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0FCD03E7-2128-4C04-A914-409506646A76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E0A84F6-FEAA-4BDD-9282-20006CFE8BD1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CD00A51-7C86-40CE-9A85-9305A72856F5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2581C84-47AA-4227-BB97-9D73745C6350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3D0208D-7363-46C1-93C0-34D5C7CC03D4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BF00BA4-FF52-480A-802E-02DFDD8C7441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8FC3C8E-D2F9-46FE-B29F-17C02B89FFCC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AC53E23-4CA7-479D-B22A-A5FCB3E5B5F6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6F0F1DB-0C5F-4895-B71A-86B7D122DD4B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34BF4B3-A394-4B33-84E8-433CB3F4D710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6E11BA4-7EBA-47E5-8E07-57E665A74955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A178943-1EAE-4532-95FB-DFD1B8A936ED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1603A2C-1F9D-4BAB-BF6C-C411F8898F5A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019487C-9065-4D0C-8A4F-0BEC960FF5E1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2E39A85-934A-4BF2-93E3-761989F1B981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4000" y="1152000"/>
            <a:ext cx="4104000" cy="504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E47D86-FD0D-44D0-9B7F-9EDEBD11F9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29F8B3-4723-4928-83E5-76C29D05F2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94AA1D0D-4A88-48E6-9F92-152A70F62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5288" y="1140847"/>
            <a:ext cx="4103712" cy="5036116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BAF7-A9F4-4666-A96D-E0820914D8A4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210B130-61BF-42BB-A9D3-54F0E9975E1E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ED4637A-B150-47D5-91AA-5443ECDF24E5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345A228-3ACD-436B-BAEA-C19CFB995DFF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808980A-AE2C-4B9A-923B-70728FF4B383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90E16CE-7F71-45E1-88F3-0F2422E4E14F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024FFFC-3734-4C7F-8BB4-1D72D8764C19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5E243F7-C034-42A6-94F7-39C26EF11897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F7416F4-3283-4DFF-BF8E-0F1B10C57C7B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E43006F-FE7C-4D9C-9803-C7A1705E2E29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0B601BE-5173-46B7-B727-24C354628A9A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840A278-AE7C-4997-AAEA-F758452843B7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3AE5DE6-4BFB-4DB3-8207-ABE7B804220D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6BC0376-95EB-4B85-AD13-AB07742066DC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00" y="1152000"/>
            <a:ext cx="2700000" cy="503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26162" y="1152001"/>
            <a:ext cx="2700338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8662" y="1152001"/>
            <a:ext cx="2700338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00" y="1152000"/>
            <a:ext cx="1620000" cy="503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044809" y="1152526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66059" y="1152526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87309" y="1148060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08559" y="1152526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3 x Image Bullets Right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val 34">
            <a:extLst>
              <a:ext uri="{FF2B5EF4-FFF2-40B4-BE49-F238E27FC236}">
                <a16:creationId xmlns:a16="http://schemas.microsoft.com/office/drawing/2014/main" id="{22F44C7F-FA9B-CB41-B5C2-6A40A969176A}"/>
              </a:ext>
            </a:extLst>
          </p:cNvPr>
          <p:cNvSpPr>
            <a:spLocks noChangeAspect="1"/>
          </p:cNvSpPr>
          <p:nvPr userDrawn="1"/>
        </p:nvSpPr>
        <p:spPr>
          <a:xfrm>
            <a:off x="5299439" y="1366589"/>
            <a:ext cx="1028700" cy="1371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ACFECE1-DAAF-5642-BD0B-7A8FE9D241D9}"/>
              </a:ext>
            </a:extLst>
          </p:cNvPr>
          <p:cNvSpPr>
            <a:spLocks noChangeAspect="1"/>
          </p:cNvSpPr>
          <p:nvPr userDrawn="1"/>
        </p:nvSpPr>
        <p:spPr>
          <a:xfrm>
            <a:off x="5299439" y="2931225"/>
            <a:ext cx="1028700" cy="1371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90294551-87F8-DE4F-B54E-8231A9CAF5BF}"/>
              </a:ext>
            </a:extLst>
          </p:cNvPr>
          <p:cNvSpPr>
            <a:spLocks noChangeAspect="1"/>
          </p:cNvSpPr>
          <p:nvPr userDrawn="1"/>
        </p:nvSpPr>
        <p:spPr>
          <a:xfrm>
            <a:off x="5299439" y="4495861"/>
            <a:ext cx="1028700" cy="1371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24854E3-04DE-4154-AD8A-9F8AC3E4EE33}"/>
              </a:ext>
            </a:extLst>
          </p:cNvPr>
          <p:cNvSpPr/>
          <p:nvPr userDrawn="1"/>
        </p:nvSpPr>
        <p:spPr>
          <a:xfrm>
            <a:off x="79014" y="86714"/>
            <a:ext cx="4656272" cy="6684572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31000"/>
                </a:scheme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BDDC1CFF-7E89-421D-9524-BB3AECAFE00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79013" y="496139"/>
            <a:ext cx="4656273" cy="6275148"/>
          </a:xfrm>
          <a:custGeom>
            <a:avLst/>
            <a:gdLst>
              <a:gd name="connsiteX0" fmla="*/ 0 w 4441248"/>
              <a:gd name="connsiteY0" fmla="*/ 5980106 h 6321393"/>
              <a:gd name="connsiteX1" fmla="*/ 1034410 w 4441248"/>
              <a:gd name="connsiteY1" fmla="*/ 6048613 h 6321393"/>
              <a:gd name="connsiteX2" fmla="*/ 1778431 w 4441248"/>
              <a:gd name="connsiteY2" fmla="*/ 6321393 h 6321393"/>
              <a:gd name="connsiteX3" fmla="*/ 0 w 4441248"/>
              <a:gd name="connsiteY3" fmla="*/ 6321393 h 6321393"/>
              <a:gd name="connsiteX4" fmla="*/ 2269200 w 4441248"/>
              <a:gd name="connsiteY4" fmla="*/ 5443908 h 6321393"/>
              <a:gd name="connsiteX5" fmla="*/ 2395460 w 4441248"/>
              <a:gd name="connsiteY5" fmla="*/ 5885070 h 6321393"/>
              <a:gd name="connsiteX6" fmla="*/ 1997461 w 4441248"/>
              <a:gd name="connsiteY6" fmla="*/ 6195222 h 6321393"/>
              <a:gd name="connsiteX7" fmla="*/ 1526609 w 4441248"/>
              <a:gd name="connsiteY7" fmla="*/ 5931629 h 6321393"/>
              <a:gd name="connsiteX8" fmla="*/ 4441248 w 4441248"/>
              <a:gd name="connsiteY8" fmla="*/ 4283292 h 6321393"/>
              <a:gd name="connsiteX9" fmla="*/ 4441248 w 4441248"/>
              <a:gd name="connsiteY9" fmla="*/ 6321393 h 6321393"/>
              <a:gd name="connsiteX10" fmla="*/ 2296366 w 4441248"/>
              <a:gd name="connsiteY10" fmla="*/ 6321393 h 6321393"/>
              <a:gd name="connsiteX11" fmla="*/ 2056375 w 4441248"/>
              <a:gd name="connsiteY11" fmla="*/ 6224358 h 6321393"/>
              <a:gd name="connsiteX12" fmla="*/ 0 w 4441248"/>
              <a:gd name="connsiteY12" fmla="*/ 2359561 h 6321393"/>
              <a:gd name="connsiteX13" fmla="*/ 828613 w 4441248"/>
              <a:gd name="connsiteY13" fmla="*/ 2588947 h 6321393"/>
              <a:gd name="connsiteX14" fmla="*/ 0 w 4441248"/>
              <a:gd name="connsiteY14" fmla="*/ 3479506 h 6321393"/>
              <a:gd name="connsiteX15" fmla="*/ 3025930 w 4441248"/>
              <a:gd name="connsiteY15" fmla="*/ 144202 h 6321393"/>
              <a:gd name="connsiteX16" fmla="*/ 4441248 w 4441248"/>
              <a:gd name="connsiteY16" fmla="*/ 1340385 h 6321393"/>
              <a:gd name="connsiteX17" fmla="*/ 4441248 w 4441248"/>
              <a:gd name="connsiteY17" fmla="*/ 4098899 h 6321393"/>
              <a:gd name="connsiteX18" fmla="*/ 1417099 w 4441248"/>
              <a:gd name="connsiteY18" fmla="*/ 5846153 h 6321393"/>
              <a:gd name="connsiteX19" fmla="*/ 0 w 4441248"/>
              <a:gd name="connsiteY19" fmla="*/ 5428711 h 6321393"/>
              <a:gd name="connsiteX20" fmla="*/ 0 w 4441248"/>
              <a:gd name="connsiteY20" fmla="*/ 3724470 h 6321393"/>
              <a:gd name="connsiteX21" fmla="*/ 2684090 w 4441248"/>
              <a:gd name="connsiteY21" fmla="*/ 0 h 6321393"/>
              <a:gd name="connsiteX22" fmla="*/ 2784132 w 4441248"/>
              <a:gd name="connsiteY22" fmla="*/ 186781 h 6321393"/>
              <a:gd name="connsiteX23" fmla="*/ 1027256 w 4441248"/>
              <a:gd name="connsiteY23" fmla="*/ 2337985 h 6321393"/>
              <a:gd name="connsiteX24" fmla="*/ 451581 w 4441248"/>
              <a:gd name="connsiteY24" fmla="*/ 2265656 h 6321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441248" h="6321393">
                <a:moveTo>
                  <a:pt x="0" y="5980106"/>
                </a:moveTo>
                <a:lnTo>
                  <a:pt x="1034410" y="6048613"/>
                </a:lnTo>
                <a:lnTo>
                  <a:pt x="1778431" y="6321393"/>
                </a:lnTo>
                <a:lnTo>
                  <a:pt x="0" y="6321393"/>
                </a:lnTo>
                <a:close/>
                <a:moveTo>
                  <a:pt x="2269200" y="5443908"/>
                </a:moveTo>
                <a:lnTo>
                  <a:pt x="2395460" y="5885070"/>
                </a:lnTo>
                <a:lnTo>
                  <a:pt x="1997461" y="6195222"/>
                </a:lnTo>
                <a:lnTo>
                  <a:pt x="1526609" y="5931629"/>
                </a:lnTo>
                <a:close/>
                <a:moveTo>
                  <a:pt x="4441248" y="4283292"/>
                </a:moveTo>
                <a:lnTo>
                  <a:pt x="4441248" y="6321393"/>
                </a:lnTo>
                <a:lnTo>
                  <a:pt x="2296366" y="6321393"/>
                </a:lnTo>
                <a:lnTo>
                  <a:pt x="2056375" y="6224358"/>
                </a:lnTo>
                <a:close/>
                <a:moveTo>
                  <a:pt x="0" y="2359561"/>
                </a:moveTo>
                <a:lnTo>
                  <a:pt x="828613" y="2588947"/>
                </a:lnTo>
                <a:lnTo>
                  <a:pt x="0" y="3479506"/>
                </a:lnTo>
                <a:close/>
                <a:moveTo>
                  <a:pt x="3025930" y="144202"/>
                </a:moveTo>
                <a:lnTo>
                  <a:pt x="4441248" y="1340385"/>
                </a:lnTo>
                <a:lnTo>
                  <a:pt x="4441248" y="4098899"/>
                </a:lnTo>
                <a:lnTo>
                  <a:pt x="1417099" y="5846153"/>
                </a:lnTo>
                <a:lnTo>
                  <a:pt x="0" y="5428711"/>
                </a:lnTo>
                <a:lnTo>
                  <a:pt x="0" y="3724470"/>
                </a:lnTo>
                <a:close/>
                <a:moveTo>
                  <a:pt x="2684090" y="0"/>
                </a:moveTo>
                <a:lnTo>
                  <a:pt x="2784132" y="186781"/>
                </a:lnTo>
                <a:lnTo>
                  <a:pt x="1027256" y="2337985"/>
                </a:lnTo>
                <a:lnTo>
                  <a:pt x="451581" y="22656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1343" y="432000"/>
            <a:ext cx="3527657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76212" y="3582825"/>
            <a:ext cx="2251800" cy="720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6212" y="5147461"/>
            <a:ext cx="2251800" cy="720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3F7825-EB73-4976-9D8D-BAD8C8FCEA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76212" y="1369128"/>
            <a:ext cx="2251800" cy="432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1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76212" y="2933764"/>
            <a:ext cx="2251800" cy="432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2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76212" y="4498400"/>
            <a:ext cx="2251800" cy="432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3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A4566DA-C848-4A27-BBC8-722932FFD7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76212" y="1975094"/>
            <a:ext cx="2251800" cy="720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51" name="Octagon 50">
            <a:extLst>
              <a:ext uri="{FF2B5EF4-FFF2-40B4-BE49-F238E27FC236}">
                <a16:creationId xmlns:a16="http://schemas.microsoft.com/office/drawing/2014/main" id="{758B0359-60B9-4D73-825D-ACE303A61C50}"/>
              </a:ext>
            </a:extLst>
          </p:cNvPr>
          <p:cNvSpPr/>
          <p:nvPr userDrawn="1"/>
        </p:nvSpPr>
        <p:spPr>
          <a:xfrm rot="1361022">
            <a:off x="8546230" y="6053794"/>
            <a:ext cx="476096" cy="634795"/>
          </a:xfrm>
          <a:prstGeom prst="octagon">
            <a:avLst/>
          </a:prstGeom>
          <a:noFill/>
          <a:ln w="31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09921541-DECE-43BB-BF92-A4B5D5EE5469}"/>
              </a:ext>
            </a:extLst>
          </p:cNvPr>
          <p:cNvSpPr/>
          <p:nvPr userDrawn="1"/>
        </p:nvSpPr>
        <p:spPr>
          <a:xfrm>
            <a:off x="8650404" y="6185903"/>
            <a:ext cx="55136" cy="7351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83095B3B-1284-4E49-BE50-9C84BE7E58B6}"/>
              </a:ext>
            </a:extLst>
          </p:cNvPr>
          <p:cNvSpPr/>
          <p:nvPr userDrawn="1"/>
        </p:nvSpPr>
        <p:spPr>
          <a:xfrm>
            <a:off x="8919064" y="6561526"/>
            <a:ext cx="75329" cy="10043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7491DD10-64CD-40CA-A0BB-397696C0C168}"/>
              </a:ext>
            </a:extLst>
          </p:cNvPr>
          <p:cNvSpPr/>
          <p:nvPr userDrawn="1"/>
        </p:nvSpPr>
        <p:spPr>
          <a:xfrm>
            <a:off x="8507156" y="5990144"/>
            <a:ext cx="195384" cy="26051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55" name="Slide Number Placeholder 54">
            <a:extLst>
              <a:ext uri="{FF2B5EF4-FFF2-40B4-BE49-F238E27FC236}">
                <a16:creationId xmlns:a16="http://schemas.microsoft.com/office/drawing/2014/main" id="{8702E81C-40F0-489E-8339-0139157E632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089FAF0-BF60-4AB9-A62E-595008DC4646}"/>
              </a:ext>
            </a:extLst>
          </p:cNvPr>
          <p:cNvGrpSpPr/>
          <p:nvPr userDrawn="1"/>
        </p:nvGrpSpPr>
        <p:grpSpPr>
          <a:xfrm>
            <a:off x="1419000" y="2269753"/>
            <a:ext cx="2310885" cy="3011457"/>
            <a:chOff x="1892000" y="2269752"/>
            <a:chExt cx="3081180" cy="3011457"/>
          </a:xfrm>
        </p:grpSpPr>
        <p:sp>
          <p:nvSpPr>
            <p:cNvPr id="26" name="Freeform: Shape 13">
              <a:extLst>
                <a:ext uri="{FF2B5EF4-FFF2-40B4-BE49-F238E27FC236}">
                  <a16:creationId xmlns:a16="http://schemas.microsoft.com/office/drawing/2014/main" id="{ED7DCD52-0637-49D9-AD21-2DF94DD3E348}"/>
                </a:ext>
              </a:extLst>
            </p:cNvPr>
            <p:cNvSpPr/>
            <p:nvPr/>
          </p:nvSpPr>
          <p:spPr>
            <a:xfrm rot="4308689">
              <a:off x="2464728" y="2678543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6863CC2-FBFD-47D7-AB8F-DB2367EABF92}"/>
                </a:ext>
              </a:extLst>
            </p:cNvPr>
            <p:cNvSpPr/>
            <p:nvPr/>
          </p:nvSpPr>
          <p:spPr>
            <a:xfrm rot="13830869">
              <a:off x="2730967" y="5004791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28" name="Freeform: Shape 17">
              <a:extLst>
                <a:ext uri="{FF2B5EF4-FFF2-40B4-BE49-F238E27FC236}">
                  <a16:creationId xmlns:a16="http://schemas.microsoft.com/office/drawing/2014/main" id="{09ADFC5E-3BBA-404B-A496-A4035DF5E859}"/>
                </a:ext>
              </a:extLst>
            </p:cNvPr>
            <p:cNvSpPr/>
            <p:nvPr/>
          </p:nvSpPr>
          <p:spPr>
            <a:xfrm rot="12431080">
              <a:off x="2802151" y="4740752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29" name="Freeform: Shape 19">
              <a:extLst>
                <a:ext uri="{FF2B5EF4-FFF2-40B4-BE49-F238E27FC236}">
                  <a16:creationId xmlns:a16="http://schemas.microsoft.com/office/drawing/2014/main" id="{56E90DCD-03FB-4E9A-BD40-5269E9ACF1B1}"/>
                </a:ext>
              </a:extLst>
            </p:cNvPr>
            <p:cNvSpPr/>
            <p:nvPr/>
          </p:nvSpPr>
          <p:spPr>
            <a:xfrm rot="4308689">
              <a:off x="2058980" y="2102772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30" name="Freeform: Shape 23">
              <a:extLst>
                <a:ext uri="{FF2B5EF4-FFF2-40B4-BE49-F238E27FC236}">
                  <a16:creationId xmlns:a16="http://schemas.microsoft.com/office/drawing/2014/main" id="{529D90B1-BC17-4168-A297-1DF303FB3C48}"/>
                </a:ext>
              </a:extLst>
            </p:cNvPr>
            <p:cNvSpPr/>
            <p:nvPr/>
          </p:nvSpPr>
          <p:spPr>
            <a:xfrm rot="17193105">
              <a:off x="4648324" y="3873318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C5DEA8E-5C03-42CC-987D-490297890048}"/>
                </a:ext>
              </a:extLst>
            </p:cNvPr>
            <p:cNvSpPr/>
            <p:nvPr/>
          </p:nvSpPr>
          <p:spPr>
            <a:xfrm rot="17193105">
              <a:off x="4152588" y="3654247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32" name="Freeform: Shape 28">
              <a:extLst>
                <a:ext uri="{FF2B5EF4-FFF2-40B4-BE49-F238E27FC236}">
                  <a16:creationId xmlns:a16="http://schemas.microsoft.com/office/drawing/2014/main" id="{404E048B-9C67-4EC0-82E9-DC9D4AEE9703}"/>
                </a:ext>
              </a:extLst>
            </p:cNvPr>
            <p:cNvSpPr/>
            <p:nvPr/>
          </p:nvSpPr>
          <p:spPr>
            <a:xfrm rot="4308689">
              <a:off x="3831248" y="2441608"/>
              <a:ext cx="648657" cy="777553"/>
            </a:xfrm>
            <a:custGeom>
              <a:avLst/>
              <a:gdLst>
                <a:gd name="connsiteX0" fmla="*/ 0 w 648657"/>
                <a:gd name="connsiteY0" fmla="*/ 777553 h 777553"/>
                <a:gd name="connsiteX1" fmla="*/ 255474 w 648657"/>
                <a:gd name="connsiteY1" fmla="*/ 0 h 777553"/>
                <a:gd name="connsiteX2" fmla="*/ 648657 w 648657"/>
                <a:gd name="connsiteY2" fmla="*/ 713937 h 777553"/>
                <a:gd name="connsiteX3" fmla="*/ 0 w 648657"/>
                <a:gd name="connsiteY3" fmla="*/ 777553 h 777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8657" h="777553">
                  <a:moveTo>
                    <a:pt x="0" y="777553"/>
                  </a:moveTo>
                  <a:lnTo>
                    <a:pt x="255474" y="0"/>
                  </a:lnTo>
                  <a:lnTo>
                    <a:pt x="648657" y="713937"/>
                  </a:lnTo>
                  <a:lnTo>
                    <a:pt x="0" y="777553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</p:grp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EC82E52C-5E33-5942-8474-7ED4354EC95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554406" y="4835817"/>
            <a:ext cx="518766" cy="6916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9" name="Picture Placeholder 3">
            <a:extLst>
              <a:ext uri="{FF2B5EF4-FFF2-40B4-BE49-F238E27FC236}">
                <a16:creationId xmlns:a16="http://schemas.microsoft.com/office/drawing/2014/main" id="{07EC0147-5BE6-9248-BF42-BD99608F459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554406" y="3271181"/>
            <a:ext cx="518766" cy="6916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0" name="Picture Placeholder 3">
            <a:extLst>
              <a:ext uri="{FF2B5EF4-FFF2-40B4-BE49-F238E27FC236}">
                <a16:creationId xmlns:a16="http://schemas.microsoft.com/office/drawing/2014/main" id="{2B8E1942-1472-BC49-A624-3A31190A69E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554406" y="1706545"/>
            <a:ext cx="518766" cy="6916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cxnSp>
        <p:nvCxnSpPr>
          <p:cNvPr id="36" name="Straight Connector 35" descr="First divider line on slide">
            <a:extLst>
              <a:ext uri="{FF2B5EF4-FFF2-40B4-BE49-F238E27FC236}">
                <a16:creationId xmlns:a16="http://schemas.microsoft.com/office/drawing/2014/main" id="{A140998F-B877-4BDC-843C-0071F5066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6576213" y="2616579"/>
            <a:ext cx="1784015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 descr="Second divider line on slide">
            <a:extLst>
              <a:ext uri="{FF2B5EF4-FFF2-40B4-BE49-F238E27FC236}">
                <a16:creationId xmlns:a16="http://schemas.microsoft.com/office/drawing/2014/main" id="{2084D353-BE8A-4AAA-8BEC-B71CEE9DD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6576213" y="4109914"/>
            <a:ext cx="1784015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1915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gital Product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F6D6B0F-FF8B-4D60-B712-A57904D5502C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FF5FB50-33B5-4195-92D6-70891F240926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ECD958F-56E9-4A3B-9C25-D5970592C848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2F4FF18-9272-43AF-912E-B1CF8BF148D4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E9C7EB4-9E81-4394-8C2C-A54BBD15B51D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E681EC0-A139-4B14-89E8-F237CB63D4C9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7F87648-ABB4-4C97-BB6D-58342407E9DF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802EFEB-F4DF-4501-91AA-173B60EBBBAA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109FE51D-8E02-4ED7-862B-5CF838F7F77F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ECB9E40-5923-4571-9C8E-D7412C1283B2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46052C9-826B-47AC-9F6B-3078D4F43748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0C3867F5-4C6F-48BE-9DFF-9046D1FE6771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B0CB40F-9E6F-457D-9C1F-9769BC3AE13E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0FCD03E7-2128-4C04-A914-409506646A76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725BC56-C7B6-400F-80F9-3F968E2CAE0E}"/>
              </a:ext>
            </a:extLst>
          </p:cNvPr>
          <p:cNvGrpSpPr/>
          <p:nvPr userDrawn="1"/>
        </p:nvGrpSpPr>
        <p:grpSpPr>
          <a:xfrm>
            <a:off x="2537703" y="1013722"/>
            <a:ext cx="5812474" cy="5100743"/>
            <a:chOff x="510812" y="938373"/>
            <a:chExt cx="8073393" cy="5313612"/>
          </a:xfrm>
        </p:grpSpPr>
        <p:sp>
          <p:nvSpPr>
            <p:cNvPr id="44" name="Rounded Rectangle 15">
              <a:extLst>
                <a:ext uri="{FF2B5EF4-FFF2-40B4-BE49-F238E27FC236}">
                  <a16:creationId xmlns:a16="http://schemas.microsoft.com/office/drawing/2014/main" id="{1EC806EC-A1B2-4893-9504-1D7FFE8E238F}"/>
                </a:ext>
              </a:extLst>
            </p:cNvPr>
            <p:cNvSpPr/>
            <p:nvPr/>
          </p:nvSpPr>
          <p:spPr>
            <a:xfrm>
              <a:off x="877709" y="938373"/>
              <a:ext cx="7339600" cy="5234482"/>
            </a:xfrm>
            <a:prstGeom prst="round2SameRect">
              <a:avLst>
                <a:gd name="adj1" fmla="val 5601"/>
                <a:gd name="adj2" fmla="val 0"/>
              </a:avLst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45" name="Rounded Rectangle 15">
              <a:extLst>
                <a:ext uri="{FF2B5EF4-FFF2-40B4-BE49-F238E27FC236}">
                  <a16:creationId xmlns:a16="http://schemas.microsoft.com/office/drawing/2014/main" id="{535A1B12-6F16-41A0-A6B1-4AD0CCB5A081}"/>
                </a:ext>
              </a:extLst>
            </p:cNvPr>
            <p:cNvSpPr/>
            <p:nvPr/>
          </p:nvSpPr>
          <p:spPr>
            <a:xfrm>
              <a:off x="930758" y="995668"/>
              <a:ext cx="7233502" cy="5177187"/>
            </a:xfrm>
            <a:prstGeom prst="round2SameRect">
              <a:avLst>
                <a:gd name="adj1" fmla="val 4499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379B244F-CF81-4500-A78E-495ABA6828BA}"/>
                </a:ext>
              </a:extLst>
            </p:cNvPr>
            <p:cNvSpPr/>
            <p:nvPr/>
          </p:nvSpPr>
          <p:spPr>
            <a:xfrm rot="16200000">
              <a:off x="2264894" y="295974"/>
              <a:ext cx="4565229" cy="6599909"/>
            </a:xfrm>
            <a:prstGeom prst="roundRect">
              <a:avLst>
                <a:gd name="adj" fmla="val 1476"/>
              </a:avLst>
            </a:prstGeom>
            <a:solidFill>
              <a:schemeClr val="bg1"/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47" name="Rounded Rectangle 15">
              <a:extLst>
                <a:ext uri="{FF2B5EF4-FFF2-40B4-BE49-F238E27FC236}">
                  <a16:creationId xmlns:a16="http://schemas.microsoft.com/office/drawing/2014/main" id="{EE88F157-E260-486F-937E-C18428699861}"/>
                </a:ext>
              </a:extLst>
            </p:cNvPr>
            <p:cNvSpPr/>
            <p:nvPr/>
          </p:nvSpPr>
          <p:spPr>
            <a:xfrm rot="10800000">
              <a:off x="510812" y="5998253"/>
              <a:ext cx="8073393" cy="24897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48" name="Rounded Rectangle 15">
              <a:extLst>
                <a:ext uri="{FF2B5EF4-FFF2-40B4-BE49-F238E27FC236}">
                  <a16:creationId xmlns:a16="http://schemas.microsoft.com/office/drawing/2014/main" id="{F736AFAF-44AD-47CE-A63B-210102A4BF0B}"/>
                </a:ext>
              </a:extLst>
            </p:cNvPr>
            <p:cNvSpPr/>
            <p:nvPr userDrawn="1"/>
          </p:nvSpPr>
          <p:spPr>
            <a:xfrm>
              <a:off x="3668019" y="6206338"/>
              <a:ext cx="1758981" cy="4564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chemeClr val="tx1">
                    <a:alpha val="0"/>
                  </a:schemeClr>
                </a:gs>
                <a:gs pos="100000">
                  <a:schemeClr val="tx1">
                    <a:alpha val="31000"/>
                  </a:schemeClr>
                </a:gs>
              </a:gsLst>
              <a:lin ang="16200000" scaled="0"/>
            </a:gra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A4F6457E-3660-4E80-82BC-8894D701DEE9}"/>
                </a:ext>
              </a:extLst>
            </p:cNvPr>
            <p:cNvSpPr/>
            <p:nvPr/>
          </p:nvSpPr>
          <p:spPr>
            <a:xfrm rot="16200000">
              <a:off x="4660498" y="1119143"/>
              <a:ext cx="48680" cy="4868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0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88230416-7E55-4CB0-9548-491BA471E9E8}"/>
                </a:ext>
              </a:extLst>
            </p:cNvPr>
            <p:cNvSpPr/>
            <p:nvPr/>
          </p:nvSpPr>
          <p:spPr>
            <a:xfrm rot="16200000">
              <a:off x="4505961" y="1106017"/>
              <a:ext cx="83096" cy="8309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E3C1810-AD4F-4393-928E-CFA8053A2CC2}"/>
                </a:ext>
              </a:extLst>
            </p:cNvPr>
            <p:cNvSpPr/>
            <p:nvPr/>
          </p:nvSpPr>
          <p:spPr>
            <a:xfrm rot="16200000">
              <a:off x="4524686" y="1124741"/>
              <a:ext cx="45647" cy="4564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4001" y="1152001"/>
            <a:ext cx="2213702" cy="2196235"/>
          </a:xfrm>
        </p:spPr>
        <p:txBody>
          <a:bodyPr anchor="b"/>
          <a:lstStyle>
            <a:lvl1pPr marL="0" indent="0">
              <a:buNone/>
              <a:defRPr sz="2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00025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407194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607219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807244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Emphasized text can go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C1EA41E-F6C4-484F-95E9-42978FF2162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069597" y="1376358"/>
            <a:ext cx="4750159" cy="4379625"/>
          </a:xfrm>
          <a:prstGeom prst="roundRect">
            <a:avLst>
              <a:gd name="adj" fmla="val 135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/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Insert or Drag and Drop Image Here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5FD3B7C-17C6-4327-986C-A8A6D6EC1B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1" y="3509767"/>
            <a:ext cx="2213372" cy="2322709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6286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3 Column Image Bullets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val 17">
            <a:extLst>
              <a:ext uri="{FF2B5EF4-FFF2-40B4-BE49-F238E27FC236}">
                <a16:creationId xmlns:a16="http://schemas.microsoft.com/office/drawing/2014/main" id="{139FC94F-AE30-1048-843A-295FA302AC56}"/>
              </a:ext>
            </a:extLst>
          </p:cNvPr>
          <p:cNvSpPr>
            <a:spLocks noChangeAspect="1"/>
          </p:cNvSpPr>
          <p:nvPr userDrawn="1"/>
        </p:nvSpPr>
        <p:spPr>
          <a:xfrm>
            <a:off x="6220613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037F3B8-BD34-EA4F-A1C0-4006B373159E}"/>
              </a:ext>
            </a:extLst>
          </p:cNvPr>
          <p:cNvSpPr>
            <a:spLocks noChangeAspect="1"/>
          </p:cNvSpPr>
          <p:nvPr userDrawn="1"/>
        </p:nvSpPr>
        <p:spPr>
          <a:xfrm>
            <a:off x="4008795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A1CF33D-645D-E940-8FF4-6178A32A19A2}"/>
              </a:ext>
            </a:extLst>
          </p:cNvPr>
          <p:cNvSpPr>
            <a:spLocks noChangeAspect="1"/>
          </p:cNvSpPr>
          <p:nvPr userDrawn="1"/>
        </p:nvSpPr>
        <p:spPr>
          <a:xfrm>
            <a:off x="1799072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53589" y="4688112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65407" y="4688112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77226" y="4683647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53590" y="3926335"/>
            <a:ext cx="162044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2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65407" y="3926335"/>
            <a:ext cx="1620441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3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77227" y="3926335"/>
            <a:ext cx="162044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4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6DD16A0-27CF-480C-8ADD-7BB99E0031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06B6D0B6-0884-CD46-A1B0-9FED03C2262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2043532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BAAC12A0-90C3-984B-A8FC-7EB4AA432E3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254302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51565942-8816-734B-BEEE-1258F13B66DA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466120" y="2358091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cxnSp>
        <p:nvCxnSpPr>
          <p:cNvPr id="23" name="Straight Connector 22" descr="First divider line on slide">
            <a:extLst>
              <a:ext uri="{FF2B5EF4-FFF2-40B4-BE49-F238E27FC236}">
                <a16:creationId xmlns:a16="http://schemas.microsoft.com/office/drawing/2014/main" id="{82D5D2B4-7BAC-4C27-8D68-12365C7E7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69719" y="2033543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 descr="Second divider line on slide">
            <a:extLst>
              <a:ext uri="{FF2B5EF4-FFF2-40B4-BE49-F238E27FC236}">
                <a16:creationId xmlns:a16="http://schemas.microsoft.com/office/drawing/2014/main" id="{7D9203C1-910E-4AFC-95E0-13BF40D08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681538" y="2033543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2257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Numbers Option 1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30F7266-25A0-4B3A-A8CE-F083ECC9D4C6}"/>
              </a:ext>
            </a:extLst>
          </p:cNvPr>
          <p:cNvSpPr/>
          <p:nvPr userDrawn="1"/>
        </p:nvSpPr>
        <p:spPr>
          <a:xfrm>
            <a:off x="0" y="2539992"/>
            <a:ext cx="4029807" cy="4318008"/>
          </a:xfrm>
          <a:custGeom>
            <a:avLst/>
            <a:gdLst>
              <a:gd name="connsiteX0" fmla="*/ 4972877 w 5373076"/>
              <a:gd name="connsiteY0" fmla="*/ 1816430 h 4318008"/>
              <a:gd name="connsiteX1" fmla="*/ 5211912 w 5373076"/>
              <a:gd name="connsiteY1" fmla="*/ 2046590 h 4318008"/>
              <a:gd name="connsiteX2" fmla="*/ 4866804 w 5373076"/>
              <a:gd name="connsiteY2" fmla="*/ 2013272 h 4318008"/>
              <a:gd name="connsiteX3" fmla="*/ 3721849 w 5373076"/>
              <a:gd name="connsiteY3" fmla="*/ 1808102 h 4318008"/>
              <a:gd name="connsiteX4" fmla="*/ 3854624 w 5373076"/>
              <a:gd name="connsiteY4" fmla="*/ 2524110 h 4318008"/>
              <a:gd name="connsiteX5" fmla="*/ 3419634 w 5373076"/>
              <a:gd name="connsiteY5" fmla="*/ 2322178 h 4318008"/>
              <a:gd name="connsiteX6" fmla="*/ 3604566 w 5373076"/>
              <a:gd name="connsiteY6" fmla="*/ 1945430 h 4318008"/>
              <a:gd name="connsiteX7" fmla="*/ 2301472 w 5373076"/>
              <a:gd name="connsiteY7" fmla="*/ 1771765 h 4318008"/>
              <a:gd name="connsiteX8" fmla="*/ 3237442 w 5373076"/>
              <a:gd name="connsiteY8" fmla="*/ 2134997 h 4318008"/>
              <a:gd name="connsiteX9" fmla="*/ 3266331 w 5373076"/>
              <a:gd name="connsiteY9" fmla="*/ 2949530 h 4318008"/>
              <a:gd name="connsiteX10" fmla="*/ 1897852 w 5373076"/>
              <a:gd name="connsiteY10" fmla="*/ 4318008 h 4318008"/>
              <a:gd name="connsiteX11" fmla="*/ 134565 w 5373076"/>
              <a:gd name="connsiteY11" fmla="*/ 4318008 h 4318008"/>
              <a:gd name="connsiteX12" fmla="*/ 0 w 5373076"/>
              <a:gd name="connsiteY12" fmla="*/ 4183443 h 4318008"/>
              <a:gd name="connsiteX13" fmla="*/ 0 w 5373076"/>
              <a:gd name="connsiteY13" fmla="*/ 2855805 h 4318008"/>
              <a:gd name="connsiteX14" fmla="*/ 5243699 w 5373076"/>
              <a:gd name="connsiteY14" fmla="*/ 652159 h 4318008"/>
              <a:gd name="connsiteX15" fmla="*/ 5058767 w 5373076"/>
              <a:gd name="connsiteY15" fmla="*/ 1028908 h 4318008"/>
              <a:gd name="connsiteX16" fmla="*/ 4960786 w 5373076"/>
              <a:gd name="connsiteY16" fmla="*/ 983422 h 4318008"/>
              <a:gd name="connsiteX17" fmla="*/ 3473588 w 5373076"/>
              <a:gd name="connsiteY17" fmla="*/ 405712 h 4318008"/>
              <a:gd name="connsiteX18" fmla="*/ 4094196 w 5373076"/>
              <a:gd name="connsiteY18" fmla="*/ 1366894 h 4318008"/>
              <a:gd name="connsiteX19" fmla="*/ 3778134 w 5373076"/>
              <a:gd name="connsiteY19" fmla="*/ 1741309 h 4318008"/>
              <a:gd name="connsiteX20" fmla="*/ 2824519 w 5373076"/>
              <a:gd name="connsiteY20" fmla="*/ 1808100 h 4318008"/>
              <a:gd name="connsiteX21" fmla="*/ 4454991 w 5373076"/>
              <a:gd name="connsiteY21" fmla="*/ 0 h 4318008"/>
              <a:gd name="connsiteX22" fmla="*/ 5373076 w 5373076"/>
              <a:gd name="connsiteY22" fmla="*/ 32358 h 4318008"/>
              <a:gd name="connsiteX23" fmla="*/ 4628717 w 5373076"/>
              <a:gd name="connsiteY23" fmla="*/ 1349015 h 4318008"/>
              <a:gd name="connsiteX24" fmla="*/ 4094010 w 5373076"/>
              <a:gd name="connsiteY24" fmla="*/ 779481 h 4318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373076" h="4318008">
                <a:moveTo>
                  <a:pt x="4972877" y="1816430"/>
                </a:moveTo>
                <a:lnTo>
                  <a:pt x="5211912" y="2046590"/>
                </a:lnTo>
                <a:lnTo>
                  <a:pt x="4866804" y="2013272"/>
                </a:lnTo>
                <a:close/>
                <a:moveTo>
                  <a:pt x="3721849" y="1808102"/>
                </a:moveTo>
                <a:lnTo>
                  <a:pt x="3854624" y="2524110"/>
                </a:lnTo>
                <a:lnTo>
                  <a:pt x="3419634" y="2322178"/>
                </a:lnTo>
                <a:lnTo>
                  <a:pt x="3604566" y="1945430"/>
                </a:lnTo>
                <a:close/>
                <a:moveTo>
                  <a:pt x="2301472" y="1771765"/>
                </a:moveTo>
                <a:lnTo>
                  <a:pt x="3237442" y="2134997"/>
                </a:lnTo>
                <a:lnTo>
                  <a:pt x="3266331" y="2949530"/>
                </a:lnTo>
                <a:lnTo>
                  <a:pt x="1897852" y="4318008"/>
                </a:lnTo>
                <a:lnTo>
                  <a:pt x="134565" y="4318008"/>
                </a:lnTo>
                <a:lnTo>
                  <a:pt x="0" y="4183443"/>
                </a:lnTo>
                <a:lnTo>
                  <a:pt x="0" y="2855805"/>
                </a:lnTo>
                <a:close/>
                <a:moveTo>
                  <a:pt x="5243699" y="652159"/>
                </a:moveTo>
                <a:lnTo>
                  <a:pt x="5058767" y="1028908"/>
                </a:lnTo>
                <a:lnTo>
                  <a:pt x="4960786" y="983422"/>
                </a:lnTo>
                <a:close/>
                <a:moveTo>
                  <a:pt x="3473588" y="405712"/>
                </a:moveTo>
                <a:lnTo>
                  <a:pt x="4094196" y="1366894"/>
                </a:lnTo>
                <a:lnTo>
                  <a:pt x="3778134" y="1741309"/>
                </a:lnTo>
                <a:lnTo>
                  <a:pt x="2824519" y="1808100"/>
                </a:lnTo>
                <a:close/>
                <a:moveTo>
                  <a:pt x="4454991" y="0"/>
                </a:moveTo>
                <a:lnTo>
                  <a:pt x="5373076" y="32358"/>
                </a:lnTo>
                <a:lnTo>
                  <a:pt x="4628717" y="1349015"/>
                </a:lnTo>
                <a:lnTo>
                  <a:pt x="4094010" y="77948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 userDrawn="1">
            <p:ph sz="half" idx="1"/>
          </p:nvPr>
        </p:nvSpPr>
        <p:spPr>
          <a:xfrm>
            <a:off x="680132" y="3429051"/>
            <a:ext cx="3391736" cy="2762949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E47D86-FD0D-44D0-9B7F-9EDEBD11F9D6}"/>
              </a:ext>
            </a:extLst>
          </p:cNvPr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29F8B3-4723-4928-83E5-76C29D05F2FE}"/>
              </a:ext>
            </a:extLst>
          </p:cNvPr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867C73D-EE16-41D1-B7CE-A35C765E3B8D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5081056" y="3429000"/>
            <a:ext cx="3391805" cy="276225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EF984BB-176D-4924-ADAD-52FBC95B0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9848" y="2278064"/>
            <a:ext cx="3392090" cy="885825"/>
          </a:xfrm>
        </p:spPr>
        <p:txBody>
          <a:bodyPr anchor="ctr"/>
          <a:lstStyle>
            <a:lvl1pPr marL="0" indent="0">
              <a:buNone/>
              <a:defRPr sz="6000" b="1">
                <a:latin typeface="+mj-lt"/>
              </a:defRPr>
            </a:lvl1pPr>
            <a:lvl2pPr marL="200025" indent="0">
              <a:buNone/>
              <a:defRPr sz="6000">
                <a:latin typeface="+mj-lt"/>
              </a:defRPr>
            </a:lvl2pPr>
            <a:lvl3pPr marL="407194" indent="0">
              <a:buNone/>
              <a:defRPr sz="6000">
                <a:latin typeface="+mj-lt"/>
              </a:defRPr>
            </a:lvl3pPr>
            <a:lvl4pPr marL="607219" indent="0">
              <a:buNone/>
              <a:defRPr sz="6000">
                <a:latin typeface="+mj-lt"/>
              </a:defRPr>
            </a:lvl4pPr>
            <a:lvl5pPr marL="807244" indent="0">
              <a:buNone/>
              <a:defRPr sz="6000">
                <a:latin typeface="+mj-lt"/>
              </a:defRPr>
            </a:lvl5pPr>
          </a:lstStyle>
          <a:p>
            <a:pPr lvl="0"/>
            <a:r>
              <a:rPr lang="en-US" noProof="0"/>
              <a:t>1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C59BE1D7-885A-4749-99BA-6909D64AFA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72063" y="2278064"/>
            <a:ext cx="3392090" cy="885825"/>
          </a:xfrm>
        </p:spPr>
        <p:txBody>
          <a:bodyPr anchor="ctr"/>
          <a:lstStyle>
            <a:lvl1pPr marL="0" indent="0">
              <a:buNone/>
              <a:defRPr sz="6000" b="1" i="0">
                <a:latin typeface="+mj-lt"/>
              </a:defRPr>
            </a:lvl1pPr>
          </a:lstStyle>
          <a:p>
            <a:pPr lvl="0"/>
            <a:r>
              <a:rPr lang="en-US" noProof="0"/>
              <a:t>2</a:t>
            </a:r>
          </a:p>
        </p:txBody>
      </p:sp>
      <p:cxnSp>
        <p:nvCxnSpPr>
          <p:cNvPr id="10" name="Straight Connector 9" descr="Middle divider line">
            <a:extLst>
              <a:ext uri="{FF2B5EF4-FFF2-40B4-BE49-F238E27FC236}">
                <a16:creationId xmlns:a16="http://schemas.microsoft.com/office/drawing/2014/main" id="{2B940646-DE40-4E0F-AE42-6530784C9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72000" y="1391764"/>
            <a:ext cx="0" cy="4588123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64496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AAF5B5B-E896-400A-9E43-EAF605A0AC8B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A2F5A3D-36C4-4B97-A62C-2AEA3B6FC1CF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B474E17-6556-4551-AD1B-351EE2DA98E0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860E6D1-2C9F-477C-AE22-BFF5ADE85C60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5EC6C60-C605-4022-9718-ED56F34D6448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F47BB28-400F-4C54-ADDA-0055CEB6593B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386F148-99E1-4ED6-B4DA-151A6DB27D67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A0565DA-6430-4984-ACB6-E7FACACC71AF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DE18DFF-F9E6-4839-817B-4DD871CEAE6F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0038A3A-7324-4606-9C92-00C9AB1759F4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C0291BA-50C5-406F-B24E-14C9CAF652D7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52EBA81-38BC-4DF6-93C3-4A1A02FD2789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AF80622-5597-45AD-92C3-2C4C3797720A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6833793E-EB91-43B4-8444-36ADD2A48E55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4000" y="1152000"/>
            <a:ext cx="4104000" cy="3600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4000" y="1584000"/>
            <a:ext cx="4104000" cy="4608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337FD81-6DFD-43B7-A7D9-59E45ECDF3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17B7460-0559-435A-9C2F-1B12BC6CE1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EA7B8348-A00A-4AAE-B1F6-924515577B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25000" y="1581663"/>
            <a:ext cx="4104000" cy="4608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4521CFCD-C079-4019-942D-035558CAFC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16001" y="1151785"/>
            <a:ext cx="4112999" cy="354868"/>
          </a:xfrm>
        </p:spPr>
        <p:txBody>
          <a:bodyPr vert="horz" lIns="0" tIns="0" rIns="0" bIns="0" rtlCol="0" anchor="t">
            <a:noAutofit/>
          </a:bodyPr>
          <a:lstStyle>
            <a:lvl1pPr marL="0" indent="0">
              <a:buNone/>
              <a:defRPr lang="en-US" sz="1800" b="1"/>
            </a:lvl1pPr>
          </a:lstStyle>
          <a:p>
            <a:pPr marL="200025" lvl="0" indent="-200025"/>
            <a:r>
              <a:rPr lang="en-US" noProof="0"/>
              <a:t>Click to edit Master text styles</a:t>
            </a:r>
          </a:p>
        </p:txBody>
      </p:sp>
      <p:cxnSp>
        <p:nvCxnSpPr>
          <p:cNvPr id="28" name="Straight Connector 27" descr="Center divider line">
            <a:extLst>
              <a:ext uri="{FF2B5EF4-FFF2-40B4-BE49-F238E27FC236}">
                <a16:creationId xmlns:a16="http://schemas.microsoft.com/office/drawing/2014/main" id="{AEACA101-2521-41AA-8F51-FF0BF783E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72000" y="2438720"/>
            <a:ext cx="0" cy="2525166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90986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 Boxed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298" y="2463937"/>
            <a:ext cx="2794502" cy="3314545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lIns="180000" tIns="180000" rIns="18000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60489" y="2463801"/>
            <a:ext cx="2794852" cy="3314200"/>
          </a:xfrm>
          <a:prstGeom prst="rightArrowCallout">
            <a:avLst>
              <a:gd name="adj1" fmla="val 50000"/>
              <a:gd name="adj2" fmla="val 25000"/>
              <a:gd name="adj3" fmla="val 16186"/>
              <a:gd name="adj4" fmla="val 80493"/>
            </a:avLst>
          </a:prstGeom>
          <a:solidFill>
            <a:schemeClr val="bg1">
              <a:lumMod val="95000"/>
            </a:schemeClr>
          </a:solidFill>
        </p:spPr>
        <p:txBody>
          <a:bodyPr lIns="180000" tIns="180000" rIns="18000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62989" y="2463801"/>
            <a:ext cx="2222714" cy="3314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180000" rIns="18000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8E9D1B9-1C3A-4397-B3B4-9A921D64159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4F049D-3C57-44BB-ACE2-1363AF36D9E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8177" y="1647240"/>
            <a:ext cx="2231684" cy="648000"/>
          </a:xfrm>
          <a:ln>
            <a:solidFill>
              <a:schemeClr val="accent1"/>
            </a:solidFill>
          </a:ln>
        </p:spPr>
        <p:txBody>
          <a:bodyPr tIns="108000" anchor="t"/>
          <a:lstStyle>
            <a:lvl1pPr marL="0" indent="0" algn="ctr">
              <a:buNone/>
              <a:defRPr>
                <a:latin typeface="+mj-lt"/>
              </a:defRPr>
            </a:lvl1pPr>
            <a:lvl2pPr marL="200025" indent="0" algn="ctr">
              <a:buNone/>
              <a:defRPr/>
            </a:lvl2pPr>
            <a:lvl3pPr marL="407194" indent="0" algn="ctr">
              <a:buNone/>
              <a:defRPr/>
            </a:lvl3pPr>
            <a:lvl4pPr marL="607219" indent="0" algn="ctr">
              <a:buNone/>
              <a:defRPr/>
            </a:lvl4pPr>
            <a:lvl5pPr marL="807244" indent="0" algn="ctr">
              <a:buNone/>
              <a:defRPr/>
            </a:lvl5pPr>
          </a:lstStyle>
          <a:p>
            <a:pPr lvl="0"/>
            <a:r>
              <a:rPr lang="en-US" noProof="0"/>
              <a:t>Section 1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B9B793F-A64B-475C-96F3-FB40100E01E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56252" y="1647040"/>
            <a:ext cx="2231684" cy="648000"/>
          </a:xfrm>
          <a:ln>
            <a:solidFill>
              <a:schemeClr val="accent2"/>
            </a:solidFill>
          </a:ln>
        </p:spPr>
        <p:txBody>
          <a:bodyPr tIns="108000" anchor="t"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US" noProof="0"/>
              <a:t>Section 2 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EF53567-5287-43FB-B07E-A12F3AEEDB9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62989" y="1647240"/>
            <a:ext cx="2231684" cy="648000"/>
          </a:xfrm>
          <a:ln>
            <a:solidFill>
              <a:schemeClr val="accent3"/>
            </a:solidFill>
          </a:ln>
        </p:spPr>
        <p:txBody>
          <a:bodyPr tIns="108000" anchor="t"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US" noProof="0"/>
              <a:t>Section 3 Title</a:t>
            </a:r>
          </a:p>
        </p:txBody>
      </p:sp>
    </p:spTree>
    <p:extLst>
      <p:ext uri="{BB962C8B-B14F-4D97-AF65-F5344CB8AC3E}">
        <p14:creationId xmlns:p14="http://schemas.microsoft.com/office/powerpoint/2010/main" val="37557335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37BBBFC2-32EB-4335-9980-A7CF236703B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2158F80-0C1A-4B9E-9335-A5A0015187F7}"/>
              </a:ext>
            </a:extLst>
          </p:cNvPr>
          <p:cNvCxnSpPr/>
          <p:nvPr userDrawn="1"/>
        </p:nvCxnSpPr>
        <p:spPr>
          <a:xfrm>
            <a:off x="323850" y="3866682"/>
            <a:ext cx="8504635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723DA611-B88C-4D7E-82A4-5E4CA9DC2EA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9681" y="3973125"/>
            <a:ext cx="311706" cy="201776"/>
          </a:xfrm>
        </p:spPr>
        <p:txBody>
          <a:bodyPr anchor="ctr"/>
          <a:lstStyle>
            <a:lvl1pPr marL="0" indent="0" algn="ctr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Year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180A0FA4-75CD-4A61-AA79-9C3C5F97ED8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385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EBB89A53-1B07-4560-B98E-03BECDB832C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77862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22D34AD8-D83D-4409-A418-C00840A085A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31875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3EAA6A46-63F3-49A5-8E0B-758176E4429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385888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BB051A6E-4868-4F3F-93DB-AD07020E93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557831" y="3973125"/>
            <a:ext cx="311706" cy="201776"/>
          </a:xfrm>
        </p:spPr>
        <p:txBody>
          <a:bodyPr anchor="ctr"/>
          <a:lstStyle>
            <a:lvl1pPr marL="0" indent="0" algn="ctr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Year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61519886-189E-4C69-AEED-FD9BDD3E567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739901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0F084DDF-04EE-46A9-9F77-D5FD94D1B54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093913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743DE8AB-BF74-4CC9-AD19-8BBBF44867A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447926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2ECC5C24-2CE5-491E-89DC-F9C5AE98B06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509964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DB0F187-5781-4076-B761-264B1C683A6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801939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B2E776B2-D388-4243-80AE-BD8AF47C8AA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155952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79F3A104-EDC0-4A25-9585-3F9F8C1022C7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863977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6" name="Text Placeholder 10">
            <a:extLst>
              <a:ext uri="{FF2B5EF4-FFF2-40B4-BE49-F238E27FC236}">
                <a16:creationId xmlns:a16="http://schemas.microsoft.com/office/drawing/2014/main" id="{23DA3E7C-9F0E-4A57-B6EA-C01C72788E9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21799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A8ABC110-DC97-4A71-9A16-67581EAC989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57200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81058125-332B-41A7-BCD5-72CAE3F9F97D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926009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E32DE8FD-6391-4094-BAEC-CC0836CC67E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280022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5C53C0F3-9308-422B-BC6E-1ACA5029027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634035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06DFFA03-9EA6-4F70-9519-AB1361BAF7CE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988048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49CD8693-3557-4241-BB88-518160D989C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34206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4884DF69-4936-4F90-BFB8-ED04A228DA2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73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4" name="Text Placeholder 10">
            <a:extLst>
              <a:ext uri="{FF2B5EF4-FFF2-40B4-BE49-F238E27FC236}">
                <a16:creationId xmlns:a16="http://schemas.microsoft.com/office/drawing/2014/main" id="{00804F61-8052-4AD8-8370-ED72B261BC2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758111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313F370F-A9EC-477E-BED7-BF4E875274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050086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9E687ADD-FE6C-441E-991F-E71EA0572C3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404099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5E0252B4-80AE-40E9-BA32-6EDAAC625211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112124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8A807DF0-23B6-4B83-B3F6-8D0BE9A851F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466137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F3591345-36C8-481A-AD5B-5F69B03D1710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4020742" y="2190751"/>
            <a:ext cx="1345406" cy="561975"/>
          </a:xfrm>
          <a:noFill/>
          <a:ln>
            <a:noFill/>
          </a:ln>
        </p:spPr>
        <p:txBody>
          <a:bodyPr tIns="36000" anchor="t"/>
          <a:lstStyle>
            <a:lvl1pPr marL="0" indent="0" algn="ctr">
              <a:buNone/>
              <a:defRPr sz="1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Title</a:t>
            </a:r>
          </a:p>
        </p:txBody>
      </p:sp>
      <p:sp>
        <p:nvSpPr>
          <p:cNvPr id="50" name="Text Placeholder 36">
            <a:extLst>
              <a:ext uri="{FF2B5EF4-FFF2-40B4-BE49-F238E27FC236}">
                <a16:creationId xmlns:a16="http://schemas.microsoft.com/office/drawing/2014/main" id="{954C0732-1924-4A1B-9272-95C51D0B36FE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4046796" y="2531196"/>
            <a:ext cx="1293296" cy="185808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Month, Year</a:t>
            </a:r>
          </a:p>
        </p:txBody>
      </p:sp>
    </p:spTree>
    <p:extLst>
      <p:ext uri="{BB962C8B-B14F-4D97-AF65-F5344CB8AC3E}">
        <p14:creationId xmlns:p14="http://schemas.microsoft.com/office/powerpoint/2010/main" val="906707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3 Members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77959" y="3995705"/>
            <a:ext cx="1473128" cy="216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66916" y="3995705"/>
            <a:ext cx="1473128" cy="216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55872" y="3991240"/>
            <a:ext cx="1473128" cy="216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77959" y="3424428"/>
            <a:ext cx="1473128" cy="504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66916" y="3424428"/>
            <a:ext cx="1473128" cy="504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55872" y="3424428"/>
            <a:ext cx="1473128" cy="504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806A4855-25AA-40D4-B1A4-A271486B6C9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23850" y="2808242"/>
            <a:ext cx="1129475" cy="15059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5" name="Picture Placeholder 22">
            <a:extLst>
              <a:ext uri="{FF2B5EF4-FFF2-40B4-BE49-F238E27FC236}">
                <a16:creationId xmlns:a16="http://schemas.microsoft.com/office/drawing/2014/main" id="{31E10A24-B676-4117-9507-B4B0EB406F0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212806" y="2808242"/>
            <a:ext cx="1129475" cy="15059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6549D851-9848-44AC-937A-9B1EF867E59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101762" y="2808242"/>
            <a:ext cx="1129475" cy="15059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6DD16A0-27CF-480C-8ADD-7BB99E0031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CA876-2153-4136-850D-EE098BDC242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77959" y="4311393"/>
            <a:ext cx="1473129" cy="11303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Short Bio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69B21C2-C689-49C2-B45F-14C5C53A587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66916" y="4311393"/>
            <a:ext cx="1472803" cy="11303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Short Bio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33D8E11-F7FD-4AD9-BEC6-78C6500F817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355872" y="4311393"/>
            <a:ext cx="1485900" cy="11382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Short Bio</a:t>
            </a:r>
          </a:p>
        </p:txBody>
      </p:sp>
    </p:spTree>
    <p:extLst>
      <p:ext uri="{BB962C8B-B14F-4D97-AF65-F5344CB8AC3E}">
        <p14:creationId xmlns:p14="http://schemas.microsoft.com/office/powerpoint/2010/main" val="36241199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6 Members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55085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86320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7554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48789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3F7825-EB73-4976-9D8D-BAD8C8FCEA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850" y="3926334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55085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86320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17554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01E9EA3-8BD6-4531-812C-663C75428B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48789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A4566DA-C848-4A27-BBC8-722932FFD7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3850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089E01F-0C47-4C6A-A9A8-A1A7E470F31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7816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806A4855-25AA-40D4-B1A4-A271486B6C9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969051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5" name="Picture Placeholder 22">
            <a:extLst>
              <a:ext uri="{FF2B5EF4-FFF2-40B4-BE49-F238E27FC236}">
                <a16:creationId xmlns:a16="http://schemas.microsoft.com/office/drawing/2014/main" id="{31E10A24-B676-4117-9507-B4B0EB406F0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400286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6549D851-9848-44AC-937A-9B1EF867E59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831521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7" name="Picture Placeholder 22">
            <a:extLst>
              <a:ext uri="{FF2B5EF4-FFF2-40B4-BE49-F238E27FC236}">
                <a16:creationId xmlns:a16="http://schemas.microsoft.com/office/drawing/2014/main" id="{B765F5D3-7CB7-4E55-8217-E9EEA9F2945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262755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0" name="Picture Placeholder 22">
            <a:extLst>
              <a:ext uri="{FF2B5EF4-FFF2-40B4-BE49-F238E27FC236}">
                <a16:creationId xmlns:a16="http://schemas.microsoft.com/office/drawing/2014/main" id="{8CB2CA38-4C7F-4D6B-9B34-606F1A007A1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693989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DA42CA-D117-4AF7-9FEC-03EB2BBB756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480022" y="3925889"/>
            <a:ext cx="1350000" cy="504825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  <a:lvl2pPr marL="200025" indent="0" algn="ctr">
              <a:buNone/>
              <a:defRPr/>
            </a:lvl2pPr>
            <a:lvl3pPr marL="407194" indent="0" algn="ctr">
              <a:buNone/>
              <a:defRPr/>
            </a:lvl3pPr>
            <a:lvl4pPr marL="607219" indent="0" algn="ctr">
              <a:buNone/>
              <a:defRPr/>
            </a:lvl4pPr>
            <a:lvl5pPr marL="807244" indent="0" algn="ctr">
              <a:buNone/>
              <a:defRPr/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F9CEF5A-8DCE-4156-9138-C113C0D3A79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480022" y="4505326"/>
            <a:ext cx="1350000" cy="900113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noProof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5035105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37BBBFC2-32EB-4335-9980-A7CF236703B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29137C9-7B18-454C-AB56-2B4631DFE59D}"/>
              </a:ext>
            </a:extLst>
          </p:cNvPr>
          <p:cNvSpPr/>
          <p:nvPr userDrawn="1"/>
        </p:nvSpPr>
        <p:spPr>
          <a:xfrm rot="14199158">
            <a:off x="7376604" y="-61426"/>
            <a:ext cx="1957093" cy="1049858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1392370 w 3571215"/>
              <a:gd name="connsiteY3" fmla="*/ 2792094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2626822 w 3571215"/>
              <a:gd name="connsiteY3" fmla="*/ 1399810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176150"/>
              <a:gd name="connsiteX1" fmla="*/ 2472666 w 3571215"/>
              <a:gd name="connsiteY1" fmla="*/ 36067 h 2176150"/>
              <a:gd name="connsiteX2" fmla="*/ 3571215 w 3571215"/>
              <a:gd name="connsiteY2" fmla="*/ 0 h 2176150"/>
              <a:gd name="connsiteX3" fmla="*/ 2626822 w 3571215"/>
              <a:gd name="connsiteY3" fmla="*/ 1399810 h 2176150"/>
              <a:gd name="connsiteX4" fmla="*/ 2309686 w 3571215"/>
              <a:gd name="connsiteY4" fmla="*/ 820126 h 2176150"/>
              <a:gd name="connsiteX5" fmla="*/ 0 w 3571215"/>
              <a:gd name="connsiteY5" fmla="*/ 2176150 h 217615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695564 w 1957093"/>
              <a:gd name="connsiteY4" fmla="*/ 820126 h 1399810"/>
              <a:gd name="connsiteX5" fmla="*/ 0 w 1957093"/>
              <a:gd name="connsiteY5" fmla="*/ 318772 h 139981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172487 w 1957093"/>
              <a:gd name="connsiteY4" fmla="*/ 1221089 h 1399810"/>
              <a:gd name="connsiteX5" fmla="*/ 0 w 1957093"/>
              <a:gd name="connsiteY5" fmla="*/ 318772 h 139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57093" h="1399810">
                <a:moveTo>
                  <a:pt x="0" y="318772"/>
                </a:moveTo>
                <a:lnTo>
                  <a:pt x="858544" y="36067"/>
                </a:lnTo>
                <a:lnTo>
                  <a:pt x="1957093" y="0"/>
                </a:lnTo>
                <a:lnTo>
                  <a:pt x="1012700" y="1399810"/>
                </a:lnTo>
                <a:lnTo>
                  <a:pt x="172487" y="1221089"/>
                </a:lnTo>
                <a:lnTo>
                  <a:pt x="0" y="3187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6973557">
            <a:off x="7256349" y="295800"/>
            <a:ext cx="748251" cy="585502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5483574">
            <a:off x="7360250" y="85941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AACAC53-33A6-4BBC-8C68-0C56D0B39F57}"/>
              </a:ext>
            </a:extLst>
          </p:cNvPr>
          <p:cNvSpPr/>
          <p:nvPr userDrawn="1"/>
        </p:nvSpPr>
        <p:spPr>
          <a:xfrm rot="14235708">
            <a:off x="8773368" y="143009"/>
            <a:ext cx="332291" cy="185912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1392370 w 3571215"/>
              <a:gd name="connsiteY3" fmla="*/ 2792094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2626822 w 3571215"/>
              <a:gd name="connsiteY3" fmla="*/ 1399810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176150"/>
              <a:gd name="connsiteX1" fmla="*/ 2472666 w 3571215"/>
              <a:gd name="connsiteY1" fmla="*/ 36067 h 2176150"/>
              <a:gd name="connsiteX2" fmla="*/ 3571215 w 3571215"/>
              <a:gd name="connsiteY2" fmla="*/ 0 h 2176150"/>
              <a:gd name="connsiteX3" fmla="*/ 2626822 w 3571215"/>
              <a:gd name="connsiteY3" fmla="*/ 1399810 h 2176150"/>
              <a:gd name="connsiteX4" fmla="*/ 2309686 w 3571215"/>
              <a:gd name="connsiteY4" fmla="*/ 820126 h 2176150"/>
              <a:gd name="connsiteX5" fmla="*/ 0 w 3571215"/>
              <a:gd name="connsiteY5" fmla="*/ 2176150 h 217615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695564 w 1957093"/>
              <a:gd name="connsiteY4" fmla="*/ 820126 h 1399810"/>
              <a:gd name="connsiteX5" fmla="*/ 0 w 1957093"/>
              <a:gd name="connsiteY5" fmla="*/ 318772 h 139981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172487 w 1957093"/>
              <a:gd name="connsiteY4" fmla="*/ 1221089 h 1399810"/>
              <a:gd name="connsiteX5" fmla="*/ 0 w 1957093"/>
              <a:gd name="connsiteY5" fmla="*/ 318772 h 1399810"/>
              <a:gd name="connsiteX0" fmla="*/ 0 w 1449157"/>
              <a:gd name="connsiteY0" fmla="*/ 282705 h 1363743"/>
              <a:gd name="connsiteX1" fmla="*/ 858544 w 1449157"/>
              <a:gd name="connsiteY1" fmla="*/ 0 h 1363743"/>
              <a:gd name="connsiteX2" fmla="*/ 1449157 w 1449157"/>
              <a:gd name="connsiteY2" fmla="*/ 715834 h 1363743"/>
              <a:gd name="connsiteX3" fmla="*/ 1012700 w 1449157"/>
              <a:gd name="connsiteY3" fmla="*/ 1363743 h 1363743"/>
              <a:gd name="connsiteX4" fmla="*/ 172487 w 1449157"/>
              <a:gd name="connsiteY4" fmla="*/ 1185022 h 1363743"/>
              <a:gd name="connsiteX5" fmla="*/ 0 w 1449157"/>
              <a:gd name="connsiteY5" fmla="*/ 282705 h 1363743"/>
              <a:gd name="connsiteX0" fmla="*/ 0 w 1449157"/>
              <a:gd name="connsiteY0" fmla="*/ 0 h 1081038"/>
              <a:gd name="connsiteX1" fmla="*/ 1449157 w 1449157"/>
              <a:gd name="connsiteY1" fmla="*/ 433129 h 1081038"/>
              <a:gd name="connsiteX2" fmla="*/ 1012700 w 1449157"/>
              <a:gd name="connsiteY2" fmla="*/ 1081038 h 1081038"/>
              <a:gd name="connsiteX3" fmla="*/ 172487 w 1449157"/>
              <a:gd name="connsiteY3" fmla="*/ 902317 h 1081038"/>
              <a:gd name="connsiteX4" fmla="*/ 0 w 1449157"/>
              <a:gd name="connsiteY4" fmla="*/ 0 h 1081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9157" h="1081038">
                <a:moveTo>
                  <a:pt x="0" y="0"/>
                </a:moveTo>
                <a:lnTo>
                  <a:pt x="1449157" y="433129"/>
                </a:lnTo>
                <a:lnTo>
                  <a:pt x="1012700" y="1081038"/>
                </a:lnTo>
                <a:lnTo>
                  <a:pt x="172487" y="9023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D86A7C4-9F1E-4F96-8AD9-5B75BEE364BE}"/>
              </a:ext>
            </a:extLst>
          </p:cNvPr>
          <p:cNvSpPr/>
          <p:nvPr userDrawn="1"/>
        </p:nvSpPr>
        <p:spPr>
          <a:xfrm rot="13336516">
            <a:off x="7734927" y="1084300"/>
            <a:ext cx="486493" cy="777553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B63BFE72-A1DE-4CFE-9B52-553C99D52699}"/>
              </a:ext>
            </a:extLst>
          </p:cNvPr>
          <p:cNvSpPr/>
          <p:nvPr userDrawn="1"/>
        </p:nvSpPr>
        <p:spPr>
          <a:xfrm rot="5738060">
            <a:off x="7296620" y="1096127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C266CD9-D77B-4B4D-8673-531E2784C610}"/>
              </a:ext>
            </a:extLst>
          </p:cNvPr>
          <p:cNvSpPr/>
          <p:nvPr userDrawn="1"/>
        </p:nvSpPr>
        <p:spPr>
          <a:xfrm rot="8291645">
            <a:off x="7561349" y="798094"/>
            <a:ext cx="278520" cy="273702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11989658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No Graphic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03350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036" y="86714"/>
            <a:ext cx="9013929" cy="6684572"/>
          </a:xfrm>
          <a:solidFill>
            <a:schemeClr val="bg1">
              <a:lumMod val="85000"/>
            </a:schemeClr>
          </a:solidFill>
        </p:spPr>
        <p:txBody>
          <a:bodyPr lIns="360000" tIns="360000"/>
          <a:lstStyle>
            <a:lvl1pPr marL="0" indent="0">
              <a:buNone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70955" y="2237328"/>
            <a:ext cx="5402090" cy="1449788"/>
          </a:xfrm>
          <a:solidFill>
            <a:schemeClr val="tx1">
              <a:alpha val="80000"/>
            </a:schemeClr>
          </a:solidFill>
        </p:spPr>
        <p:txBody>
          <a:bodyPr lIns="288000" rIns="2160000" bIns="144000" anchor="b" anchorCtr="0"/>
          <a:lstStyle>
            <a:lvl1pPr algn="r">
              <a:defRPr sz="49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0956" y="3684672"/>
            <a:ext cx="3961877" cy="1604172"/>
          </a:xfrm>
          <a:solidFill>
            <a:schemeClr val="tx1">
              <a:alpha val="90000"/>
            </a:schemeClr>
          </a:solidFill>
        </p:spPr>
        <p:txBody>
          <a:bodyPr lIns="216000" tIns="144000" rIns="576000"/>
          <a:lstStyle>
            <a:lvl1pPr marL="0" indent="0" algn="r">
              <a:buNone/>
              <a:defRPr sz="1575">
                <a:solidFill>
                  <a:schemeClr val="bg1"/>
                </a:soli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688AEDF-1396-4322-8818-9D1C7976FCDF}"/>
              </a:ext>
            </a:extLst>
          </p:cNvPr>
          <p:cNvCxnSpPr>
            <a:cxnSpLocks/>
          </p:cNvCxnSpPr>
          <p:nvPr userDrawn="1"/>
        </p:nvCxnSpPr>
        <p:spPr>
          <a:xfrm>
            <a:off x="5832835" y="2412127"/>
            <a:ext cx="0" cy="11001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122267-81F5-4D7C-8854-830FD491A4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00250" y="4142258"/>
            <a:ext cx="3381375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Contact Number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D1624B9A-AB57-40B6-89A6-D34ED60BBF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00250" y="4448040"/>
            <a:ext cx="3381375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Email or Social Media Handle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61EA5FFD-797F-43FF-B13A-5DA8C820EE2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48756" y="2587752"/>
            <a:ext cx="1008126" cy="70408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Logo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436EF9B-F86C-114A-BB87-C439E5F129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00250" y="4753821"/>
            <a:ext cx="3381375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Website Address</a:t>
            </a:r>
          </a:p>
        </p:txBody>
      </p:sp>
    </p:spTree>
    <p:extLst>
      <p:ext uri="{BB962C8B-B14F-4D97-AF65-F5344CB8AC3E}">
        <p14:creationId xmlns:p14="http://schemas.microsoft.com/office/powerpoint/2010/main" val="34759506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768422"/>
            <a:ext cx="5130000" cy="2387600"/>
          </a:xfrm>
          <a:solidFill>
            <a:schemeClr val="tx1">
              <a:alpha val="80000"/>
            </a:schemeClr>
          </a:solidFill>
        </p:spPr>
        <p:txBody>
          <a:bodyPr lIns="432000" rIns="432000" bIns="144000" anchor="b"/>
          <a:lstStyle>
            <a:lvl1pPr algn="l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3578"/>
            <a:ext cx="5130000" cy="936000"/>
          </a:xfrm>
          <a:solidFill>
            <a:schemeClr val="tx1">
              <a:alpha val="90000"/>
            </a:schemeClr>
          </a:solidFill>
        </p:spPr>
        <p:txBody>
          <a:bodyPr lIns="432000" tIns="144000"/>
          <a:lstStyle>
            <a:lvl1pPr marL="0" indent="0" algn="l">
              <a:buNone/>
              <a:defRPr sz="1575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3A733F0-30A3-4125-9B9B-2A07E1461F1B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E236A80-227E-4FE4-AA47-7802636969A0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AF58058-47D7-451D-B2D5-713873CFA06B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6D9AC51-13A8-43F2-B0AE-A475CD84575E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BA8CC4C-FA3C-45FB-A5CE-C0F41063A4AA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20D0EA4-6C0E-4F3B-B209-84132CF9DCEE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2637900-ABE5-44BB-8955-B59B20FACF68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878CEF9-0D4E-43CF-A1AC-B8A752A7EDD3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15157165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74E1F0E-A827-4F38-BAAB-5D5831E0813A}"/>
              </a:ext>
            </a:extLst>
          </p:cNvPr>
          <p:cNvSpPr/>
          <p:nvPr userDrawn="1"/>
        </p:nvSpPr>
        <p:spPr>
          <a:xfrm>
            <a:off x="0" y="6771286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7D9229-CE8B-44FD-B1E6-2FE619F40B4F}"/>
              </a:ext>
            </a:extLst>
          </p:cNvPr>
          <p:cNvSpPr/>
          <p:nvPr userDrawn="1"/>
        </p:nvSpPr>
        <p:spPr>
          <a:xfrm>
            <a:off x="0" y="0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83AF15-88E9-4D75-9D5E-7E4924887E91}"/>
              </a:ext>
            </a:extLst>
          </p:cNvPr>
          <p:cNvSpPr/>
          <p:nvPr userDrawn="1"/>
        </p:nvSpPr>
        <p:spPr>
          <a:xfrm rot="5400000">
            <a:off x="-3396482" y="3396481"/>
            <a:ext cx="6858001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B18E46-480F-48E8-9675-259D3D06A00D}"/>
              </a:ext>
            </a:extLst>
          </p:cNvPr>
          <p:cNvSpPr/>
          <p:nvPr userDrawn="1"/>
        </p:nvSpPr>
        <p:spPr>
          <a:xfrm rot="5400000">
            <a:off x="5682482" y="3396482"/>
            <a:ext cx="6858000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0" y="86714"/>
            <a:ext cx="4506965" cy="4068402"/>
          </a:xfrm>
          <a:solidFill>
            <a:schemeClr val="tx1">
              <a:alpha val="80000"/>
            </a:schemeClr>
          </a:solidFill>
        </p:spPr>
        <p:txBody>
          <a:bodyPr lIns="288000" rIns="432000" bIns="144000" anchor="b"/>
          <a:lstStyle>
            <a:lvl1pPr algn="r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4152672"/>
            <a:ext cx="4506965" cy="1818422"/>
          </a:xfrm>
          <a:solidFill>
            <a:schemeClr val="bg1">
              <a:lumMod val="95000"/>
              <a:alpha val="80000"/>
            </a:schemeClr>
          </a:solidFill>
        </p:spPr>
        <p:txBody>
          <a:bodyPr lIns="288000" tIns="144000" rIns="432000"/>
          <a:lstStyle>
            <a:lvl1pPr marL="0" indent="0" algn="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94FE7-F6B5-D34D-B846-52B81F6F6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9E631-FFE0-4842-9C8D-2977AD46DA07}"/>
              </a:ext>
            </a:extLst>
          </p:cNvPr>
          <p:cNvSpPr txBox="1"/>
          <p:nvPr userDrawn="1"/>
        </p:nvSpPr>
        <p:spPr>
          <a:xfrm>
            <a:off x="4396468" y="66130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0052C3A-3942-4B16-A466-441F8E3C2260}"/>
              </a:ext>
            </a:extLst>
          </p:cNvPr>
          <p:cNvSpPr/>
          <p:nvPr userDrawn="1"/>
        </p:nvSpPr>
        <p:spPr>
          <a:xfrm>
            <a:off x="0" y="2539992"/>
            <a:ext cx="4029807" cy="4318008"/>
          </a:xfrm>
          <a:custGeom>
            <a:avLst/>
            <a:gdLst>
              <a:gd name="connsiteX0" fmla="*/ 4972877 w 5373076"/>
              <a:gd name="connsiteY0" fmla="*/ 1816430 h 4318008"/>
              <a:gd name="connsiteX1" fmla="*/ 5211912 w 5373076"/>
              <a:gd name="connsiteY1" fmla="*/ 2046590 h 4318008"/>
              <a:gd name="connsiteX2" fmla="*/ 4866804 w 5373076"/>
              <a:gd name="connsiteY2" fmla="*/ 2013272 h 4318008"/>
              <a:gd name="connsiteX3" fmla="*/ 3721849 w 5373076"/>
              <a:gd name="connsiteY3" fmla="*/ 1808102 h 4318008"/>
              <a:gd name="connsiteX4" fmla="*/ 3854624 w 5373076"/>
              <a:gd name="connsiteY4" fmla="*/ 2524110 h 4318008"/>
              <a:gd name="connsiteX5" fmla="*/ 3419634 w 5373076"/>
              <a:gd name="connsiteY5" fmla="*/ 2322178 h 4318008"/>
              <a:gd name="connsiteX6" fmla="*/ 3604566 w 5373076"/>
              <a:gd name="connsiteY6" fmla="*/ 1945430 h 4318008"/>
              <a:gd name="connsiteX7" fmla="*/ 2301472 w 5373076"/>
              <a:gd name="connsiteY7" fmla="*/ 1771765 h 4318008"/>
              <a:gd name="connsiteX8" fmla="*/ 3237442 w 5373076"/>
              <a:gd name="connsiteY8" fmla="*/ 2134997 h 4318008"/>
              <a:gd name="connsiteX9" fmla="*/ 3266331 w 5373076"/>
              <a:gd name="connsiteY9" fmla="*/ 2949530 h 4318008"/>
              <a:gd name="connsiteX10" fmla="*/ 1897852 w 5373076"/>
              <a:gd name="connsiteY10" fmla="*/ 4318008 h 4318008"/>
              <a:gd name="connsiteX11" fmla="*/ 134565 w 5373076"/>
              <a:gd name="connsiteY11" fmla="*/ 4318008 h 4318008"/>
              <a:gd name="connsiteX12" fmla="*/ 0 w 5373076"/>
              <a:gd name="connsiteY12" fmla="*/ 4183443 h 4318008"/>
              <a:gd name="connsiteX13" fmla="*/ 0 w 5373076"/>
              <a:gd name="connsiteY13" fmla="*/ 2855805 h 4318008"/>
              <a:gd name="connsiteX14" fmla="*/ 5243699 w 5373076"/>
              <a:gd name="connsiteY14" fmla="*/ 652159 h 4318008"/>
              <a:gd name="connsiteX15" fmla="*/ 5058767 w 5373076"/>
              <a:gd name="connsiteY15" fmla="*/ 1028908 h 4318008"/>
              <a:gd name="connsiteX16" fmla="*/ 4960786 w 5373076"/>
              <a:gd name="connsiteY16" fmla="*/ 983422 h 4318008"/>
              <a:gd name="connsiteX17" fmla="*/ 3473588 w 5373076"/>
              <a:gd name="connsiteY17" fmla="*/ 405712 h 4318008"/>
              <a:gd name="connsiteX18" fmla="*/ 4094196 w 5373076"/>
              <a:gd name="connsiteY18" fmla="*/ 1366894 h 4318008"/>
              <a:gd name="connsiteX19" fmla="*/ 3778134 w 5373076"/>
              <a:gd name="connsiteY19" fmla="*/ 1741309 h 4318008"/>
              <a:gd name="connsiteX20" fmla="*/ 2824519 w 5373076"/>
              <a:gd name="connsiteY20" fmla="*/ 1808100 h 4318008"/>
              <a:gd name="connsiteX21" fmla="*/ 4454991 w 5373076"/>
              <a:gd name="connsiteY21" fmla="*/ 0 h 4318008"/>
              <a:gd name="connsiteX22" fmla="*/ 5373076 w 5373076"/>
              <a:gd name="connsiteY22" fmla="*/ 32358 h 4318008"/>
              <a:gd name="connsiteX23" fmla="*/ 4628717 w 5373076"/>
              <a:gd name="connsiteY23" fmla="*/ 1349015 h 4318008"/>
              <a:gd name="connsiteX24" fmla="*/ 4094010 w 5373076"/>
              <a:gd name="connsiteY24" fmla="*/ 779481 h 4318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373076" h="4318008">
                <a:moveTo>
                  <a:pt x="4972877" y="1816430"/>
                </a:moveTo>
                <a:lnTo>
                  <a:pt x="5211912" y="2046590"/>
                </a:lnTo>
                <a:lnTo>
                  <a:pt x="4866804" y="2013272"/>
                </a:lnTo>
                <a:close/>
                <a:moveTo>
                  <a:pt x="3721849" y="1808102"/>
                </a:moveTo>
                <a:lnTo>
                  <a:pt x="3854624" y="2524110"/>
                </a:lnTo>
                <a:lnTo>
                  <a:pt x="3419634" y="2322178"/>
                </a:lnTo>
                <a:lnTo>
                  <a:pt x="3604566" y="1945430"/>
                </a:lnTo>
                <a:close/>
                <a:moveTo>
                  <a:pt x="2301472" y="1771765"/>
                </a:moveTo>
                <a:lnTo>
                  <a:pt x="3237442" y="2134997"/>
                </a:lnTo>
                <a:lnTo>
                  <a:pt x="3266331" y="2949530"/>
                </a:lnTo>
                <a:lnTo>
                  <a:pt x="1897852" y="4318008"/>
                </a:lnTo>
                <a:lnTo>
                  <a:pt x="134565" y="4318008"/>
                </a:lnTo>
                <a:lnTo>
                  <a:pt x="0" y="4183443"/>
                </a:lnTo>
                <a:lnTo>
                  <a:pt x="0" y="2855805"/>
                </a:lnTo>
                <a:close/>
                <a:moveTo>
                  <a:pt x="5243699" y="652159"/>
                </a:moveTo>
                <a:lnTo>
                  <a:pt x="5058767" y="1028908"/>
                </a:lnTo>
                <a:lnTo>
                  <a:pt x="4960786" y="983422"/>
                </a:lnTo>
                <a:close/>
                <a:moveTo>
                  <a:pt x="3473588" y="405712"/>
                </a:moveTo>
                <a:lnTo>
                  <a:pt x="4094196" y="1366894"/>
                </a:lnTo>
                <a:lnTo>
                  <a:pt x="3778134" y="1741309"/>
                </a:lnTo>
                <a:lnTo>
                  <a:pt x="2824519" y="1808100"/>
                </a:lnTo>
                <a:close/>
                <a:moveTo>
                  <a:pt x="4454991" y="0"/>
                </a:moveTo>
                <a:lnTo>
                  <a:pt x="5373076" y="32358"/>
                </a:lnTo>
                <a:lnTo>
                  <a:pt x="4628717" y="1349015"/>
                </a:lnTo>
                <a:lnTo>
                  <a:pt x="4094010" y="77948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35002528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73E47D5-BDE7-46E7-8C4E-6111A41AF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4D90A547-C01D-42BC-98ED-831FDD76F3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EBF3BE3-47D8-4511-B598-743DF88DF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623311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1434632-BEE5-428E-872A-794325BA8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7CB95FD3-7DAC-4417-8633-7EFA4852E0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4CDAD6C-9665-443F-B344-147513A6C1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947631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7648780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036" y="86714"/>
            <a:ext cx="9013929" cy="6684572"/>
          </a:xfrm>
          <a:blipFill>
            <a:blip r:embed="rId2">
              <a:alphaModFix amt="49000"/>
            </a:blip>
            <a:tile tx="0" ty="0" sx="100000" sy="100000" flip="none" algn="tl"/>
          </a:blipFill>
        </p:spPr>
        <p:txBody>
          <a:bodyPr lIns="360000" tIns="360000"/>
          <a:lstStyle>
            <a:lvl1pPr marL="0" indent="0">
              <a:buNone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768422"/>
            <a:ext cx="5130000" cy="2387600"/>
          </a:xfrm>
          <a:solidFill>
            <a:schemeClr val="tx1">
              <a:alpha val="80000"/>
            </a:schemeClr>
          </a:solidFill>
        </p:spPr>
        <p:txBody>
          <a:bodyPr lIns="432000" rIns="432000" bIns="144000" anchor="b"/>
          <a:lstStyle>
            <a:lvl1pPr algn="l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3578"/>
            <a:ext cx="5130000" cy="936000"/>
          </a:xfrm>
          <a:solidFill>
            <a:schemeClr val="tx1">
              <a:alpha val="90000"/>
            </a:schemeClr>
          </a:solidFill>
        </p:spPr>
        <p:txBody>
          <a:bodyPr lIns="432000" tIns="144000"/>
          <a:lstStyle>
            <a:lvl1pPr marL="0" indent="0" algn="l">
              <a:buNone/>
              <a:defRPr sz="1575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755372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Half Image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74E1F0E-A827-4F38-BAAB-5D5831E0813A}"/>
              </a:ext>
            </a:extLst>
          </p:cNvPr>
          <p:cNvSpPr/>
          <p:nvPr userDrawn="1"/>
        </p:nvSpPr>
        <p:spPr>
          <a:xfrm>
            <a:off x="0" y="6771286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7D9229-CE8B-44FD-B1E6-2FE619F40B4F}"/>
              </a:ext>
            </a:extLst>
          </p:cNvPr>
          <p:cNvSpPr/>
          <p:nvPr userDrawn="1"/>
        </p:nvSpPr>
        <p:spPr>
          <a:xfrm>
            <a:off x="0" y="0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83AF15-88E9-4D75-9D5E-7E4924887E91}"/>
              </a:ext>
            </a:extLst>
          </p:cNvPr>
          <p:cNvSpPr/>
          <p:nvPr userDrawn="1"/>
        </p:nvSpPr>
        <p:spPr>
          <a:xfrm rot="5400000">
            <a:off x="-3396482" y="3396481"/>
            <a:ext cx="6858001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B18E46-480F-48E8-9675-259D3D06A00D}"/>
              </a:ext>
            </a:extLst>
          </p:cNvPr>
          <p:cNvSpPr/>
          <p:nvPr userDrawn="1"/>
        </p:nvSpPr>
        <p:spPr>
          <a:xfrm rot="5400000">
            <a:off x="5682482" y="3396482"/>
            <a:ext cx="6858000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036" y="86714"/>
            <a:ext cx="4506964" cy="6684572"/>
          </a:xfrm>
          <a:solidFill>
            <a:schemeClr val="bg1">
              <a:lumMod val="85000"/>
            </a:schemeClr>
          </a:solidFill>
        </p:spPr>
        <p:txBody>
          <a:bodyPr lIns="0" tIns="0" anchor="ctr"/>
          <a:lstStyle>
            <a:lvl1pPr marL="0" indent="0" algn="ctr">
              <a:buNone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0" y="86714"/>
            <a:ext cx="4506965" cy="4068402"/>
          </a:xfrm>
          <a:solidFill>
            <a:schemeClr val="tx1">
              <a:alpha val="80000"/>
            </a:schemeClr>
          </a:solidFill>
        </p:spPr>
        <p:txBody>
          <a:bodyPr lIns="288000" rIns="432000" bIns="144000" anchor="b"/>
          <a:lstStyle>
            <a:lvl1pPr algn="r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4152672"/>
            <a:ext cx="4506965" cy="1818422"/>
          </a:xfrm>
          <a:solidFill>
            <a:schemeClr val="bg1">
              <a:lumMod val="95000"/>
              <a:alpha val="80000"/>
            </a:schemeClr>
          </a:solidFill>
        </p:spPr>
        <p:txBody>
          <a:bodyPr lIns="288000" tIns="144000" rIns="432000"/>
          <a:lstStyle>
            <a:lvl1pPr marL="0" indent="0" algn="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94FE7-F6B5-D34D-B846-52B81F6F6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9E631-FFE0-4842-9C8D-2977AD46DA07}"/>
              </a:ext>
            </a:extLst>
          </p:cNvPr>
          <p:cNvSpPr txBox="1"/>
          <p:nvPr userDrawn="1"/>
        </p:nvSpPr>
        <p:spPr>
          <a:xfrm>
            <a:off x="4396468" y="66130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957539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and Text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00" y="3517901"/>
            <a:ext cx="4509000" cy="1409700"/>
          </a:xfrm>
          <a:solidFill>
            <a:schemeClr val="tx1"/>
          </a:solidFill>
        </p:spPr>
        <p:txBody>
          <a:bodyPr lIns="288000" rIns="432000" bIns="144000" anchor="b"/>
          <a:lstStyle>
            <a:lvl1pPr algn="r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00" y="4927601"/>
            <a:ext cx="4509000" cy="1845743"/>
          </a:xfrm>
          <a:solidFill>
            <a:schemeClr val="tx1">
              <a:lumMod val="85000"/>
              <a:lumOff val="15000"/>
            </a:schemeClr>
          </a:solidFill>
        </p:spPr>
        <p:txBody>
          <a:bodyPr lIns="288000" tIns="144000" rIns="432000"/>
          <a:lstStyle>
            <a:lvl1pPr marL="0" indent="0" algn="r">
              <a:buNone/>
              <a:defRPr sz="1575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94FE7-F6B5-D34D-B846-52B81F6F6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9E631-FFE0-4842-9C8D-2977AD46DA07}"/>
              </a:ext>
            </a:extLst>
          </p:cNvPr>
          <p:cNvSpPr txBox="1"/>
          <p:nvPr userDrawn="1"/>
        </p:nvSpPr>
        <p:spPr>
          <a:xfrm>
            <a:off x="4396468" y="66130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000" y="86715"/>
            <a:ext cx="4506964" cy="3431187"/>
          </a:xfrm>
          <a:solidFill>
            <a:srgbClr val="333333"/>
          </a:solidFill>
        </p:spPr>
        <p:txBody>
          <a:bodyPr lIns="0" tIns="0" anchor="ctr"/>
          <a:lstStyle>
            <a:lvl1pPr marL="0" indent="0" algn="ctr">
              <a:buNone/>
              <a:defRPr sz="825" i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D5F0C9D-A08F-4539-BA26-61D24BBE6E9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848225" y="1152000"/>
            <a:ext cx="3980775" cy="4680000"/>
          </a:xfrm>
        </p:spPr>
        <p:txBody>
          <a:bodyPr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97589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00" y="1152000"/>
            <a:ext cx="8505000" cy="468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F6D6B0F-FF8B-4D60-B712-A57904D5502C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FF5FB50-33B5-4195-92D6-70891F240926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ECD958F-56E9-4A3B-9C25-D5970592C848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2F4FF18-9272-43AF-912E-B1CF8BF148D4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E9C7EB4-9E81-4394-8C2C-A54BBD15B51D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E681EC0-A139-4B14-89E8-F237CB63D4C9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7F87648-ABB4-4C97-BB6D-58342407E9DF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802EFEB-F4DF-4501-91AA-173B60EBBBAA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109FE51D-8E02-4ED7-862B-5CF838F7F77F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ECB9E40-5923-4571-9C8E-D7412C1283B2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46052C9-826B-47AC-9F6B-3078D4F43748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0C3867F5-4C6F-48BE-9DFF-9046D1FE6771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B0CB40F-9E6F-457D-9C1F-9769BC3AE13E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0FCD03E7-2128-4C04-A914-409506646A76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334076902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E0A84F6-FEAA-4BDD-9282-20006CFE8BD1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CD00A51-7C86-40CE-9A85-9305A72856F5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2581C84-47AA-4227-BB97-9D73745C6350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3D0208D-7363-46C1-93C0-34D5C7CC03D4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BF00BA4-FF52-480A-802E-02DFDD8C7441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8FC3C8E-D2F9-46FE-B29F-17C02B89FFCC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AC53E23-4CA7-479D-B22A-A5FCB3E5B5F6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6F0F1DB-0C5F-4895-B71A-86B7D122DD4B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34BF4B3-A394-4B33-84E8-433CB3F4D710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6E11BA4-7EBA-47E5-8E07-57E665A74955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A178943-1EAE-4532-95FB-DFD1B8A936ED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1603A2C-1F9D-4BAB-BF6C-C411F8898F5A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019487C-9065-4D0C-8A4F-0BEC960FF5E1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2E39A85-934A-4BF2-93E3-761989F1B981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4000" y="1152000"/>
            <a:ext cx="4104000" cy="504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E47D86-FD0D-44D0-9B7F-9EDEBD11F9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29F8B3-4723-4928-83E5-76C29D05F2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94AA1D0D-4A88-48E6-9F92-152A70F62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5288" y="1140847"/>
            <a:ext cx="4103712" cy="5036116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0682144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BAF7-A9F4-4666-A96D-E0820914D8A4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210B130-61BF-42BB-A9D3-54F0E9975E1E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ED4637A-B150-47D5-91AA-5443ECDF24E5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345A228-3ACD-436B-BAEA-C19CFB995DFF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808980A-AE2C-4B9A-923B-70728FF4B383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90E16CE-7F71-45E1-88F3-0F2422E4E14F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024FFFC-3734-4C7F-8BB4-1D72D8764C19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5E243F7-C034-42A6-94F7-39C26EF11897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F7416F4-3283-4DFF-BF8E-0F1B10C57C7B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E43006F-FE7C-4D9C-9803-C7A1705E2E29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0B601BE-5173-46B7-B727-24C354628A9A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840A278-AE7C-4997-AAEA-F758452843B7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3AE5DE6-4BFB-4DB3-8207-ABE7B804220D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6BC0376-95EB-4B85-AD13-AB07742066DC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00" y="1152000"/>
            <a:ext cx="2700000" cy="503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26162" y="1152001"/>
            <a:ext cx="2700338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8662" y="1152001"/>
            <a:ext cx="2700338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0361180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00" y="1152000"/>
            <a:ext cx="1620000" cy="503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044809" y="1152526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66059" y="1152526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87309" y="1148060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08559" y="1152526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591456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3 x Image Bullets Right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val 34">
            <a:extLst>
              <a:ext uri="{FF2B5EF4-FFF2-40B4-BE49-F238E27FC236}">
                <a16:creationId xmlns:a16="http://schemas.microsoft.com/office/drawing/2014/main" id="{22F44C7F-FA9B-CB41-B5C2-6A40A969176A}"/>
              </a:ext>
            </a:extLst>
          </p:cNvPr>
          <p:cNvSpPr>
            <a:spLocks noChangeAspect="1"/>
          </p:cNvSpPr>
          <p:nvPr userDrawn="1"/>
        </p:nvSpPr>
        <p:spPr>
          <a:xfrm>
            <a:off x="5299439" y="1366589"/>
            <a:ext cx="1028700" cy="1371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ACFECE1-DAAF-5642-BD0B-7A8FE9D241D9}"/>
              </a:ext>
            </a:extLst>
          </p:cNvPr>
          <p:cNvSpPr>
            <a:spLocks noChangeAspect="1"/>
          </p:cNvSpPr>
          <p:nvPr userDrawn="1"/>
        </p:nvSpPr>
        <p:spPr>
          <a:xfrm>
            <a:off x="5299439" y="2931225"/>
            <a:ext cx="1028700" cy="1371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90294551-87F8-DE4F-B54E-8231A9CAF5BF}"/>
              </a:ext>
            </a:extLst>
          </p:cNvPr>
          <p:cNvSpPr>
            <a:spLocks noChangeAspect="1"/>
          </p:cNvSpPr>
          <p:nvPr userDrawn="1"/>
        </p:nvSpPr>
        <p:spPr>
          <a:xfrm>
            <a:off x="5299439" y="4495861"/>
            <a:ext cx="1028700" cy="1371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24854E3-04DE-4154-AD8A-9F8AC3E4EE33}"/>
              </a:ext>
            </a:extLst>
          </p:cNvPr>
          <p:cNvSpPr/>
          <p:nvPr userDrawn="1"/>
        </p:nvSpPr>
        <p:spPr>
          <a:xfrm>
            <a:off x="79014" y="86714"/>
            <a:ext cx="4656272" cy="6684572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31000"/>
                </a:scheme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BDDC1CFF-7E89-421D-9524-BB3AECAFE00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79013" y="496139"/>
            <a:ext cx="4656273" cy="6275148"/>
          </a:xfrm>
          <a:custGeom>
            <a:avLst/>
            <a:gdLst>
              <a:gd name="connsiteX0" fmla="*/ 0 w 4441248"/>
              <a:gd name="connsiteY0" fmla="*/ 5980106 h 6321393"/>
              <a:gd name="connsiteX1" fmla="*/ 1034410 w 4441248"/>
              <a:gd name="connsiteY1" fmla="*/ 6048613 h 6321393"/>
              <a:gd name="connsiteX2" fmla="*/ 1778431 w 4441248"/>
              <a:gd name="connsiteY2" fmla="*/ 6321393 h 6321393"/>
              <a:gd name="connsiteX3" fmla="*/ 0 w 4441248"/>
              <a:gd name="connsiteY3" fmla="*/ 6321393 h 6321393"/>
              <a:gd name="connsiteX4" fmla="*/ 2269200 w 4441248"/>
              <a:gd name="connsiteY4" fmla="*/ 5443908 h 6321393"/>
              <a:gd name="connsiteX5" fmla="*/ 2395460 w 4441248"/>
              <a:gd name="connsiteY5" fmla="*/ 5885070 h 6321393"/>
              <a:gd name="connsiteX6" fmla="*/ 1997461 w 4441248"/>
              <a:gd name="connsiteY6" fmla="*/ 6195222 h 6321393"/>
              <a:gd name="connsiteX7" fmla="*/ 1526609 w 4441248"/>
              <a:gd name="connsiteY7" fmla="*/ 5931629 h 6321393"/>
              <a:gd name="connsiteX8" fmla="*/ 4441248 w 4441248"/>
              <a:gd name="connsiteY8" fmla="*/ 4283292 h 6321393"/>
              <a:gd name="connsiteX9" fmla="*/ 4441248 w 4441248"/>
              <a:gd name="connsiteY9" fmla="*/ 6321393 h 6321393"/>
              <a:gd name="connsiteX10" fmla="*/ 2296366 w 4441248"/>
              <a:gd name="connsiteY10" fmla="*/ 6321393 h 6321393"/>
              <a:gd name="connsiteX11" fmla="*/ 2056375 w 4441248"/>
              <a:gd name="connsiteY11" fmla="*/ 6224358 h 6321393"/>
              <a:gd name="connsiteX12" fmla="*/ 0 w 4441248"/>
              <a:gd name="connsiteY12" fmla="*/ 2359561 h 6321393"/>
              <a:gd name="connsiteX13" fmla="*/ 828613 w 4441248"/>
              <a:gd name="connsiteY13" fmla="*/ 2588947 h 6321393"/>
              <a:gd name="connsiteX14" fmla="*/ 0 w 4441248"/>
              <a:gd name="connsiteY14" fmla="*/ 3479506 h 6321393"/>
              <a:gd name="connsiteX15" fmla="*/ 3025930 w 4441248"/>
              <a:gd name="connsiteY15" fmla="*/ 144202 h 6321393"/>
              <a:gd name="connsiteX16" fmla="*/ 4441248 w 4441248"/>
              <a:gd name="connsiteY16" fmla="*/ 1340385 h 6321393"/>
              <a:gd name="connsiteX17" fmla="*/ 4441248 w 4441248"/>
              <a:gd name="connsiteY17" fmla="*/ 4098899 h 6321393"/>
              <a:gd name="connsiteX18" fmla="*/ 1417099 w 4441248"/>
              <a:gd name="connsiteY18" fmla="*/ 5846153 h 6321393"/>
              <a:gd name="connsiteX19" fmla="*/ 0 w 4441248"/>
              <a:gd name="connsiteY19" fmla="*/ 5428711 h 6321393"/>
              <a:gd name="connsiteX20" fmla="*/ 0 w 4441248"/>
              <a:gd name="connsiteY20" fmla="*/ 3724470 h 6321393"/>
              <a:gd name="connsiteX21" fmla="*/ 2684090 w 4441248"/>
              <a:gd name="connsiteY21" fmla="*/ 0 h 6321393"/>
              <a:gd name="connsiteX22" fmla="*/ 2784132 w 4441248"/>
              <a:gd name="connsiteY22" fmla="*/ 186781 h 6321393"/>
              <a:gd name="connsiteX23" fmla="*/ 1027256 w 4441248"/>
              <a:gd name="connsiteY23" fmla="*/ 2337985 h 6321393"/>
              <a:gd name="connsiteX24" fmla="*/ 451581 w 4441248"/>
              <a:gd name="connsiteY24" fmla="*/ 2265656 h 6321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441248" h="6321393">
                <a:moveTo>
                  <a:pt x="0" y="5980106"/>
                </a:moveTo>
                <a:lnTo>
                  <a:pt x="1034410" y="6048613"/>
                </a:lnTo>
                <a:lnTo>
                  <a:pt x="1778431" y="6321393"/>
                </a:lnTo>
                <a:lnTo>
                  <a:pt x="0" y="6321393"/>
                </a:lnTo>
                <a:close/>
                <a:moveTo>
                  <a:pt x="2269200" y="5443908"/>
                </a:moveTo>
                <a:lnTo>
                  <a:pt x="2395460" y="5885070"/>
                </a:lnTo>
                <a:lnTo>
                  <a:pt x="1997461" y="6195222"/>
                </a:lnTo>
                <a:lnTo>
                  <a:pt x="1526609" y="5931629"/>
                </a:lnTo>
                <a:close/>
                <a:moveTo>
                  <a:pt x="4441248" y="4283292"/>
                </a:moveTo>
                <a:lnTo>
                  <a:pt x="4441248" y="6321393"/>
                </a:lnTo>
                <a:lnTo>
                  <a:pt x="2296366" y="6321393"/>
                </a:lnTo>
                <a:lnTo>
                  <a:pt x="2056375" y="6224358"/>
                </a:lnTo>
                <a:close/>
                <a:moveTo>
                  <a:pt x="0" y="2359561"/>
                </a:moveTo>
                <a:lnTo>
                  <a:pt x="828613" y="2588947"/>
                </a:lnTo>
                <a:lnTo>
                  <a:pt x="0" y="3479506"/>
                </a:lnTo>
                <a:close/>
                <a:moveTo>
                  <a:pt x="3025930" y="144202"/>
                </a:moveTo>
                <a:lnTo>
                  <a:pt x="4441248" y="1340385"/>
                </a:lnTo>
                <a:lnTo>
                  <a:pt x="4441248" y="4098899"/>
                </a:lnTo>
                <a:lnTo>
                  <a:pt x="1417099" y="5846153"/>
                </a:lnTo>
                <a:lnTo>
                  <a:pt x="0" y="5428711"/>
                </a:lnTo>
                <a:lnTo>
                  <a:pt x="0" y="3724470"/>
                </a:lnTo>
                <a:close/>
                <a:moveTo>
                  <a:pt x="2684090" y="0"/>
                </a:moveTo>
                <a:lnTo>
                  <a:pt x="2784132" y="186781"/>
                </a:lnTo>
                <a:lnTo>
                  <a:pt x="1027256" y="2337985"/>
                </a:lnTo>
                <a:lnTo>
                  <a:pt x="451581" y="22656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1343" y="432000"/>
            <a:ext cx="3527657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76212" y="3582825"/>
            <a:ext cx="2251800" cy="720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6212" y="5147461"/>
            <a:ext cx="2251800" cy="720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3F7825-EB73-4976-9D8D-BAD8C8FCEA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76212" y="1369128"/>
            <a:ext cx="2251800" cy="432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1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76212" y="2933764"/>
            <a:ext cx="2251800" cy="432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2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76212" y="4498400"/>
            <a:ext cx="2251800" cy="432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3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A4566DA-C848-4A27-BBC8-722932FFD7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76212" y="1975094"/>
            <a:ext cx="2251800" cy="720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51" name="Octagon 50">
            <a:extLst>
              <a:ext uri="{FF2B5EF4-FFF2-40B4-BE49-F238E27FC236}">
                <a16:creationId xmlns:a16="http://schemas.microsoft.com/office/drawing/2014/main" id="{758B0359-60B9-4D73-825D-ACE303A61C50}"/>
              </a:ext>
            </a:extLst>
          </p:cNvPr>
          <p:cNvSpPr/>
          <p:nvPr userDrawn="1"/>
        </p:nvSpPr>
        <p:spPr>
          <a:xfrm rot="1361022">
            <a:off x="8546230" y="6053794"/>
            <a:ext cx="476096" cy="634795"/>
          </a:xfrm>
          <a:prstGeom prst="octagon">
            <a:avLst/>
          </a:prstGeom>
          <a:noFill/>
          <a:ln w="31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09921541-DECE-43BB-BF92-A4B5D5EE5469}"/>
              </a:ext>
            </a:extLst>
          </p:cNvPr>
          <p:cNvSpPr/>
          <p:nvPr userDrawn="1"/>
        </p:nvSpPr>
        <p:spPr>
          <a:xfrm>
            <a:off x="8650404" y="6185903"/>
            <a:ext cx="55136" cy="7351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83095B3B-1284-4E49-BE50-9C84BE7E58B6}"/>
              </a:ext>
            </a:extLst>
          </p:cNvPr>
          <p:cNvSpPr/>
          <p:nvPr userDrawn="1"/>
        </p:nvSpPr>
        <p:spPr>
          <a:xfrm>
            <a:off x="8919064" y="6561526"/>
            <a:ext cx="75329" cy="10043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7491DD10-64CD-40CA-A0BB-397696C0C168}"/>
              </a:ext>
            </a:extLst>
          </p:cNvPr>
          <p:cNvSpPr/>
          <p:nvPr userDrawn="1"/>
        </p:nvSpPr>
        <p:spPr>
          <a:xfrm>
            <a:off x="8507156" y="5990144"/>
            <a:ext cx="195384" cy="26051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55" name="Slide Number Placeholder 54">
            <a:extLst>
              <a:ext uri="{FF2B5EF4-FFF2-40B4-BE49-F238E27FC236}">
                <a16:creationId xmlns:a16="http://schemas.microsoft.com/office/drawing/2014/main" id="{8702E81C-40F0-489E-8339-0139157E632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089FAF0-BF60-4AB9-A62E-595008DC4646}"/>
              </a:ext>
            </a:extLst>
          </p:cNvPr>
          <p:cNvGrpSpPr/>
          <p:nvPr userDrawn="1"/>
        </p:nvGrpSpPr>
        <p:grpSpPr>
          <a:xfrm>
            <a:off x="1419000" y="2269753"/>
            <a:ext cx="2310885" cy="3011457"/>
            <a:chOff x="1892000" y="2269752"/>
            <a:chExt cx="3081180" cy="3011457"/>
          </a:xfrm>
        </p:grpSpPr>
        <p:sp>
          <p:nvSpPr>
            <p:cNvPr id="26" name="Freeform: Shape 13">
              <a:extLst>
                <a:ext uri="{FF2B5EF4-FFF2-40B4-BE49-F238E27FC236}">
                  <a16:creationId xmlns:a16="http://schemas.microsoft.com/office/drawing/2014/main" id="{ED7DCD52-0637-49D9-AD21-2DF94DD3E348}"/>
                </a:ext>
              </a:extLst>
            </p:cNvPr>
            <p:cNvSpPr/>
            <p:nvPr/>
          </p:nvSpPr>
          <p:spPr>
            <a:xfrm rot="4308689">
              <a:off x="2464728" y="2678543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6863CC2-FBFD-47D7-AB8F-DB2367EABF92}"/>
                </a:ext>
              </a:extLst>
            </p:cNvPr>
            <p:cNvSpPr/>
            <p:nvPr/>
          </p:nvSpPr>
          <p:spPr>
            <a:xfrm rot="13830869">
              <a:off x="2730967" y="5004791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28" name="Freeform: Shape 17">
              <a:extLst>
                <a:ext uri="{FF2B5EF4-FFF2-40B4-BE49-F238E27FC236}">
                  <a16:creationId xmlns:a16="http://schemas.microsoft.com/office/drawing/2014/main" id="{09ADFC5E-3BBA-404B-A496-A4035DF5E859}"/>
                </a:ext>
              </a:extLst>
            </p:cNvPr>
            <p:cNvSpPr/>
            <p:nvPr/>
          </p:nvSpPr>
          <p:spPr>
            <a:xfrm rot="12431080">
              <a:off x="2802151" y="4740752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29" name="Freeform: Shape 19">
              <a:extLst>
                <a:ext uri="{FF2B5EF4-FFF2-40B4-BE49-F238E27FC236}">
                  <a16:creationId xmlns:a16="http://schemas.microsoft.com/office/drawing/2014/main" id="{56E90DCD-03FB-4E9A-BD40-5269E9ACF1B1}"/>
                </a:ext>
              </a:extLst>
            </p:cNvPr>
            <p:cNvSpPr/>
            <p:nvPr/>
          </p:nvSpPr>
          <p:spPr>
            <a:xfrm rot="4308689">
              <a:off x="2058980" y="2102772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30" name="Freeform: Shape 23">
              <a:extLst>
                <a:ext uri="{FF2B5EF4-FFF2-40B4-BE49-F238E27FC236}">
                  <a16:creationId xmlns:a16="http://schemas.microsoft.com/office/drawing/2014/main" id="{529D90B1-BC17-4168-A297-1DF303FB3C48}"/>
                </a:ext>
              </a:extLst>
            </p:cNvPr>
            <p:cNvSpPr/>
            <p:nvPr/>
          </p:nvSpPr>
          <p:spPr>
            <a:xfrm rot="17193105">
              <a:off x="4648324" y="3873318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C5DEA8E-5C03-42CC-987D-490297890048}"/>
                </a:ext>
              </a:extLst>
            </p:cNvPr>
            <p:cNvSpPr/>
            <p:nvPr/>
          </p:nvSpPr>
          <p:spPr>
            <a:xfrm rot="17193105">
              <a:off x="4152588" y="3654247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32" name="Freeform: Shape 28">
              <a:extLst>
                <a:ext uri="{FF2B5EF4-FFF2-40B4-BE49-F238E27FC236}">
                  <a16:creationId xmlns:a16="http://schemas.microsoft.com/office/drawing/2014/main" id="{404E048B-9C67-4EC0-82E9-DC9D4AEE9703}"/>
                </a:ext>
              </a:extLst>
            </p:cNvPr>
            <p:cNvSpPr/>
            <p:nvPr/>
          </p:nvSpPr>
          <p:spPr>
            <a:xfrm rot="4308689">
              <a:off x="3831248" y="2441608"/>
              <a:ext cx="648657" cy="777553"/>
            </a:xfrm>
            <a:custGeom>
              <a:avLst/>
              <a:gdLst>
                <a:gd name="connsiteX0" fmla="*/ 0 w 648657"/>
                <a:gd name="connsiteY0" fmla="*/ 777553 h 777553"/>
                <a:gd name="connsiteX1" fmla="*/ 255474 w 648657"/>
                <a:gd name="connsiteY1" fmla="*/ 0 h 777553"/>
                <a:gd name="connsiteX2" fmla="*/ 648657 w 648657"/>
                <a:gd name="connsiteY2" fmla="*/ 713937 h 777553"/>
                <a:gd name="connsiteX3" fmla="*/ 0 w 648657"/>
                <a:gd name="connsiteY3" fmla="*/ 777553 h 777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8657" h="777553">
                  <a:moveTo>
                    <a:pt x="0" y="777553"/>
                  </a:moveTo>
                  <a:lnTo>
                    <a:pt x="255474" y="0"/>
                  </a:lnTo>
                  <a:lnTo>
                    <a:pt x="648657" y="713937"/>
                  </a:lnTo>
                  <a:lnTo>
                    <a:pt x="0" y="777553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</p:grp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EC82E52C-5E33-5942-8474-7ED4354EC95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554406" y="4835817"/>
            <a:ext cx="518766" cy="6916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9" name="Picture Placeholder 3">
            <a:extLst>
              <a:ext uri="{FF2B5EF4-FFF2-40B4-BE49-F238E27FC236}">
                <a16:creationId xmlns:a16="http://schemas.microsoft.com/office/drawing/2014/main" id="{07EC0147-5BE6-9248-BF42-BD99608F459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554406" y="3271181"/>
            <a:ext cx="518766" cy="6916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0" name="Picture Placeholder 3">
            <a:extLst>
              <a:ext uri="{FF2B5EF4-FFF2-40B4-BE49-F238E27FC236}">
                <a16:creationId xmlns:a16="http://schemas.microsoft.com/office/drawing/2014/main" id="{2B8E1942-1472-BC49-A624-3A31190A69E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554406" y="1706545"/>
            <a:ext cx="518766" cy="6916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cxnSp>
        <p:nvCxnSpPr>
          <p:cNvPr id="36" name="Straight Connector 35" descr="First divider line on slide">
            <a:extLst>
              <a:ext uri="{FF2B5EF4-FFF2-40B4-BE49-F238E27FC236}">
                <a16:creationId xmlns:a16="http://schemas.microsoft.com/office/drawing/2014/main" id="{A140998F-B877-4BDC-843C-0071F5066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6576213" y="2616579"/>
            <a:ext cx="1784015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 descr="Second divider line on slide">
            <a:extLst>
              <a:ext uri="{FF2B5EF4-FFF2-40B4-BE49-F238E27FC236}">
                <a16:creationId xmlns:a16="http://schemas.microsoft.com/office/drawing/2014/main" id="{2084D353-BE8A-4AAA-8BEC-B71CEE9DD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6576213" y="4109914"/>
            <a:ext cx="1784015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292778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gital Product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F6D6B0F-FF8B-4D60-B712-A57904D5502C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FF5FB50-33B5-4195-92D6-70891F240926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ECD958F-56E9-4A3B-9C25-D5970592C848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2F4FF18-9272-43AF-912E-B1CF8BF148D4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E9C7EB4-9E81-4394-8C2C-A54BBD15B51D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E681EC0-A139-4B14-89E8-F237CB63D4C9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7F87648-ABB4-4C97-BB6D-58342407E9DF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802EFEB-F4DF-4501-91AA-173B60EBBBAA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109FE51D-8E02-4ED7-862B-5CF838F7F77F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ECB9E40-5923-4571-9C8E-D7412C1283B2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46052C9-826B-47AC-9F6B-3078D4F43748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0C3867F5-4C6F-48BE-9DFF-9046D1FE6771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B0CB40F-9E6F-457D-9C1F-9769BC3AE13E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0FCD03E7-2128-4C04-A914-409506646A76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725BC56-C7B6-400F-80F9-3F968E2CAE0E}"/>
              </a:ext>
            </a:extLst>
          </p:cNvPr>
          <p:cNvGrpSpPr/>
          <p:nvPr userDrawn="1"/>
        </p:nvGrpSpPr>
        <p:grpSpPr>
          <a:xfrm>
            <a:off x="2537703" y="1013722"/>
            <a:ext cx="5812474" cy="5100743"/>
            <a:chOff x="510812" y="938373"/>
            <a:chExt cx="8073393" cy="5313612"/>
          </a:xfrm>
        </p:grpSpPr>
        <p:sp>
          <p:nvSpPr>
            <p:cNvPr id="44" name="Rounded Rectangle 15">
              <a:extLst>
                <a:ext uri="{FF2B5EF4-FFF2-40B4-BE49-F238E27FC236}">
                  <a16:creationId xmlns:a16="http://schemas.microsoft.com/office/drawing/2014/main" id="{1EC806EC-A1B2-4893-9504-1D7FFE8E238F}"/>
                </a:ext>
              </a:extLst>
            </p:cNvPr>
            <p:cNvSpPr/>
            <p:nvPr/>
          </p:nvSpPr>
          <p:spPr>
            <a:xfrm>
              <a:off x="877709" y="938373"/>
              <a:ext cx="7339600" cy="5234482"/>
            </a:xfrm>
            <a:prstGeom prst="round2SameRect">
              <a:avLst>
                <a:gd name="adj1" fmla="val 5601"/>
                <a:gd name="adj2" fmla="val 0"/>
              </a:avLst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45" name="Rounded Rectangle 15">
              <a:extLst>
                <a:ext uri="{FF2B5EF4-FFF2-40B4-BE49-F238E27FC236}">
                  <a16:creationId xmlns:a16="http://schemas.microsoft.com/office/drawing/2014/main" id="{535A1B12-6F16-41A0-A6B1-4AD0CCB5A081}"/>
                </a:ext>
              </a:extLst>
            </p:cNvPr>
            <p:cNvSpPr/>
            <p:nvPr/>
          </p:nvSpPr>
          <p:spPr>
            <a:xfrm>
              <a:off x="930758" y="995668"/>
              <a:ext cx="7233502" cy="5177187"/>
            </a:xfrm>
            <a:prstGeom prst="round2SameRect">
              <a:avLst>
                <a:gd name="adj1" fmla="val 4499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379B244F-CF81-4500-A78E-495ABA6828BA}"/>
                </a:ext>
              </a:extLst>
            </p:cNvPr>
            <p:cNvSpPr/>
            <p:nvPr/>
          </p:nvSpPr>
          <p:spPr>
            <a:xfrm rot="16200000">
              <a:off x="2264894" y="295974"/>
              <a:ext cx="4565229" cy="6599909"/>
            </a:xfrm>
            <a:prstGeom prst="roundRect">
              <a:avLst>
                <a:gd name="adj" fmla="val 1476"/>
              </a:avLst>
            </a:prstGeom>
            <a:solidFill>
              <a:schemeClr val="bg1"/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47" name="Rounded Rectangle 15">
              <a:extLst>
                <a:ext uri="{FF2B5EF4-FFF2-40B4-BE49-F238E27FC236}">
                  <a16:creationId xmlns:a16="http://schemas.microsoft.com/office/drawing/2014/main" id="{EE88F157-E260-486F-937E-C18428699861}"/>
                </a:ext>
              </a:extLst>
            </p:cNvPr>
            <p:cNvSpPr/>
            <p:nvPr/>
          </p:nvSpPr>
          <p:spPr>
            <a:xfrm rot="10800000">
              <a:off x="510812" y="5998253"/>
              <a:ext cx="8073393" cy="24897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48" name="Rounded Rectangle 15">
              <a:extLst>
                <a:ext uri="{FF2B5EF4-FFF2-40B4-BE49-F238E27FC236}">
                  <a16:creationId xmlns:a16="http://schemas.microsoft.com/office/drawing/2014/main" id="{F736AFAF-44AD-47CE-A63B-210102A4BF0B}"/>
                </a:ext>
              </a:extLst>
            </p:cNvPr>
            <p:cNvSpPr/>
            <p:nvPr userDrawn="1"/>
          </p:nvSpPr>
          <p:spPr>
            <a:xfrm>
              <a:off x="3668019" y="6206338"/>
              <a:ext cx="1758981" cy="4564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chemeClr val="tx1">
                    <a:alpha val="0"/>
                  </a:schemeClr>
                </a:gs>
                <a:gs pos="100000">
                  <a:schemeClr val="tx1">
                    <a:alpha val="31000"/>
                  </a:schemeClr>
                </a:gs>
              </a:gsLst>
              <a:lin ang="16200000" scaled="0"/>
            </a:gra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A4F6457E-3660-4E80-82BC-8894D701DEE9}"/>
                </a:ext>
              </a:extLst>
            </p:cNvPr>
            <p:cNvSpPr/>
            <p:nvPr/>
          </p:nvSpPr>
          <p:spPr>
            <a:xfrm rot="16200000">
              <a:off x="4660498" y="1119143"/>
              <a:ext cx="48680" cy="4868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0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88230416-7E55-4CB0-9548-491BA471E9E8}"/>
                </a:ext>
              </a:extLst>
            </p:cNvPr>
            <p:cNvSpPr/>
            <p:nvPr/>
          </p:nvSpPr>
          <p:spPr>
            <a:xfrm rot="16200000">
              <a:off x="4505961" y="1106017"/>
              <a:ext cx="83096" cy="8309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E3C1810-AD4F-4393-928E-CFA8053A2CC2}"/>
                </a:ext>
              </a:extLst>
            </p:cNvPr>
            <p:cNvSpPr/>
            <p:nvPr/>
          </p:nvSpPr>
          <p:spPr>
            <a:xfrm rot="16200000">
              <a:off x="4524686" y="1124741"/>
              <a:ext cx="45647" cy="4564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4001" y="1152001"/>
            <a:ext cx="2213702" cy="2196235"/>
          </a:xfrm>
        </p:spPr>
        <p:txBody>
          <a:bodyPr anchor="b"/>
          <a:lstStyle>
            <a:lvl1pPr marL="0" indent="0">
              <a:buNone/>
              <a:defRPr sz="2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00025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407194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607219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807244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Emphasized text can go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C1EA41E-F6C4-484F-95E9-42978FF2162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069597" y="1376358"/>
            <a:ext cx="4750159" cy="4379625"/>
          </a:xfrm>
          <a:prstGeom prst="roundRect">
            <a:avLst>
              <a:gd name="adj" fmla="val 135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/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Insert or Drag and Drop Image Here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5FD3B7C-17C6-4327-986C-A8A6D6EC1B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1" y="3509767"/>
            <a:ext cx="2213372" cy="2322709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2405040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3 Column Image Bullets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val 17">
            <a:extLst>
              <a:ext uri="{FF2B5EF4-FFF2-40B4-BE49-F238E27FC236}">
                <a16:creationId xmlns:a16="http://schemas.microsoft.com/office/drawing/2014/main" id="{139FC94F-AE30-1048-843A-295FA302AC56}"/>
              </a:ext>
            </a:extLst>
          </p:cNvPr>
          <p:cNvSpPr>
            <a:spLocks noChangeAspect="1"/>
          </p:cNvSpPr>
          <p:nvPr userDrawn="1"/>
        </p:nvSpPr>
        <p:spPr>
          <a:xfrm>
            <a:off x="6220613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037F3B8-BD34-EA4F-A1C0-4006B373159E}"/>
              </a:ext>
            </a:extLst>
          </p:cNvPr>
          <p:cNvSpPr>
            <a:spLocks noChangeAspect="1"/>
          </p:cNvSpPr>
          <p:nvPr userDrawn="1"/>
        </p:nvSpPr>
        <p:spPr>
          <a:xfrm>
            <a:off x="4008795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A1CF33D-645D-E940-8FF4-6178A32A19A2}"/>
              </a:ext>
            </a:extLst>
          </p:cNvPr>
          <p:cNvSpPr>
            <a:spLocks noChangeAspect="1"/>
          </p:cNvSpPr>
          <p:nvPr userDrawn="1"/>
        </p:nvSpPr>
        <p:spPr>
          <a:xfrm>
            <a:off x="1799072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53589" y="4688112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65407" y="4688112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77226" y="4683647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53590" y="3926335"/>
            <a:ext cx="162044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2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65407" y="3926335"/>
            <a:ext cx="1620441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3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77227" y="3926335"/>
            <a:ext cx="162044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4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6DD16A0-27CF-480C-8ADD-7BB99E0031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06B6D0B6-0884-CD46-A1B0-9FED03C2262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2043532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BAAC12A0-90C3-984B-A8FC-7EB4AA432E3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254302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51565942-8816-734B-BEEE-1258F13B66DA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466120" y="2358091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cxnSp>
        <p:nvCxnSpPr>
          <p:cNvPr id="23" name="Straight Connector 22" descr="First divider line on slide">
            <a:extLst>
              <a:ext uri="{FF2B5EF4-FFF2-40B4-BE49-F238E27FC236}">
                <a16:creationId xmlns:a16="http://schemas.microsoft.com/office/drawing/2014/main" id="{82D5D2B4-7BAC-4C27-8D68-12365C7E7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69719" y="2033543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 descr="Second divider line on slide">
            <a:extLst>
              <a:ext uri="{FF2B5EF4-FFF2-40B4-BE49-F238E27FC236}">
                <a16:creationId xmlns:a16="http://schemas.microsoft.com/office/drawing/2014/main" id="{7D9203C1-910E-4AFC-95E0-13BF40D08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681538" y="2033543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963827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Numbers Option 1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30F7266-25A0-4B3A-A8CE-F083ECC9D4C6}"/>
              </a:ext>
            </a:extLst>
          </p:cNvPr>
          <p:cNvSpPr/>
          <p:nvPr userDrawn="1"/>
        </p:nvSpPr>
        <p:spPr>
          <a:xfrm>
            <a:off x="0" y="2539992"/>
            <a:ext cx="4029807" cy="4318008"/>
          </a:xfrm>
          <a:custGeom>
            <a:avLst/>
            <a:gdLst>
              <a:gd name="connsiteX0" fmla="*/ 4972877 w 5373076"/>
              <a:gd name="connsiteY0" fmla="*/ 1816430 h 4318008"/>
              <a:gd name="connsiteX1" fmla="*/ 5211912 w 5373076"/>
              <a:gd name="connsiteY1" fmla="*/ 2046590 h 4318008"/>
              <a:gd name="connsiteX2" fmla="*/ 4866804 w 5373076"/>
              <a:gd name="connsiteY2" fmla="*/ 2013272 h 4318008"/>
              <a:gd name="connsiteX3" fmla="*/ 3721849 w 5373076"/>
              <a:gd name="connsiteY3" fmla="*/ 1808102 h 4318008"/>
              <a:gd name="connsiteX4" fmla="*/ 3854624 w 5373076"/>
              <a:gd name="connsiteY4" fmla="*/ 2524110 h 4318008"/>
              <a:gd name="connsiteX5" fmla="*/ 3419634 w 5373076"/>
              <a:gd name="connsiteY5" fmla="*/ 2322178 h 4318008"/>
              <a:gd name="connsiteX6" fmla="*/ 3604566 w 5373076"/>
              <a:gd name="connsiteY6" fmla="*/ 1945430 h 4318008"/>
              <a:gd name="connsiteX7" fmla="*/ 2301472 w 5373076"/>
              <a:gd name="connsiteY7" fmla="*/ 1771765 h 4318008"/>
              <a:gd name="connsiteX8" fmla="*/ 3237442 w 5373076"/>
              <a:gd name="connsiteY8" fmla="*/ 2134997 h 4318008"/>
              <a:gd name="connsiteX9" fmla="*/ 3266331 w 5373076"/>
              <a:gd name="connsiteY9" fmla="*/ 2949530 h 4318008"/>
              <a:gd name="connsiteX10" fmla="*/ 1897852 w 5373076"/>
              <a:gd name="connsiteY10" fmla="*/ 4318008 h 4318008"/>
              <a:gd name="connsiteX11" fmla="*/ 134565 w 5373076"/>
              <a:gd name="connsiteY11" fmla="*/ 4318008 h 4318008"/>
              <a:gd name="connsiteX12" fmla="*/ 0 w 5373076"/>
              <a:gd name="connsiteY12" fmla="*/ 4183443 h 4318008"/>
              <a:gd name="connsiteX13" fmla="*/ 0 w 5373076"/>
              <a:gd name="connsiteY13" fmla="*/ 2855805 h 4318008"/>
              <a:gd name="connsiteX14" fmla="*/ 5243699 w 5373076"/>
              <a:gd name="connsiteY14" fmla="*/ 652159 h 4318008"/>
              <a:gd name="connsiteX15" fmla="*/ 5058767 w 5373076"/>
              <a:gd name="connsiteY15" fmla="*/ 1028908 h 4318008"/>
              <a:gd name="connsiteX16" fmla="*/ 4960786 w 5373076"/>
              <a:gd name="connsiteY16" fmla="*/ 983422 h 4318008"/>
              <a:gd name="connsiteX17" fmla="*/ 3473588 w 5373076"/>
              <a:gd name="connsiteY17" fmla="*/ 405712 h 4318008"/>
              <a:gd name="connsiteX18" fmla="*/ 4094196 w 5373076"/>
              <a:gd name="connsiteY18" fmla="*/ 1366894 h 4318008"/>
              <a:gd name="connsiteX19" fmla="*/ 3778134 w 5373076"/>
              <a:gd name="connsiteY19" fmla="*/ 1741309 h 4318008"/>
              <a:gd name="connsiteX20" fmla="*/ 2824519 w 5373076"/>
              <a:gd name="connsiteY20" fmla="*/ 1808100 h 4318008"/>
              <a:gd name="connsiteX21" fmla="*/ 4454991 w 5373076"/>
              <a:gd name="connsiteY21" fmla="*/ 0 h 4318008"/>
              <a:gd name="connsiteX22" fmla="*/ 5373076 w 5373076"/>
              <a:gd name="connsiteY22" fmla="*/ 32358 h 4318008"/>
              <a:gd name="connsiteX23" fmla="*/ 4628717 w 5373076"/>
              <a:gd name="connsiteY23" fmla="*/ 1349015 h 4318008"/>
              <a:gd name="connsiteX24" fmla="*/ 4094010 w 5373076"/>
              <a:gd name="connsiteY24" fmla="*/ 779481 h 4318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373076" h="4318008">
                <a:moveTo>
                  <a:pt x="4972877" y="1816430"/>
                </a:moveTo>
                <a:lnTo>
                  <a:pt x="5211912" y="2046590"/>
                </a:lnTo>
                <a:lnTo>
                  <a:pt x="4866804" y="2013272"/>
                </a:lnTo>
                <a:close/>
                <a:moveTo>
                  <a:pt x="3721849" y="1808102"/>
                </a:moveTo>
                <a:lnTo>
                  <a:pt x="3854624" y="2524110"/>
                </a:lnTo>
                <a:lnTo>
                  <a:pt x="3419634" y="2322178"/>
                </a:lnTo>
                <a:lnTo>
                  <a:pt x="3604566" y="1945430"/>
                </a:lnTo>
                <a:close/>
                <a:moveTo>
                  <a:pt x="2301472" y="1771765"/>
                </a:moveTo>
                <a:lnTo>
                  <a:pt x="3237442" y="2134997"/>
                </a:lnTo>
                <a:lnTo>
                  <a:pt x="3266331" y="2949530"/>
                </a:lnTo>
                <a:lnTo>
                  <a:pt x="1897852" y="4318008"/>
                </a:lnTo>
                <a:lnTo>
                  <a:pt x="134565" y="4318008"/>
                </a:lnTo>
                <a:lnTo>
                  <a:pt x="0" y="4183443"/>
                </a:lnTo>
                <a:lnTo>
                  <a:pt x="0" y="2855805"/>
                </a:lnTo>
                <a:close/>
                <a:moveTo>
                  <a:pt x="5243699" y="652159"/>
                </a:moveTo>
                <a:lnTo>
                  <a:pt x="5058767" y="1028908"/>
                </a:lnTo>
                <a:lnTo>
                  <a:pt x="4960786" y="983422"/>
                </a:lnTo>
                <a:close/>
                <a:moveTo>
                  <a:pt x="3473588" y="405712"/>
                </a:moveTo>
                <a:lnTo>
                  <a:pt x="4094196" y="1366894"/>
                </a:lnTo>
                <a:lnTo>
                  <a:pt x="3778134" y="1741309"/>
                </a:lnTo>
                <a:lnTo>
                  <a:pt x="2824519" y="1808100"/>
                </a:lnTo>
                <a:close/>
                <a:moveTo>
                  <a:pt x="4454991" y="0"/>
                </a:moveTo>
                <a:lnTo>
                  <a:pt x="5373076" y="32358"/>
                </a:lnTo>
                <a:lnTo>
                  <a:pt x="4628717" y="1349015"/>
                </a:lnTo>
                <a:lnTo>
                  <a:pt x="4094010" y="77948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 userDrawn="1">
            <p:ph sz="half" idx="1"/>
          </p:nvPr>
        </p:nvSpPr>
        <p:spPr>
          <a:xfrm>
            <a:off x="680132" y="3429051"/>
            <a:ext cx="3391736" cy="2762949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E47D86-FD0D-44D0-9B7F-9EDEBD11F9D6}"/>
              </a:ext>
            </a:extLst>
          </p:cNvPr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29F8B3-4723-4928-83E5-76C29D05F2FE}"/>
              </a:ext>
            </a:extLst>
          </p:cNvPr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867C73D-EE16-41D1-B7CE-A35C765E3B8D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5081056" y="3429000"/>
            <a:ext cx="3391805" cy="276225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EF984BB-176D-4924-ADAD-52FBC95B0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9848" y="2278064"/>
            <a:ext cx="3392090" cy="885825"/>
          </a:xfrm>
        </p:spPr>
        <p:txBody>
          <a:bodyPr anchor="ctr"/>
          <a:lstStyle>
            <a:lvl1pPr marL="0" indent="0">
              <a:buNone/>
              <a:defRPr sz="6000" b="1">
                <a:latin typeface="+mj-lt"/>
              </a:defRPr>
            </a:lvl1pPr>
            <a:lvl2pPr marL="200025" indent="0">
              <a:buNone/>
              <a:defRPr sz="6000">
                <a:latin typeface="+mj-lt"/>
              </a:defRPr>
            </a:lvl2pPr>
            <a:lvl3pPr marL="407194" indent="0">
              <a:buNone/>
              <a:defRPr sz="6000">
                <a:latin typeface="+mj-lt"/>
              </a:defRPr>
            </a:lvl3pPr>
            <a:lvl4pPr marL="607219" indent="0">
              <a:buNone/>
              <a:defRPr sz="6000">
                <a:latin typeface="+mj-lt"/>
              </a:defRPr>
            </a:lvl4pPr>
            <a:lvl5pPr marL="807244" indent="0">
              <a:buNone/>
              <a:defRPr sz="6000">
                <a:latin typeface="+mj-lt"/>
              </a:defRPr>
            </a:lvl5pPr>
          </a:lstStyle>
          <a:p>
            <a:pPr lvl="0"/>
            <a:r>
              <a:rPr lang="en-US" noProof="0"/>
              <a:t>1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C59BE1D7-885A-4749-99BA-6909D64AFA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72063" y="2278064"/>
            <a:ext cx="3392090" cy="885825"/>
          </a:xfrm>
        </p:spPr>
        <p:txBody>
          <a:bodyPr anchor="ctr"/>
          <a:lstStyle>
            <a:lvl1pPr marL="0" indent="0">
              <a:buNone/>
              <a:defRPr sz="6000" b="1" i="0">
                <a:latin typeface="+mj-lt"/>
              </a:defRPr>
            </a:lvl1pPr>
          </a:lstStyle>
          <a:p>
            <a:pPr lvl="0"/>
            <a:r>
              <a:rPr lang="en-US" noProof="0"/>
              <a:t>2</a:t>
            </a:r>
          </a:p>
        </p:txBody>
      </p:sp>
      <p:cxnSp>
        <p:nvCxnSpPr>
          <p:cNvPr id="10" name="Straight Connector 9" descr="Middle divider line">
            <a:extLst>
              <a:ext uri="{FF2B5EF4-FFF2-40B4-BE49-F238E27FC236}">
                <a16:creationId xmlns:a16="http://schemas.microsoft.com/office/drawing/2014/main" id="{2B940646-DE40-4E0F-AE42-6530784C9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72000" y="1391764"/>
            <a:ext cx="0" cy="4588123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462885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AAF5B5B-E896-400A-9E43-EAF605A0AC8B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A2F5A3D-36C4-4B97-A62C-2AEA3B6FC1CF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B474E17-6556-4551-AD1B-351EE2DA98E0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860E6D1-2C9F-477C-AE22-BFF5ADE85C60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5EC6C60-C605-4022-9718-ED56F34D6448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F47BB28-400F-4C54-ADDA-0055CEB6593B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386F148-99E1-4ED6-B4DA-151A6DB27D67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A0565DA-6430-4984-ACB6-E7FACACC71AF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DE18DFF-F9E6-4839-817B-4DD871CEAE6F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0038A3A-7324-4606-9C92-00C9AB1759F4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C0291BA-50C5-406F-B24E-14C9CAF652D7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52EBA81-38BC-4DF6-93C3-4A1A02FD2789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AF80622-5597-45AD-92C3-2C4C3797720A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6833793E-EB91-43B4-8444-36ADD2A48E55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4000" y="1152000"/>
            <a:ext cx="4104000" cy="3600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4000" y="1584000"/>
            <a:ext cx="4104000" cy="4608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337FD81-6DFD-43B7-A7D9-59E45ECDF3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17B7460-0559-435A-9C2F-1B12BC6CE1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EA7B8348-A00A-4AAE-B1F6-924515577B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25000" y="1581663"/>
            <a:ext cx="4104000" cy="4608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4521CFCD-C079-4019-942D-035558CAFC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16001" y="1151785"/>
            <a:ext cx="4112999" cy="354868"/>
          </a:xfrm>
        </p:spPr>
        <p:txBody>
          <a:bodyPr vert="horz" lIns="0" tIns="0" rIns="0" bIns="0" rtlCol="0" anchor="t">
            <a:noAutofit/>
          </a:bodyPr>
          <a:lstStyle>
            <a:lvl1pPr marL="0" indent="0">
              <a:buNone/>
              <a:defRPr lang="en-US" sz="1800" b="1"/>
            </a:lvl1pPr>
          </a:lstStyle>
          <a:p>
            <a:pPr marL="200025" lvl="0" indent="-200025"/>
            <a:r>
              <a:rPr lang="en-US" noProof="0"/>
              <a:t>Click to edit Master text styles</a:t>
            </a:r>
          </a:p>
        </p:txBody>
      </p:sp>
      <p:cxnSp>
        <p:nvCxnSpPr>
          <p:cNvPr id="28" name="Straight Connector 27" descr="Center divider line">
            <a:extLst>
              <a:ext uri="{FF2B5EF4-FFF2-40B4-BE49-F238E27FC236}">
                <a16:creationId xmlns:a16="http://schemas.microsoft.com/office/drawing/2014/main" id="{AEACA101-2521-41AA-8F51-FF0BF783E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72000" y="2438720"/>
            <a:ext cx="0" cy="2525166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07146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 Boxed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298" y="2463937"/>
            <a:ext cx="2794502" cy="3314545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lIns="180000" tIns="180000" rIns="18000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60489" y="2463801"/>
            <a:ext cx="2794852" cy="3314200"/>
          </a:xfrm>
          <a:prstGeom prst="rightArrowCallout">
            <a:avLst>
              <a:gd name="adj1" fmla="val 50000"/>
              <a:gd name="adj2" fmla="val 25000"/>
              <a:gd name="adj3" fmla="val 16186"/>
              <a:gd name="adj4" fmla="val 80493"/>
            </a:avLst>
          </a:prstGeom>
          <a:solidFill>
            <a:schemeClr val="bg1">
              <a:lumMod val="95000"/>
            </a:schemeClr>
          </a:solidFill>
        </p:spPr>
        <p:txBody>
          <a:bodyPr lIns="180000" tIns="180000" rIns="18000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62989" y="2463801"/>
            <a:ext cx="2222714" cy="3314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180000" rIns="18000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8E9D1B9-1C3A-4397-B3B4-9A921D64159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4F049D-3C57-44BB-ACE2-1363AF36D9E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8177" y="1647240"/>
            <a:ext cx="2231684" cy="648000"/>
          </a:xfrm>
          <a:ln>
            <a:solidFill>
              <a:schemeClr val="accent1"/>
            </a:solidFill>
          </a:ln>
        </p:spPr>
        <p:txBody>
          <a:bodyPr tIns="108000" anchor="t"/>
          <a:lstStyle>
            <a:lvl1pPr marL="0" indent="0" algn="ctr">
              <a:buNone/>
              <a:defRPr>
                <a:latin typeface="+mj-lt"/>
              </a:defRPr>
            </a:lvl1pPr>
            <a:lvl2pPr marL="200025" indent="0" algn="ctr">
              <a:buNone/>
              <a:defRPr/>
            </a:lvl2pPr>
            <a:lvl3pPr marL="407194" indent="0" algn="ctr">
              <a:buNone/>
              <a:defRPr/>
            </a:lvl3pPr>
            <a:lvl4pPr marL="607219" indent="0" algn="ctr">
              <a:buNone/>
              <a:defRPr/>
            </a:lvl4pPr>
            <a:lvl5pPr marL="807244" indent="0" algn="ctr">
              <a:buNone/>
              <a:defRPr/>
            </a:lvl5pPr>
          </a:lstStyle>
          <a:p>
            <a:pPr lvl="0"/>
            <a:r>
              <a:rPr lang="en-US" noProof="0"/>
              <a:t>Section 1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B9B793F-A64B-475C-96F3-FB40100E01E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56252" y="1647040"/>
            <a:ext cx="2231684" cy="648000"/>
          </a:xfrm>
          <a:ln>
            <a:solidFill>
              <a:schemeClr val="accent2"/>
            </a:solidFill>
          </a:ln>
        </p:spPr>
        <p:txBody>
          <a:bodyPr tIns="108000" anchor="t"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US" noProof="0"/>
              <a:t>Section 2 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EF53567-5287-43FB-B07E-A12F3AEEDB9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62989" y="1647240"/>
            <a:ext cx="2231684" cy="648000"/>
          </a:xfrm>
          <a:ln>
            <a:solidFill>
              <a:schemeClr val="accent3"/>
            </a:solidFill>
          </a:ln>
        </p:spPr>
        <p:txBody>
          <a:bodyPr tIns="108000" anchor="t"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US" noProof="0"/>
              <a:t>Section 3 Title</a:t>
            </a:r>
          </a:p>
        </p:txBody>
      </p:sp>
    </p:spTree>
    <p:extLst>
      <p:ext uri="{BB962C8B-B14F-4D97-AF65-F5344CB8AC3E}">
        <p14:creationId xmlns:p14="http://schemas.microsoft.com/office/powerpoint/2010/main" val="419658857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37BBBFC2-32EB-4335-9980-A7CF236703B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2158F80-0C1A-4B9E-9335-A5A0015187F7}"/>
              </a:ext>
            </a:extLst>
          </p:cNvPr>
          <p:cNvCxnSpPr/>
          <p:nvPr userDrawn="1"/>
        </p:nvCxnSpPr>
        <p:spPr>
          <a:xfrm>
            <a:off x="323850" y="3866682"/>
            <a:ext cx="8504635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723DA611-B88C-4D7E-82A4-5E4CA9DC2EA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9681" y="3973125"/>
            <a:ext cx="311706" cy="201776"/>
          </a:xfrm>
        </p:spPr>
        <p:txBody>
          <a:bodyPr anchor="ctr"/>
          <a:lstStyle>
            <a:lvl1pPr marL="0" indent="0" algn="ctr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Year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180A0FA4-75CD-4A61-AA79-9C3C5F97ED8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385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EBB89A53-1B07-4560-B98E-03BECDB832C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77862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22D34AD8-D83D-4409-A418-C00840A085A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31875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3EAA6A46-63F3-49A5-8E0B-758176E4429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385888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BB051A6E-4868-4F3F-93DB-AD07020E93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557831" y="3973125"/>
            <a:ext cx="311706" cy="201776"/>
          </a:xfrm>
        </p:spPr>
        <p:txBody>
          <a:bodyPr anchor="ctr"/>
          <a:lstStyle>
            <a:lvl1pPr marL="0" indent="0" algn="ctr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Year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61519886-189E-4C69-AEED-FD9BDD3E567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739901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0F084DDF-04EE-46A9-9F77-D5FD94D1B54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093913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743DE8AB-BF74-4CC9-AD19-8BBBF44867A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447926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2ECC5C24-2CE5-491E-89DC-F9C5AE98B06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509964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DB0F187-5781-4076-B761-264B1C683A6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801939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B2E776B2-D388-4243-80AE-BD8AF47C8AA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155952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79F3A104-EDC0-4A25-9585-3F9F8C1022C7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863977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6" name="Text Placeholder 10">
            <a:extLst>
              <a:ext uri="{FF2B5EF4-FFF2-40B4-BE49-F238E27FC236}">
                <a16:creationId xmlns:a16="http://schemas.microsoft.com/office/drawing/2014/main" id="{23DA3E7C-9F0E-4A57-B6EA-C01C72788E9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21799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A8ABC110-DC97-4A71-9A16-67581EAC989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57200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81058125-332B-41A7-BCD5-72CAE3F9F97D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926009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E32DE8FD-6391-4094-BAEC-CC0836CC67E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280022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5C53C0F3-9308-422B-BC6E-1ACA5029027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634035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06DFFA03-9EA6-4F70-9519-AB1361BAF7CE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988048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49CD8693-3557-4241-BB88-518160D989C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34206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4884DF69-4936-4F90-BFB8-ED04A228DA2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73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4" name="Text Placeholder 10">
            <a:extLst>
              <a:ext uri="{FF2B5EF4-FFF2-40B4-BE49-F238E27FC236}">
                <a16:creationId xmlns:a16="http://schemas.microsoft.com/office/drawing/2014/main" id="{00804F61-8052-4AD8-8370-ED72B261BC2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758111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313F370F-A9EC-477E-BED7-BF4E875274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050086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9E687ADD-FE6C-441E-991F-E71EA0572C3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404099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5E0252B4-80AE-40E9-BA32-6EDAAC625211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112124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8A807DF0-23B6-4B83-B3F6-8D0BE9A851F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466137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F3591345-36C8-481A-AD5B-5F69B03D1710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4020742" y="2190751"/>
            <a:ext cx="1345406" cy="561975"/>
          </a:xfrm>
          <a:noFill/>
          <a:ln>
            <a:noFill/>
          </a:ln>
        </p:spPr>
        <p:txBody>
          <a:bodyPr tIns="36000" anchor="t"/>
          <a:lstStyle>
            <a:lvl1pPr marL="0" indent="0" algn="ctr">
              <a:buNone/>
              <a:defRPr sz="1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Title</a:t>
            </a:r>
          </a:p>
        </p:txBody>
      </p:sp>
      <p:sp>
        <p:nvSpPr>
          <p:cNvPr id="50" name="Text Placeholder 36">
            <a:extLst>
              <a:ext uri="{FF2B5EF4-FFF2-40B4-BE49-F238E27FC236}">
                <a16:creationId xmlns:a16="http://schemas.microsoft.com/office/drawing/2014/main" id="{954C0732-1924-4A1B-9272-95C51D0B36FE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4046796" y="2531196"/>
            <a:ext cx="1293296" cy="185808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Month, Year</a:t>
            </a:r>
          </a:p>
        </p:txBody>
      </p:sp>
    </p:spTree>
    <p:extLst>
      <p:ext uri="{BB962C8B-B14F-4D97-AF65-F5344CB8AC3E}">
        <p14:creationId xmlns:p14="http://schemas.microsoft.com/office/powerpoint/2010/main" val="360055592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3 Members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77959" y="3995705"/>
            <a:ext cx="1473128" cy="216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66916" y="3995705"/>
            <a:ext cx="1473128" cy="216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55872" y="3991240"/>
            <a:ext cx="1473128" cy="216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77959" y="3424428"/>
            <a:ext cx="1473128" cy="504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66916" y="3424428"/>
            <a:ext cx="1473128" cy="504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55872" y="3424428"/>
            <a:ext cx="1473128" cy="504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806A4855-25AA-40D4-B1A4-A271486B6C9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23850" y="2808242"/>
            <a:ext cx="1129475" cy="15059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5" name="Picture Placeholder 22">
            <a:extLst>
              <a:ext uri="{FF2B5EF4-FFF2-40B4-BE49-F238E27FC236}">
                <a16:creationId xmlns:a16="http://schemas.microsoft.com/office/drawing/2014/main" id="{31E10A24-B676-4117-9507-B4B0EB406F0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212806" y="2808242"/>
            <a:ext cx="1129475" cy="15059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6549D851-9848-44AC-937A-9B1EF867E59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101762" y="2808242"/>
            <a:ext cx="1129475" cy="15059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6DD16A0-27CF-480C-8ADD-7BB99E0031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CA876-2153-4136-850D-EE098BDC242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77959" y="4311393"/>
            <a:ext cx="1473129" cy="11303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Short Bio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69B21C2-C689-49C2-B45F-14C5C53A587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66916" y="4311393"/>
            <a:ext cx="1472803" cy="11303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Short Bio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33D8E11-F7FD-4AD9-BEC6-78C6500F817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355872" y="4311393"/>
            <a:ext cx="1485900" cy="11382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Short Bio</a:t>
            </a:r>
          </a:p>
        </p:txBody>
      </p:sp>
    </p:spTree>
    <p:extLst>
      <p:ext uri="{BB962C8B-B14F-4D97-AF65-F5344CB8AC3E}">
        <p14:creationId xmlns:p14="http://schemas.microsoft.com/office/powerpoint/2010/main" val="171005937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6 Members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55085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86320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7554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48789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3F7825-EB73-4976-9D8D-BAD8C8FCEA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850" y="3926334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55085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86320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17554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01E9EA3-8BD6-4531-812C-663C75428B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48789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A4566DA-C848-4A27-BBC8-722932FFD7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3850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089E01F-0C47-4C6A-A9A8-A1A7E470F31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7816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806A4855-25AA-40D4-B1A4-A271486B6C9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969051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5" name="Picture Placeholder 22">
            <a:extLst>
              <a:ext uri="{FF2B5EF4-FFF2-40B4-BE49-F238E27FC236}">
                <a16:creationId xmlns:a16="http://schemas.microsoft.com/office/drawing/2014/main" id="{31E10A24-B676-4117-9507-B4B0EB406F0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400286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6549D851-9848-44AC-937A-9B1EF867E59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831521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7" name="Picture Placeholder 22">
            <a:extLst>
              <a:ext uri="{FF2B5EF4-FFF2-40B4-BE49-F238E27FC236}">
                <a16:creationId xmlns:a16="http://schemas.microsoft.com/office/drawing/2014/main" id="{B765F5D3-7CB7-4E55-8217-E9EEA9F2945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262755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0" name="Picture Placeholder 22">
            <a:extLst>
              <a:ext uri="{FF2B5EF4-FFF2-40B4-BE49-F238E27FC236}">
                <a16:creationId xmlns:a16="http://schemas.microsoft.com/office/drawing/2014/main" id="{8CB2CA38-4C7F-4D6B-9B34-606F1A007A1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693989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DA42CA-D117-4AF7-9FEC-03EB2BBB756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480022" y="3925889"/>
            <a:ext cx="1350000" cy="504825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  <a:lvl2pPr marL="200025" indent="0" algn="ctr">
              <a:buNone/>
              <a:defRPr/>
            </a:lvl2pPr>
            <a:lvl3pPr marL="407194" indent="0" algn="ctr">
              <a:buNone/>
              <a:defRPr/>
            </a:lvl3pPr>
            <a:lvl4pPr marL="607219" indent="0" algn="ctr">
              <a:buNone/>
              <a:defRPr/>
            </a:lvl4pPr>
            <a:lvl5pPr marL="807244" indent="0" algn="ctr">
              <a:buNone/>
              <a:defRPr/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F9CEF5A-8DCE-4156-9138-C113C0D3A79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480022" y="4505326"/>
            <a:ext cx="1350000" cy="900113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noProof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53321519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37BBBFC2-32EB-4335-9980-A7CF236703B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</p:spTree>
    <p:extLst>
      <p:ext uri="{BB962C8B-B14F-4D97-AF65-F5344CB8AC3E}">
        <p14:creationId xmlns:p14="http://schemas.microsoft.com/office/powerpoint/2010/main" val="116894066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29137C9-7B18-454C-AB56-2B4631DFE59D}"/>
              </a:ext>
            </a:extLst>
          </p:cNvPr>
          <p:cNvSpPr/>
          <p:nvPr userDrawn="1"/>
        </p:nvSpPr>
        <p:spPr>
          <a:xfrm rot="14199158">
            <a:off x="7376604" y="-61426"/>
            <a:ext cx="1957093" cy="1049858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1392370 w 3571215"/>
              <a:gd name="connsiteY3" fmla="*/ 2792094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2626822 w 3571215"/>
              <a:gd name="connsiteY3" fmla="*/ 1399810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176150"/>
              <a:gd name="connsiteX1" fmla="*/ 2472666 w 3571215"/>
              <a:gd name="connsiteY1" fmla="*/ 36067 h 2176150"/>
              <a:gd name="connsiteX2" fmla="*/ 3571215 w 3571215"/>
              <a:gd name="connsiteY2" fmla="*/ 0 h 2176150"/>
              <a:gd name="connsiteX3" fmla="*/ 2626822 w 3571215"/>
              <a:gd name="connsiteY3" fmla="*/ 1399810 h 2176150"/>
              <a:gd name="connsiteX4" fmla="*/ 2309686 w 3571215"/>
              <a:gd name="connsiteY4" fmla="*/ 820126 h 2176150"/>
              <a:gd name="connsiteX5" fmla="*/ 0 w 3571215"/>
              <a:gd name="connsiteY5" fmla="*/ 2176150 h 217615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695564 w 1957093"/>
              <a:gd name="connsiteY4" fmla="*/ 820126 h 1399810"/>
              <a:gd name="connsiteX5" fmla="*/ 0 w 1957093"/>
              <a:gd name="connsiteY5" fmla="*/ 318772 h 139981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172487 w 1957093"/>
              <a:gd name="connsiteY4" fmla="*/ 1221089 h 1399810"/>
              <a:gd name="connsiteX5" fmla="*/ 0 w 1957093"/>
              <a:gd name="connsiteY5" fmla="*/ 318772 h 139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57093" h="1399810">
                <a:moveTo>
                  <a:pt x="0" y="318772"/>
                </a:moveTo>
                <a:lnTo>
                  <a:pt x="858544" y="36067"/>
                </a:lnTo>
                <a:lnTo>
                  <a:pt x="1957093" y="0"/>
                </a:lnTo>
                <a:lnTo>
                  <a:pt x="1012700" y="1399810"/>
                </a:lnTo>
                <a:lnTo>
                  <a:pt x="172487" y="1221089"/>
                </a:lnTo>
                <a:lnTo>
                  <a:pt x="0" y="3187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6973557">
            <a:off x="7256349" y="295800"/>
            <a:ext cx="748251" cy="585502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5483574">
            <a:off x="7360250" y="85941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AACAC53-33A6-4BBC-8C68-0C56D0B39F57}"/>
              </a:ext>
            </a:extLst>
          </p:cNvPr>
          <p:cNvSpPr/>
          <p:nvPr userDrawn="1"/>
        </p:nvSpPr>
        <p:spPr>
          <a:xfrm rot="14235708">
            <a:off x="8773368" y="143009"/>
            <a:ext cx="332291" cy="185912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1392370 w 3571215"/>
              <a:gd name="connsiteY3" fmla="*/ 2792094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2626822 w 3571215"/>
              <a:gd name="connsiteY3" fmla="*/ 1399810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176150"/>
              <a:gd name="connsiteX1" fmla="*/ 2472666 w 3571215"/>
              <a:gd name="connsiteY1" fmla="*/ 36067 h 2176150"/>
              <a:gd name="connsiteX2" fmla="*/ 3571215 w 3571215"/>
              <a:gd name="connsiteY2" fmla="*/ 0 h 2176150"/>
              <a:gd name="connsiteX3" fmla="*/ 2626822 w 3571215"/>
              <a:gd name="connsiteY3" fmla="*/ 1399810 h 2176150"/>
              <a:gd name="connsiteX4" fmla="*/ 2309686 w 3571215"/>
              <a:gd name="connsiteY4" fmla="*/ 820126 h 2176150"/>
              <a:gd name="connsiteX5" fmla="*/ 0 w 3571215"/>
              <a:gd name="connsiteY5" fmla="*/ 2176150 h 217615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695564 w 1957093"/>
              <a:gd name="connsiteY4" fmla="*/ 820126 h 1399810"/>
              <a:gd name="connsiteX5" fmla="*/ 0 w 1957093"/>
              <a:gd name="connsiteY5" fmla="*/ 318772 h 139981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172487 w 1957093"/>
              <a:gd name="connsiteY4" fmla="*/ 1221089 h 1399810"/>
              <a:gd name="connsiteX5" fmla="*/ 0 w 1957093"/>
              <a:gd name="connsiteY5" fmla="*/ 318772 h 1399810"/>
              <a:gd name="connsiteX0" fmla="*/ 0 w 1449157"/>
              <a:gd name="connsiteY0" fmla="*/ 282705 h 1363743"/>
              <a:gd name="connsiteX1" fmla="*/ 858544 w 1449157"/>
              <a:gd name="connsiteY1" fmla="*/ 0 h 1363743"/>
              <a:gd name="connsiteX2" fmla="*/ 1449157 w 1449157"/>
              <a:gd name="connsiteY2" fmla="*/ 715834 h 1363743"/>
              <a:gd name="connsiteX3" fmla="*/ 1012700 w 1449157"/>
              <a:gd name="connsiteY3" fmla="*/ 1363743 h 1363743"/>
              <a:gd name="connsiteX4" fmla="*/ 172487 w 1449157"/>
              <a:gd name="connsiteY4" fmla="*/ 1185022 h 1363743"/>
              <a:gd name="connsiteX5" fmla="*/ 0 w 1449157"/>
              <a:gd name="connsiteY5" fmla="*/ 282705 h 1363743"/>
              <a:gd name="connsiteX0" fmla="*/ 0 w 1449157"/>
              <a:gd name="connsiteY0" fmla="*/ 0 h 1081038"/>
              <a:gd name="connsiteX1" fmla="*/ 1449157 w 1449157"/>
              <a:gd name="connsiteY1" fmla="*/ 433129 h 1081038"/>
              <a:gd name="connsiteX2" fmla="*/ 1012700 w 1449157"/>
              <a:gd name="connsiteY2" fmla="*/ 1081038 h 1081038"/>
              <a:gd name="connsiteX3" fmla="*/ 172487 w 1449157"/>
              <a:gd name="connsiteY3" fmla="*/ 902317 h 1081038"/>
              <a:gd name="connsiteX4" fmla="*/ 0 w 1449157"/>
              <a:gd name="connsiteY4" fmla="*/ 0 h 1081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9157" h="1081038">
                <a:moveTo>
                  <a:pt x="0" y="0"/>
                </a:moveTo>
                <a:lnTo>
                  <a:pt x="1449157" y="433129"/>
                </a:lnTo>
                <a:lnTo>
                  <a:pt x="1012700" y="1081038"/>
                </a:lnTo>
                <a:lnTo>
                  <a:pt x="172487" y="9023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D86A7C4-9F1E-4F96-8AD9-5B75BEE364BE}"/>
              </a:ext>
            </a:extLst>
          </p:cNvPr>
          <p:cNvSpPr/>
          <p:nvPr userDrawn="1"/>
        </p:nvSpPr>
        <p:spPr>
          <a:xfrm rot="13336516">
            <a:off x="7734927" y="1084300"/>
            <a:ext cx="486493" cy="777553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B63BFE72-A1DE-4CFE-9B52-553C99D52699}"/>
              </a:ext>
            </a:extLst>
          </p:cNvPr>
          <p:cNvSpPr/>
          <p:nvPr userDrawn="1"/>
        </p:nvSpPr>
        <p:spPr>
          <a:xfrm rot="5738060">
            <a:off x="7296620" y="1096127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C266CD9-D77B-4B4D-8673-531E2784C610}"/>
              </a:ext>
            </a:extLst>
          </p:cNvPr>
          <p:cNvSpPr/>
          <p:nvPr userDrawn="1"/>
        </p:nvSpPr>
        <p:spPr>
          <a:xfrm rot="8291645">
            <a:off x="7561349" y="798094"/>
            <a:ext cx="278520" cy="273702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27587746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No Graphic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7942709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036" y="86714"/>
            <a:ext cx="9013929" cy="6684572"/>
          </a:xfrm>
          <a:solidFill>
            <a:schemeClr val="bg1">
              <a:lumMod val="85000"/>
            </a:schemeClr>
          </a:solidFill>
        </p:spPr>
        <p:txBody>
          <a:bodyPr lIns="360000" tIns="360000"/>
          <a:lstStyle>
            <a:lvl1pPr marL="0" indent="0">
              <a:buNone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70955" y="2237328"/>
            <a:ext cx="5402090" cy="1449788"/>
          </a:xfrm>
          <a:solidFill>
            <a:schemeClr val="tx1">
              <a:alpha val="80000"/>
            </a:schemeClr>
          </a:solidFill>
        </p:spPr>
        <p:txBody>
          <a:bodyPr lIns="288000" rIns="2160000" bIns="144000" anchor="b" anchorCtr="0"/>
          <a:lstStyle>
            <a:lvl1pPr algn="r">
              <a:defRPr sz="49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0956" y="3684672"/>
            <a:ext cx="3961877" cy="1604172"/>
          </a:xfrm>
          <a:solidFill>
            <a:schemeClr val="tx1">
              <a:alpha val="90000"/>
            </a:schemeClr>
          </a:solidFill>
        </p:spPr>
        <p:txBody>
          <a:bodyPr lIns="216000" tIns="144000" rIns="576000"/>
          <a:lstStyle>
            <a:lvl1pPr marL="0" indent="0" algn="r">
              <a:buNone/>
              <a:defRPr sz="1575">
                <a:solidFill>
                  <a:schemeClr val="bg1"/>
                </a:soli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688AEDF-1396-4322-8818-9D1C7976FCDF}"/>
              </a:ext>
            </a:extLst>
          </p:cNvPr>
          <p:cNvCxnSpPr>
            <a:cxnSpLocks/>
          </p:cNvCxnSpPr>
          <p:nvPr userDrawn="1"/>
        </p:nvCxnSpPr>
        <p:spPr>
          <a:xfrm>
            <a:off x="5832835" y="2412127"/>
            <a:ext cx="0" cy="11001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122267-81F5-4D7C-8854-830FD491A4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00250" y="4142258"/>
            <a:ext cx="3381375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Contact Number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D1624B9A-AB57-40B6-89A6-D34ED60BBF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00250" y="4448040"/>
            <a:ext cx="3381375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Email or Social Media Handle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61EA5FFD-797F-43FF-B13A-5DA8C820EE2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48756" y="2587752"/>
            <a:ext cx="1008126" cy="70408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Logo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436EF9B-F86C-114A-BB87-C439E5F129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00250" y="4753821"/>
            <a:ext cx="3381375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Website Address</a:t>
            </a:r>
          </a:p>
        </p:txBody>
      </p:sp>
    </p:spTree>
    <p:extLst>
      <p:ext uri="{BB962C8B-B14F-4D97-AF65-F5344CB8AC3E}">
        <p14:creationId xmlns:p14="http://schemas.microsoft.com/office/powerpoint/2010/main" val="255440748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768422"/>
            <a:ext cx="5130000" cy="2387600"/>
          </a:xfrm>
          <a:solidFill>
            <a:schemeClr val="tx1">
              <a:alpha val="80000"/>
            </a:schemeClr>
          </a:solidFill>
        </p:spPr>
        <p:txBody>
          <a:bodyPr lIns="432000" rIns="432000" bIns="144000" anchor="b"/>
          <a:lstStyle>
            <a:lvl1pPr algn="l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3578"/>
            <a:ext cx="5130000" cy="936000"/>
          </a:xfrm>
          <a:solidFill>
            <a:schemeClr val="tx1">
              <a:alpha val="90000"/>
            </a:schemeClr>
          </a:solidFill>
        </p:spPr>
        <p:txBody>
          <a:bodyPr lIns="432000" tIns="144000"/>
          <a:lstStyle>
            <a:lvl1pPr marL="0" indent="0" algn="l">
              <a:buNone/>
              <a:defRPr sz="1575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3A733F0-30A3-4125-9B9B-2A07E1461F1B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E236A80-227E-4FE4-AA47-7802636969A0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AF58058-47D7-451D-B2D5-713873CFA06B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6D9AC51-13A8-43F2-B0AE-A475CD84575E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BA8CC4C-FA3C-45FB-A5CE-C0F41063A4AA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20D0EA4-6C0E-4F3B-B209-84132CF9DCEE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2637900-ABE5-44BB-8955-B59B20FACF68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878CEF9-0D4E-43CF-A1AC-B8A752A7EDD3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346096677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74E1F0E-A827-4F38-BAAB-5D5831E0813A}"/>
              </a:ext>
            </a:extLst>
          </p:cNvPr>
          <p:cNvSpPr/>
          <p:nvPr userDrawn="1"/>
        </p:nvSpPr>
        <p:spPr>
          <a:xfrm>
            <a:off x="0" y="6771286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7D9229-CE8B-44FD-B1E6-2FE619F40B4F}"/>
              </a:ext>
            </a:extLst>
          </p:cNvPr>
          <p:cNvSpPr/>
          <p:nvPr userDrawn="1"/>
        </p:nvSpPr>
        <p:spPr>
          <a:xfrm>
            <a:off x="0" y="0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83AF15-88E9-4D75-9D5E-7E4924887E91}"/>
              </a:ext>
            </a:extLst>
          </p:cNvPr>
          <p:cNvSpPr/>
          <p:nvPr userDrawn="1"/>
        </p:nvSpPr>
        <p:spPr>
          <a:xfrm rot="5400000">
            <a:off x="-3396482" y="3396481"/>
            <a:ext cx="6858001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B18E46-480F-48E8-9675-259D3D06A00D}"/>
              </a:ext>
            </a:extLst>
          </p:cNvPr>
          <p:cNvSpPr/>
          <p:nvPr userDrawn="1"/>
        </p:nvSpPr>
        <p:spPr>
          <a:xfrm rot="5400000">
            <a:off x="5682482" y="3396482"/>
            <a:ext cx="6858000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0" y="86714"/>
            <a:ext cx="4506965" cy="4068402"/>
          </a:xfrm>
          <a:solidFill>
            <a:schemeClr val="tx1">
              <a:alpha val="80000"/>
            </a:schemeClr>
          </a:solidFill>
        </p:spPr>
        <p:txBody>
          <a:bodyPr lIns="288000" rIns="432000" bIns="144000" anchor="b"/>
          <a:lstStyle>
            <a:lvl1pPr algn="r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4152672"/>
            <a:ext cx="4506965" cy="1818422"/>
          </a:xfrm>
          <a:solidFill>
            <a:schemeClr val="bg1">
              <a:lumMod val="95000"/>
              <a:alpha val="80000"/>
            </a:schemeClr>
          </a:solidFill>
        </p:spPr>
        <p:txBody>
          <a:bodyPr lIns="288000" tIns="144000" rIns="432000"/>
          <a:lstStyle>
            <a:lvl1pPr marL="0" indent="0" algn="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94FE7-F6B5-D34D-B846-52B81F6F6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9E631-FFE0-4842-9C8D-2977AD46DA07}"/>
              </a:ext>
            </a:extLst>
          </p:cNvPr>
          <p:cNvSpPr txBox="1"/>
          <p:nvPr userDrawn="1"/>
        </p:nvSpPr>
        <p:spPr>
          <a:xfrm>
            <a:off x="4396468" y="66130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0052C3A-3942-4B16-A466-441F8E3C2260}"/>
              </a:ext>
            </a:extLst>
          </p:cNvPr>
          <p:cNvSpPr/>
          <p:nvPr userDrawn="1"/>
        </p:nvSpPr>
        <p:spPr>
          <a:xfrm>
            <a:off x="0" y="2539992"/>
            <a:ext cx="4029807" cy="4318008"/>
          </a:xfrm>
          <a:custGeom>
            <a:avLst/>
            <a:gdLst>
              <a:gd name="connsiteX0" fmla="*/ 4972877 w 5373076"/>
              <a:gd name="connsiteY0" fmla="*/ 1816430 h 4318008"/>
              <a:gd name="connsiteX1" fmla="*/ 5211912 w 5373076"/>
              <a:gd name="connsiteY1" fmla="*/ 2046590 h 4318008"/>
              <a:gd name="connsiteX2" fmla="*/ 4866804 w 5373076"/>
              <a:gd name="connsiteY2" fmla="*/ 2013272 h 4318008"/>
              <a:gd name="connsiteX3" fmla="*/ 3721849 w 5373076"/>
              <a:gd name="connsiteY3" fmla="*/ 1808102 h 4318008"/>
              <a:gd name="connsiteX4" fmla="*/ 3854624 w 5373076"/>
              <a:gd name="connsiteY4" fmla="*/ 2524110 h 4318008"/>
              <a:gd name="connsiteX5" fmla="*/ 3419634 w 5373076"/>
              <a:gd name="connsiteY5" fmla="*/ 2322178 h 4318008"/>
              <a:gd name="connsiteX6" fmla="*/ 3604566 w 5373076"/>
              <a:gd name="connsiteY6" fmla="*/ 1945430 h 4318008"/>
              <a:gd name="connsiteX7" fmla="*/ 2301472 w 5373076"/>
              <a:gd name="connsiteY7" fmla="*/ 1771765 h 4318008"/>
              <a:gd name="connsiteX8" fmla="*/ 3237442 w 5373076"/>
              <a:gd name="connsiteY8" fmla="*/ 2134997 h 4318008"/>
              <a:gd name="connsiteX9" fmla="*/ 3266331 w 5373076"/>
              <a:gd name="connsiteY9" fmla="*/ 2949530 h 4318008"/>
              <a:gd name="connsiteX10" fmla="*/ 1897852 w 5373076"/>
              <a:gd name="connsiteY10" fmla="*/ 4318008 h 4318008"/>
              <a:gd name="connsiteX11" fmla="*/ 134565 w 5373076"/>
              <a:gd name="connsiteY11" fmla="*/ 4318008 h 4318008"/>
              <a:gd name="connsiteX12" fmla="*/ 0 w 5373076"/>
              <a:gd name="connsiteY12" fmla="*/ 4183443 h 4318008"/>
              <a:gd name="connsiteX13" fmla="*/ 0 w 5373076"/>
              <a:gd name="connsiteY13" fmla="*/ 2855805 h 4318008"/>
              <a:gd name="connsiteX14" fmla="*/ 5243699 w 5373076"/>
              <a:gd name="connsiteY14" fmla="*/ 652159 h 4318008"/>
              <a:gd name="connsiteX15" fmla="*/ 5058767 w 5373076"/>
              <a:gd name="connsiteY15" fmla="*/ 1028908 h 4318008"/>
              <a:gd name="connsiteX16" fmla="*/ 4960786 w 5373076"/>
              <a:gd name="connsiteY16" fmla="*/ 983422 h 4318008"/>
              <a:gd name="connsiteX17" fmla="*/ 3473588 w 5373076"/>
              <a:gd name="connsiteY17" fmla="*/ 405712 h 4318008"/>
              <a:gd name="connsiteX18" fmla="*/ 4094196 w 5373076"/>
              <a:gd name="connsiteY18" fmla="*/ 1366894 h 4318008"/>
              <a:gd name="connsiteX19" fmla="*/ 3778134 w 5373076"/>
              <a:gd name="connsiteY19" fmla="*/ 1741309 h 4318008"/>
              <a:gd name="connsiteX20" fmla="*/ 2824519 w 5373076"/>
              <a:gd name="connsiteY20" fmla="*/ 1808100 h 4318008"/>
              <a:gd name="connsiteX21" fmla="*/ 4454991 w 5373076"/>
              <a:gd name="connsiteY21" fmla="*/ 0 h 4318008"/>
              <a:gd name="connsiteX22" fmla="*/ 5373076 w 5373076"/>
              <a:gd name="connsiteY22" fmla="*/ 32358 h 4318008"/>
              <a:gd name="connsiteX23" fmla="*/ 4628717 w 5373076"/>
              <a:gd name="connsiteY23" fmla="*/ 1349015 h 4318008"/>
              <a:gd name="connsiteX24" fmla="*/ 4094010 w 5373076"/>
              <a:gd name="connsiteY24" fmla="*/ 779481 h 4318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373076" h="4318008">
                <a:moveTo>
                  <a:pt x="4972877" y="1816430"/>
                </a:moveTo>
                <a:lnTo>
                  <a:pt x="5211912" y="2046590"/>
                </a:lnTo>
                <a:lnTo>
                  <a:pt x="4866804" y="2013272"/>
                </a:lnTo>
                <a:close/>
                <a:moveTo>
                  <a:pt x="3721849" y="1808102"/>
                </a:moveTo>
                <a:lnTo>
                  <a:pt x="3854624" y="2524110"/>
                </a:lnTo>
                <a:lnTo>
                  <a:pt x="3419634" y="2322178"/>
                </a:lnTo>
                <a:lnTo>
                  <a:pt x="3604566" y="1945430"/>
                </a:lnTo>
                <a:close/>
                <a:moveTo>
                  <a:pt x="2301472" y="1771765"/>
                </a:moveTo>
                <a:lnTo>
                  <a:pt x="3237442" y="2134997"/>
                </a:lnTo>
                <a:lnTo>
                  <a:pt x="3266331" y="2949530"/>
                </a:lnTo>
                <a:lnTo>
                  <a:pt x="1897852" y="4318008"/>
                </a:lnTo>
                <a:lnTo>
                  <a:pt x="134565" y="4318008"/>
                </a:lnTo>
                <a:lnTo>
                  <a:pt x="0" y="4183443"/>
                </a:lnTo>
                <a:lnTo>
                  <a:pt x="0" y="2855805"/>
                </a:lnTo>
                <a:close/>
                <a:moveTo>
                  <a:pt x="5243699" y="652159"/>
                </a:moveTo>
                <a:lnTo>
                  <a:pt x="5058767" y="1028908"/>
                </a:lnTo>
                <a:lnTo>
                  <a:pt x="4960786" y="983422"/>
                </a:lnTo>
                <a:close/>
                <a:moveTo>
                  <a:pt x="3473588" y="405712"/>
                </a:moveTo>
                <a:lnTo>
                  <a:pt x="4094196" y="1366894"/>
                </a:lnTo>
                <a:lnTo>
                  <a:pt x="3778134" y="1741309"/>
                </a:lnTo>
                <a:lnTo>
                  <a:pt x="2824519" y="1808100"/>
                </a:lnTo>
                <a:close/>
                <a:moveTo>
                  <a:pt x="4454991" y="0"/>
                </a:moveTo>
                <a:lnTo>
                  <a:pt x="5373076" y="32358"/>
                </a:lnTo>
                <a:lnTo>
                  <a:pt x="4628717" y="1349015"/>
                </a:lnTo>
                <a:lnTo>
                  <a:pt x="4094010" y="77948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152417031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73E47D5-BDE7-46E7-8C4E-6111A41AF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4D90A547-C01D-42BC-98ED-831FDD76F3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EBF3BE3-47D8-4511-B598-743DF88DF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5758068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1434632-BEE5-428E-872A-794325BA8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7CB95FD3-7DAC-4417-8633-7EFA4852E0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4CDAD6C-9665-443F-B344-147513A6C1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875554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3380511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18" Type="http://schemas.openxmlformats.org/officeDocument/2006/relationships/slideLayout" Target="../slideLayouts/slideLayout43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28.xml"/><Relationship Id="rId21" Type="http://schemas.openxmlformats.org/officeDocument/2006/relationships/slideLayout" Target="../slideLayouts/slideLayout46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2.xml"/><Relationship Id="rId25" Type="http://schemas.openxmlformats.org/officeDocument/2006/relationships/slideLayout" Target="../slideLayouts/slideLayout50.xml"/><Relationship Id="rId2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41.xml"/><Relationship Id="rId20" Type="http://schemas.openxmlformats.org/officeDocument/2006/relationships/slideLayout" Target="../slideLayouts/slideLayout45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2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40.xml"/><Relationship Id="rId23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35.xml"/><Relationship Id="rId19" Type="http://schemas.openxmlformats.org/officeDocument/2006/relationships/slideLayout" Target="../slideLayouts/slideLayout44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Relationship Id="rId22" Type="http://schemas.openxmlformats.org/officeDocument/2006/relationships/slideLayout" Target="../slideLayouts/slideLayout47.xml"/><Relationship Id="rId27" Type="http://schemas.openxmlformats.org/officeDocument/2006/relationships/image" Target="../media/image3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7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ctagon 6">
            <a:extLst>
              <a:ext uri="{FF2B5EF4-FFF2-40B4-BE49-F238E27FC236}">
                <a16:creationId xmlns:a16="http://schemas.microsoft.com/office/drawing/2014/main" id="{12B87281-2FCA-44C5-BFC9-FD653787EFC4}"/>
              </a:ext>
            </a:extLst>
          </p:cNvPr>
          <p:cNvSpPr/>
          <p:nvPr userDrawn="1"/>
        </p:nvSpPr>
        <p:spPr>
          <a:xfrm rot="1361022">
            <a:off x="8546230" y="6053794"/>
            <a:ext cx="476096" cy="634795"/>
          </a:xfrm>
          <a:prstGeom prst="octagon">
            <a:avLst/>
          </a:prstGeom>
          <a:noFill/>
          <a:ln w="31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4000" y="1152000"/>
            <a:ext cx="8505000" cy="46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4000" y="6188629"/>
            <a:ext cx="6588706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2277" y="6155190"/>
            <a:ext cx="324000" cy="432000"/>
          </a:xfrm>
          <a:prstGeom prst="ellipse">
            <a:avLst/>
          </a:prstGeom>
          <a:noFill/>
          <a:ln w="3175">
            <a:solidFill>
              <a:schemeClr val="accent1"/>
            </a:solidFill>
          </a:ln>
        </p:spPr>
        <p:txBody>
          <a:bodyPr vert="horz" lIns="0" tIns="0" rIns="0" bIns="0" rtlCol="0" anchor="ctr"/>
          <a:lstStyle>
            <a:lvl1pPr algn="ctr">
              <a:defRPr sz="900" b="1" i="1">
                <a:solidFill>
                  <a:schemeClr val="tx1"/>
                </a:solidFill>
                <a:latin typeface="+mj-lt"/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66BF03E-F48E-4C0A-9078-07AC4DDF896A}"/>
              </a:ext>
            </a:extLst>
          </p:cNvPr>
          <p:cNvSpPr/>
          <p:nvPr userDrawn="1"/>
        </p:nvSpPr>
        <p:spPr>
          <a:xfrm>
            <a:off x="8650404" y="6185903"/>
            <a:ext cx="55136" cy="7351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F827500-FC74-463C-9312-BC59104AEBD6}"/>
              </a:ext>
            </a:extLst>
          </p:cNvPr>
          <p:cNvSpPr/>
          <p:nvPr userDrawn="1"/>
        </p:nvSpPr>
        <p:spPr>
          <a:xfrm>
            <a:off x="8919064" y="6561526"/>
            <a:ext cx="75329" cy="10043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0EE18F-610D-4230-BA82-4E5007401ADD}"/>
              </a:ext>
            </a:extLst>
          </p:cNvPr>
          <p:cNvSpPr txBox="1"/>
          <p:nvPr userDrawn="1"/>
        </p:nvSpPr>
        <p:spPr>
          <a:xfrm>
            <a:off x="6550928" y="6278857"/>
            <a:ext cx="1882918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900" noProof="0" dirty="0">
                <a:solidFill>
                  <a:schemeClr val="tx2"/>
                </a:solidFill>
                <a:latin typeface="+mj-lt"/>
              </a:rPr>
              <a:t>Your Logo or Name Here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AF375EA-F235-4EAA-A52F-D6BF0D6EDDCA}"/>
              </a:ext>
            </a:extLst>
          </p:cNvPr>
          <p:cNvSpPr/>
          <p:nvPr userDrawn="1"/>
        </p:nvSpPr>
        <p:spPr>
          <a:xfrm>
            <a:off x="8507156" y="5990144"/>
            <a:ext cx="195384" cy="26051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3C8C5B-6356-4B7C-887C-A436D7DB4059}"/>
              </a:ext>
            </a:extLst>
          </p:cNvPr>
          <p:cNvSpPr/>
          <p:nvPr userDrawn="1"/>
        </p:nvSpPr>
        <p:spPr>
          <a:xfrm>
            <a:off x="0" y="6771286"/>
            <a:ext cx="9144000" cy="867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120C00-0FF6-411F-B2D6-C625ED6BD241}"/>
              </a:ext>
            </a:extLst>
          </p:cNvPr>
          <p:cNvSpPr/>
          <p:nvPr userDrawn="1"/>
        </p:nvSpPr>
        <p:spPr>
          <a:xfrm>
            <a:off x="0" y="0"/>
            <a:ext cx="9144000" cy="867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142C1D-78E5-4AD5-BEF3-C015D6E3FEBD}"/>
              </a:ext>
            </a:extLst>
          </p:cNvPr>
          <p:cNvSpPr/>
          <p:nvPr userDrawn="1"/>
        </p:nvSpPr>
        <p:spPr>
          <a:xfrm rot="5400000">
            <a:off x="-3396482" y="3396481"/>
            <a:ext cx="6858001" cy="650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00D9306-2240-47FF-AA2F-DC7C26A008A4}"/>
              </a:ext>
            </a:extLst>
          </p:cNvPr>
          <p:cNvSpPr/>
          <p:nvPr userDrawn="1"/>
        </p:nvSpPr>
        <p:spPr>
          <a:xfrm rot="5400000">
            <a:off x="5682482" y="3396482"/>
            <a:ext cx="6858000" cy="650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64" r:id="rId3"/>
    <p:sldLayoutId id="2147483650" r:id="rId4"/>
    <p:sldLayoutId id="2147483652" r:id="rId5"/>
    <p:sldLayoutId id="2147483656" r:id="rId6"/>
    <p:sldLayoutId id="2147483657" r:id="rId7"/>
    <p:sldLayoutId id="2147483683" r:id="rId8"/>
    <p:sldLayoutId id="2147483668" r:id="rId9"/>
    <p:sldLayoutId id="2147483682" r:id="rId10"/>
    <p:sldLayoutId id="2147483670" r:id="rId11"/>
    <p:sldLayoutId id="2147483653" r:id="rId12"/>
    <p:sldLayoutId id="2147483673" r:id="rId13"/>
    <p:sldLayoutId id="2147483674" r:id="rId14"/>
    <p:sldLayoutId id="2147483676" r:id="rId15"/>
    <p:sldLayoutId id="2147483677" r:id="rId16"/>
    <p:sldLayoutId id="2147483654" r:id="rId17"/>
    <p:sldLayoutId id="2147483660" r:id="rId18"/>
    <p:sldLayoutId id="2147483661" r:id="rId19"/>
    <p:sldLayoutId id="2147483678" r:id="rId20"/>
    <p:sldLayoutId id="2147483686" r:id="rId21"/>
    <p:sldLayoutId id="2147483687" r:id="rId22"/>
    <p:sldLayoutId id="2147483689" r:id="rId23"/>
    <p:sldLayoutId id="2147483690" r:id="rId24"/>
    <p:sldLayoutId id="2147483688" r:id="rId25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00025" indent="-200025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07194" indent="-207169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219" indent="-20002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07244" indent="-20002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07269" indent="-20002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7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ctagon 6">
            <a:extLst>
              <a:ext uri="{FF2B5EF4-FFF2-40B4-BE49-F238E27FC236}">
                <a16:creationId xmlns:a16="http://schemas.microsoft.com/office/drawing/2014/main" id="{12B87281-2FCA-44C5-BFC9-FD653787EFC4}"/>
              </a:ext>
            </a:extLst>
          </p:cNvPr>
          <p:cNvSpPr/>
          <p:nvPr userDrawn="1"/>
        </p:nvSpPr>
        <p:spPr>
          <a:xfrm rot="1361022">
            <a:off x="8546230" y="6053794"/>
            <a:ext cx="476096" cy="634795"/>
          </a:xfrm>
          <a:prstGeom prst="octagon">
            <a:avLst/>
          </a:prstGeom>
          <a:noFill/>
          <a:ln w="31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4000" y="1152000"/>
            <a:ext cx="8505000" cy="46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4000" y="6188629"/>
            <a:ext cx="6588706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2277" y="6155190"/>
            <a:ext cx="324000" cy="432000"/>
          </a:xfrm>
          <a:prstGeom prst="ellipse">
            <a:avLst/>
          </a:prstGeom>
          <a:noFill/>
          <a:ln w="3175">
            <a:solidFill>
              <a:schemeClr val="accent1"/>
            </a:solidFill>
          </a:ln>
        </p:spPr>
        <p:txBody>
          <a:bodyPr vert="horz" lIns="0" tIns="0" rIns="0" bIns="0" rtlCol="0" anchor="ctr"/>
          <a:lstStyle>
            <a:lvl1pPr algn="ctr">
              <a:defRPr sz="900" b="1" i="1">
                <a:solidFill>
                  <a:schemeClr val="tx1"/>
                </a:solidFill>
                <a:latin typeface="+mj-lt"/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66BF03E-F48E-4C0A-9078-07AC4DDF896A}"/>
              </a:ext>
            </a:extLst>
          </p:cNvPr>
          <p:cNvSpPr/>
          <p:nvPr userDrawn="1"/>
        </p:nvSpPr>
        <p:spPr>
          <a:xfrm>
            <a:off x="8650404" y="6185903"/>
            <a:ext cx="55136" cy="7351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F827500-FC74-463C-9312-BC59104AEBD6}"/>
              </a:ext>
            </a:extLst>
          </p:cNvPr>
          <p:cNvSpPr/>
          <p:nvPr userDrawn="1"/>
        </p:nvSpPr>
        <p:spPr>
          <a:xfrm>
            <a:off x="8919064" y="6561526"/>
            <a:ext cx="75329" cy="10043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0EE18F-610D-4230-BA82-4E5007401ADD}"/>
              </a:ext>
            </a:extLst>
          </p:cNvPr>
          <p:cNvSpPr txBox="1"/>
          <p:nvPr userDrawn="1"/>
        </p:nvSpPr>
        <p:spPr>
          <a:xfrm>
            <a:off x="6550928" y="6278857"/>
            <a:ext cx="1882918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900" noProof="0" dirty="0">
                <a:solidFill>
                  <a:schemeClr val="tx2"/>
                </a:solidFill>
                <a:latin typeface="+mj-lt"/>
              </a:rPr>
              <a:t>Your Logo or Name Here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AF375EA-F235-4EAA-A52F-D6BF0D6EDDCA}"/>
              </a:ext>
            </a:extLst>
          </p:cNvPr>
          <p:cNvSpPr/>
          <p:nvPr userDrawn="1"/>
        </p:nvSpPr>
        <p:spPr>
          <a:xfrm>
            <a:off x="8507156" y="5990144"/>
            <a:ext cx="195384" cy="26051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3C8C5B-6356-4B7C-887C-A436D7DB4059}"/>
              </a:ext>
            </a:extLst>
          </p:cNvPr>
          <p:cNvSpPr/>
          <p:nvPr userDrawn="1"/>
        </p:nvSpPr>
        <p:spPr>
          <a:xfrm>
            <a:off x="0" y="6771286"/>
            <a:ext cx="9144000" cy="867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120C00-0FF6-411F-B2D6-C625ED6BD241}"/>
              </a:ext>
            </a:extLst>
          </p:cNvPr>
          <p:cNvSpPr/>
          <p:nvPr userDrawn="1"/>
        </p:nvSpPr>
        <p:spPr>
          <a:xfrm>
            <a:off x="0" y="0"/>
            <a:ext cx="9144000" cy="867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142C1D-78E5-4AD5-BEF3-C015D6E3FEBD}"/>
              </a:ext>
            </a:extLst>
          </p:cNvPr>
          <p:cNvSpPr/>
          <p:nvPr userDrawn="1"/>
        </p:nvSpPr>
        <p:spPr>
          <a:xfrm rot="5400000">
            <a:off x="-3396482" y="3396481"/>
            <a:ext cx="6858001" cy="650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00D9306-2240-47FF-AA2F-DC7C26A008A4}"/>
              </a:ext>
            </a:extLst>
          </p:cNvPr>
          <p:cNvSpPr/>
          <p:nvPr userDrawn="1"/>
        </p:nvSpPr>
        <p:spPr>
          <a:xfrm rot="5400000">
            <a:off x="5682482" y="3396482"/>
            <a:ext cx="6858000" cy="650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3306338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  <p:sldLayoutId id="2147483709" r:id="rId18"/>
    <p:sldLayoutId id="2147483710" r:id="rId19"/>
    <p:sldLayoutId id="2147483711" r:id="rId20"/>
    <p:sldLayoutId id="2147483712" r:id="rId21"/>
    <p:sldLayoutId id="2147483713" r:id="rId22"/>
    <p:sldLayoutId id="2147483714" r:id="rId23"/>
    <p:sldLayoutId id="2147483715" r:id="rId24"/>
    <p:sldLayoutId id="2147483716" r:id="rId25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00025" indent="-200025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07194" indent="-207169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219" indent="-20002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07244" indent="-20002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07269" indent="-20002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jpe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jpe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6.png"/><Relationship Id="rId4" Type="http://schemas.openxmlformats.org/officeDocument/2006/relationships/image" Target="../media/image15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.jpe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10" Type="http://schemas.openxmlformats.org/officeDocument/2006/relationships/image" Target="../media/image23.jpeg"/><Relationship Id="rId4" Type="http://schemas.openxmlformats.org/officeDocument/2006/relationships/image" Target="../media/image17.png"/><Relationship Id="rId9" Type="http://schemas.openxmlformats.org/officeDocument/2006/relationships/image" Target="../media/image22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jpe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.jpe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10" Type="http://schemas.openxmlformats.org/officeDocument/2006/relationships/image" Target="../media/image23.jpeg"/><Relationship Id="rId4" Type="http://schemas.openxmlformats.org/officeDocument/2006/relationships/image" Target="../media/image17.png"/><Relationship Id="rId9" Type="http://schemas.openxmlformats.org/officeDocument/2006/relationships/image" Target="../media/image22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4.png"/><Relationship Id="rId4" Type="http://schemas.openxmlformats.org/officeDocument/2006/relationships/image" Target="../media/image1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.jpe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10" Type="http://schemas.openxmlformats.org/officeDocument/2006/relationships/image" Target="../media/image23.jpeg"/><Relationship Id="rId4" Type="http://schemas.openxmlformats.org/officeDocument/2006/relationships/image" Target="../media/image17.png"/><Relationship Id="rId9" Type="http://schemas.openxmlformats.org/officeDocument/2006/relationships/image" Target="../media/image22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6.png"/><Relationship Id="rId4" Type="http://schemas.openxmlformats.org/officeDocument/2006/relationships/image" Target="../media/image15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.jpe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10" Type="http://schemas.openxmlformats.org/officeDocument/2006/relationships/image" Target="../media/image23.jpeg"/><Relationship Id="rId4" Type="http://schemas.openxmlformats.org/officeDocument/2006/relationships/image" Target="../media/image17.png"/><Relationship Id="rId9" Type="http://schemas.openxmlformats.org/officeDocument/2006/relationships/image" Target="../media/image22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7.png"/><Relationship Id="rId4" Type="http://schemas.openxmlformats.org/officeDocument/2006/relationships/image" Target="../media/image15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15.jpe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jpe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15.jpe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jpe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jpe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jpe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jpe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jpe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jpe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jpe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4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jpe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4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13" Type="http://schemas.openxmlformats.org/officeDocument/2006/relationships/image" Target="../media/image47.svg"/><Relationship Id="rId3" Type="http://schemas.openxmlformats.org/officeDocument/2006/relationships/image" Target="../media/image2.jpeg"/><Relationship Id="rId7" Type="http://schemas.openxmlformats.org/officeDocument/2006/relationships/image" Target="../media/image42.png"/><Relationship Id="rId12" Type="http://schemas.openxmlformats.org/officeDocument/2006/relationships/image" Target="../media/image4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41.svg"/><Relationship Id="rId11" Type="http://schemas.openxmlformats.org/officeDocument/2006/relationships/hyperlink" Target="http://cats.iku.edu.tr/portal/site/0181f2bc-77e3-4a85-ade9-77639d9bcfe7" TargetMode="External"/><Relationship Id="rId5" Type="http://schemas.openxmlformats.org/officeDocument/2006/relationships/image" Target="../media/image40.png"/><Relationship Id="rId15" Type="http://schemas.openxmlformats.org/officeDocument/2006/relationships/image" Target="../media/image48.png"/><Relationship Id="rId10" Type="http://schemas.openxmlformats.org/officeDocument/2006/relationships/image" Target="../media/image45.svg"/><Relationship Id="rId4" Type="http://schemas.openxmlformats.org/officeDocument/2006/relationships/image" Target="../media/image39.jpeg"/><Relationship Id="rId9" Type="http://schemas.openxmlformats.org/officeDocument/2006/relationships/image" Target="../media/image44.png"/><Relationship Id="rId14" Type="http://schemas.openxmlformats.org/officeDocument/2006/relationships/hyperlink" Target="https://www.linkedin.com/in/yusuf-altunel-2070a31b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37AA9CEC-2B12-4692-AD44-FAAF3A3454E9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69" b="569"/>
          <a:stretch>
            <a:fillRect/>
          </a:stretch>
        </p:blipFill>
        <p:spPr>
          <a:xfrm>
            <a:off x="-83913" y="0"/>
            <a:ext cx="9247791" cy="6858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768422"/>
            <a:ext cx="5546361" cy="2387600"/>
          </a:xfrm>
          <a:prstGeom prst="rect">
            <a:avLst/>
          </a:prstGeom>
          <a:solidFill>
            <a:schemeClr val="tx1">
              <a:alpha val="18000"/>
            </a:schemeClr>
          </a:solidFill>
        </p:spPr>
        <p:txBody>
          <a:bodyPr anchor="b">
            <a:normAutofit/>
          </a:bodyPr>
          <a:lstStyle/>
          <a:p>
            <a:r>
              <a:rPr lang="en-US" dirty="0"/>
              <a:t>Chapter </a:t>
            </a:r>
            <a:r>
              <a:rPr lang="tr-TR" dirty="0"/>
              <a:t>9</a:t>
            </a:r>
            <a:r>
              <a:rPr lang="en-US" dirty="0"/>
              <a:t>: </a:t>
            </a:r>
            <a:r>
              <a:rPr lang="tr-TR" dirty="0"/>
              <a:t>Organizing Files</a:t>
            </a:r>
            <a:endParaRPr lang="en-US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3578"/>
            <a:ext cx="5130000" cy="936000"/>
          </a:xfrm>
          <a:prstGeom prst="rect">
            <a:avLst/>
          </a:prstGeom>
          <a:solidFill>
            <a:schemeClr val="tx1">
              <a:alpha val="18000"/>
            </a:schemeClr>
          </a:solidFill>
        </p:spPr>
        <p:txBody>
          <a:bodyPr>
            <a:normAutofit/>
          </a:bodyPr>
          <a:lstStyle/>
          <a:p>
            <a:r>
              <a:rPr lang="en-US" sz="1300"/>
              <a:t>CSE0408 Programming III</a:t>
            </a:r>
            <a:endParaRPr lang="tr-TR" sz="1300"/>
          </a:p>
          <a:p>
            <a:r>
              <a:rPr lang="tr-TR" sz="1300"/>
              <a:t>IKU Department of Computer Engineering</a:t>
            </a:r>
          </a:p>
          <a:p>
            <a:r>
              <a:rPr lang="tr-TR" sz="1300"/>
              <a:t>Yusuf Altunel, PhD</a:t>
            </a:r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1485234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1D87D-E475-451A-B36C-E4A4F63609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00" y="3905250"/>
            <a:ext cx="4509000" cy="647701"/>
          </a:xfrm>
        </p:spPr>
        <p:txBody>
          <a:bodyPr/>
          <a:lstStyle/>
          <a:p>
            <a:r>
              <a:rPr lang="tr-TR" dirty="0"/>
              <a:t>Content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6BE522-961D-4737-9715-127DB8A86E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00" y="4552951"/>
            <a:ext cx="4509000" cy="1384307"/>
          </a:xfrm>
        </p:spPr>
        <p:txBody>
          <a:bodyPr/>
          <a:lstStyle/>
          <a:p>
            <a:r>
              <a:rPr lang="tr-TR" b="1" dirty="0"/>
              <a:t>Automate the Boring Stuff with Python</a:t>
            </a:r>
          </a:p>
          <a:p>
            <a:r>
              <a:rPr lang="tr-TR" b="1" dirty="0"/>
              <a:t>Practical Programming for Total Beginners</a:t>
            </a:r>
          </a:p>
          <a:p>
            <a:r>
              <a:rPr lang="en-US" sz="1200" dirty="0"/>
              <a:t>Chapter </a:t>
            </a:r>
            <a:r>
              <a:rPr lang="tr-TR" sz="1200" dirty="0"/>
              <a:t>9</a:t>
            </a:r>
            <a:r>
              <a:rPr lang="en-US" sz="1200" dirty="0"/>
              <a:t>: </a:t>
            </a:r>
            <a:r>
              <a:rPr lang="tr-TR" sz="1200" dirty="0"/>
              <a:t>Organizing</a:t>
            </a:r>
            <a:r>
              <a:rPr lang="en-US" sz="1200" dirty="0"/>
              <a:t> Files</a:t>
            </a:r>
            <a:endParaRPr lang="tr-TR" sz="12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45A1B7-8B88-4D90-983D-BAA2E9AAFFD3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848225" y="418454"/>
            <a:ext cx="3980775" cy="5413546"/>
          </a:xfrm>
        </p:spPr>
        <p:txBody>
          <a:bodyPr/>
          <a:lstStyle/>
          <a:p>
            <a:pPr marL="0" indent="0">
              <a:buNone/>
            </a:pPr>
            <a:r>
              <a:rPr lang="tr-TR" sz="3300" dirty="0"/>
              <a:t>Headlines</a:t>
            </a:r>
            <a:endParaRPr lang="en-US" sz="3300" dirty="0"/>
          </a:p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</a:t>
            </a:r>
            <a:r>
              <a:rPr lang="en-US"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shutil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Module</a:t>
            </a:r>
            <a:endParaRPr lang="tr-TR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tr-T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Walking a Directory Tree</a:t>
            </a:r>
          </a:p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Compressing Files with the </a:t>
            </a:r>
            <a:r>
              <a:rPr lang="en-US"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zipfile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Module</a:t>
            </a:r>
            <a:endParaRPr lang="tr-TR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2DF6AE8-6133-4C1E-91DD-755705ACF0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396620" y="1480600"/>
            <a:ext cx="1387657" cy="1436996"/>
            <a:chOff x="9862160" y="831132"/>
            <a:chExt cx="1850209" cy="1915995"/>
          </a:xfrm>
        </p:grpSpPr>
        <p:sp>
          <p:nvSpPr>
            <p:cNvPr id="16" name="Freeform: Shape 15" title="triangles">
              <a:extLst>
                <a:ext uri="{FF2B5EF4-FFF2-40B4-BE49-F238E27FC236}">
                  <a16:creationId xmlns:a16="http://schemas.microsoft.com/office/drawing/2014/main" id="{156942E6-31A5-42F5-A00C-A90D409A08BC}"/>
                </a:ext>
              </a:extLst>
            </p:cNvPr>
            <p:cNvSpPr/>
            <p:nvPr/>
          </p:nvSpPr>
          <p:spPr>
            <a:xfrm rot="19260823">
              <a:off x="9984083" y="1150976"/>
              <a:ext cx="467362" cy="344458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7" name="Freeform: Shape 16" title="triangles">
              <a:extLst>
                <a:ext uri="{FF2B5EF4-FFF2-40B4-BE49-F238E27FC236}">
                  <a16:creationId xmlns:a16="http://schemas.microsoft.com/office/drawing/2014/main" id="{055D27E0-4C92-4640-A2B8-86540741DCE6}"/>
                </a:ext>
              </a:extLst>
            </p:cNvPr>
            <p:cNvSpPr/>
            <p:nvPr/>
          </p:nvSpPr>
          <p:spPr>
            <a:xfrm rot="20377627">
              <a:off x="10445799" y="1461330"/>
              <a:ext cx="316887" cy="23355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8" name="Freeform: Shape 17" title="triangles">
              <a:extLst>
                <a:ext uri="{FF2B5EF4-FFF2-40B4-BE49-F238E27FC236}">
                  <a16:creationId xmlns:a16="http://schemas.microsoft.com/office/drawing/2014/main" id="{E760DC62-191E-4D60-AAAC-37DDF411BF9D}"/>
                </a:ext>
              </a:extLst>
            </p:cNvPr>
            <p:cNvSpPr/>
            <p:nvPr/>
          </p:nvSpPr>
          <p:spPr>
            <a:xfrm rot="19260823">
              <a:off x="10485025" y="1232684"/>
              <a:ext cx="250689" cy="18476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9" name="Freeform: Shape 18" title="triangles">
              <a:extLst>
                <a:ext uri="{FF2B5EF4-FFF2-40B4-BE49-F238E27FC236}">
                  <a16:creationId xmlns:a16="http://schemas.microsoft.com/office/drawing/2014/main" id="{B21F5D55-03CC-4A29-B8D0-2B1C7DE7C79D}"/>
                </a:ext>
              </a:extLst>
            </p:cNvPr>
            <p:cNvSpPr/>
            <p:nvPr/>
          </p:nvSpPr>
          <p:spPr>
            <a:xfrm rot="19810388">
              <a:off x="10832584" y="1393714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0" name="Freeform: Shape 19" title="triangles">
              <a:extLst>
                <a:ext uri="{FF2B5EF4-FFF2-40B4-BE49-F238E27FC236}">
                  <a16:creationId xmlns:a16="http://schemas.microsoft.com/office/drawing/2014/main" id="{6A692EA0-8FB5-4D6A-B1B1-20463392DEDE}"/>
                </a:ext>
              </a:extLst>
            </p:cNvPr>
            <p:cNvSpPr/>
            <p:nvPr/>
          </p:nvSpPr>
          <p:spPr>
            <a:xfrm rot="18277851">
              <a:off x="10920185" y="994164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1" name="Freeform: Shape 20" title="triangles">
              <a:extLst>
                <a:ext uri="{FF2B5EF4-FFF2-40B4-BE49-F238E27FC236}">
                  <a16:creationId xmlns:a16="http://schemas.microsoft.com/office/drawing/2014/main" id="{46FB2BA9-5E08-4A8F-BC47-8EFA61E4E6CE}"/>
                </a:ext>
              </a:extLst>
            </p:cNvPr>
            <p:cNvSpPr/>
            <p:nvPr/>
          </p:nvSpPr>
          <p:spPr>
            <a:xfrm rot="20761418">
              <a:off x="11313110" y="1642801"/>
              <a:ext cx="162256" cy="119587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2" name="Freeform: Shape 21" title="triangles">
              <a:extLst>
                <a:ext uri="{FF2B5EF4-FFF2-40B4-BE49-F238E27FC236}">
                  <a16:creationId xmlns:a16="http://schemas.microsoft.com/office/drawing/2014/main" id="{5B0A2587-D640-4AEE-9456-860CD02427C8}"/>
                </a:ext>
              </a:extLst>
            </p:cNvPr>
            <p:cNvSpPr/>
            <p:nvPr/>
          </p:nvSpPr>
          <p:spPr>
            <a:xfrm rot="17315293">
              <a:off x="11523906" y="859664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3" name="Freeform: Shape 22" title="triangles">
              <a:extLst>
                <a:ext uri="{FF2B5EF4-FFF2-40B4-BE49-F238E27FC236}">
                  <a16:creationId xmlns:a16="http://schemas.microsoft.com/office/drawing/2014/main" id="{373F2649-8DA3-441F-9BDD-77A942FA3DBE}"/>
                </a:ext>
              </a:extLst>
            </p:cNvPr>
            <p:cNvSpPr/>
            <p:nvPr/>
          </p:nvSpPr>
          <p:spPr>
            <a:xfrm rot="20082236">
              <a:off x="11215766" y="1243239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4" name="Freeform: Shape 23" title="triangles">
              <a:extLst>
                <a:ext uri="{FF2B5EF4-FFF2-40B4-BE49-F238E27FC236}">
                  <a16:creationId xmlns:a16="http://schemas.microsoft.com/office/drawing/2014/main" id="{95933F98-3B9B-4270-9281-570AD41C3F19}"/>
                </a:ext>
              </a:extLst>
            </p:cNvPr>
            <p:cNvSpPr/>
            <p:nvPr/>
          </p:nvSpPr>
          <p:spPr>
            <a:xfrm rot="19879732">
              <a:off x="11436537" y="1436545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5" name="Freeform: Shape 24" title="triangles">
              <a:extLst>
                <a:ext uri="{FF2B5EF4-FFF2-40B4-BE49-F238E27FC236}">
                  <a16:creationId xmlns:a16="http://schemas.microsoft.com/office/drawing/2014/main" id="{3DAB5C84-F2AD-47FD-ABEC-6D6626D2B7FF}"/>
                </a:ext>
              </a:extLst>
            </p:cNvPr>
            <p:cNvSpPr/>
            <p:nvPr/>
          </p:nvSpPr>
          <p:spPr>
            <a:xfrm rot="328041">
              <a:off x="9862160" y="1513660"/>
              <a:ext cx="579699" cy="606799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  <a:gd name="connsiteX0" fmla="*/ 487806 w 487806"/>
                <a:gd name="connsiteY0" fmla="*/ 171848 h 510610"/>
                <a:gd name="connsiteX1" fmla="*/ 308036 w 487806"/>
                <a:gd name="connsiteY1" fmla="*/ 510610 h 510610"/>
                <a:gd name="connsiteX2" fmla="*/ 0 w 487806"/>
                <a:gd name="connsiteY2" fmla="*/ 0 h 510610"/>
                <a:gd name="connsiteX3" fmla="*/ 487806 w 487806"/>
                <a:gd name="connsiteY3" fmla="*/ 171848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7806" h="510610">
                  <a:moveTo>
                    <a:pt x="487806" y="171848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487806" y="171848"/>
                  </a:lnTo>
                  <a:close/>
                </a:path>
              </a:pathLst>
            </a:cu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6" name="Freeform: Shape 25" title="triangles">
              <a:extLst>
                <a:ext uri="{FF2B5EF4-FFF2-40B4-BE49-F238E27FC236}">
                  <a16:creationId xmlns:a16="http://schemas.microsoft.com/office/drawing/2014/main" id="{A4E2ACF8-4066-4DB9-B5D5-E8AA3B152710}"/>
                </a:ext>
              </a:extLst>
            </p:cNvPr>
            <p:cNvSpPr/>
            <p:nvPr/>
          </p:nvSpPr>
          <p:spPr>
            <a:xfrm>
              <a:off x="10639428" y="1814668"/>
              <a:ext cx="316887" cy="23355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7" name="Freeform: Shape 26" title="triangles">
              <a:extLst>
                <a:ext uri="{FF2B5EF4-FFF2-40B4-BE49-F238E27FC236}">
                  <a16:creationId xmlns:a16="http://schemas.microsoft.com/office/drawing/2014/main" id="{74FCCA2A-37FF-4031-AF2F-A894DBE6EE0E}"/>
                </a:ext>
              </a:extLst>
            </p:cNvPr>
            <p:cNvSpPr/>
            <p:nvPr/>
          </p:nvSpPr>
          <p:spPr>
            <a:xfrm rot="20761418">
              <a:off x="11280262" y="2096947"/>
              <a:ext cx="162256" cy="119587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8" name="Freeform: Shape 27" title="triangles">
              <a:extLst>
                <a:ext uri="{FF2B5EF4-FFF2-40B4-BE49-F238E27FC236}">
                  <a16:creationId xmlns:a16="http://schemas.microsoft.com/office/drawing/2014/main" id="{5C7D7734-820D-40CE-BBBA-6E6D9452D308}"/>
                </a:ext>
              </a:extLst>
            </p:cNvPr>
            <p:cNvSpPr/>
            <p:nvPr/>
          </p:nvSpPr>
          <p:spPr>
            <a:xfrm rot="1160487">
              <a:off x="10059320" y="2226127"/>
              <a:ext cx="316887" cy="23355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9" name="Freeform: Shape 28" title="triangles">
              <a:extLst>
                <a:ext uri="{FF2B5EF4-FFF2-40B4-BE49-F238E27FC236}">
                  <a16:creationId xmlns:a16="http://schemas.microsoft.com/office/drawing/2014/main" id="{5BCE508A-E107-4075-9976-73D3ED8272C2}"/>
                </a:ext>
              </a:extLst>
            </p:cNvPr>
            <p:cNvSpPr/>
            <p:nvPr/>
          </p:nvSpPr>
          <p:spPr>
            <a:xfrm rot="803026">
              <a:off x="11353765" y="2627540"/>
              <a:ext cx="162256" cy="119587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AF16E1-87DB-4920-A90B-23E1C72DDC7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0CACB91-4406-4EA9-914A-4F58B6AD971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078" y="832967"/>
            <a:ext cx="4498922" cy="3075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754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/>
          <a:p>
            <a:pPr algn="ctr"/>
            <a:r>
              <a:rPr lang="tr-TR" dirty="0"/>
              <a:t>Organizing file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2"/>
            <a:ext cx="7921247" cy="531822"/>
          </a:xfrm>
        </p:spPr>
        <p:txBody>
          <a:bodyPr/>
          <a:lstStyle/>
          <a:p>
            <a:r>
              <a:rPr lang="tr-TR" sz="1400" i="1" dirty="0"/>
              <a:t>Python can be used to automate boring stuff</a:t>
            </a:r>
            <a:endParaRPr lang="en-US" sz="14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1709209"/>
            <a:ext cx="2231684" cy="648000"/>
          </a:xfrm>
        </p:spPr>
        <p:txBody>
          <a:bodyPr/>
          <a:lstStyle/>
          <a:p>
            <a:r>
              <a:rPr lang="tr-TR" b="1" dirty="0">
                <a:latin typeface="+mn-lt"/>
              </a:rPr>
              <a:t>File Copies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71" y="2525906"/>
            <a:ext cx="2794502" cy="1968602"/>
          </a:xfrm>
        </p:spPr>
        <p:txBody>
          <a:bodyPr/>
          <a:lstStyle/>
          <a:p>
            <a:pPr marL="0" indent="0">
              <a:buNone/>
            </a:pPr>
            <a:r>
              <a:rPr lang="tr-TR" sz="1400" dirty="0"/>
              <a:t>Create Copies of Files</a:t>
            </a:r>
            <a:endParaRPr lang="en-US" sz="1400" dirty="0"/>
          </a:p>
          <a:p>
            <a:r>
              <a:rPr lang="tr-TR" sz="1400" dirty="0"/>
              <a:t>All .PDF files on a drive</a:t>
            </a:r>
          </a:p>
          <a:p>
            <a:r>
              <a:rPr lang="tr-TR" sz="1400" dirty="0"/>
              <a:t>doc &amp; docx files in Courses-&gt;Homework</a:t>
            </a:r>
          </a:p>
          <a:p>
            <a:endParaRPr lang="en-US" sz="14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9410" y="1752505"/>
            <a:ext cx="2231684" cy="648000"/>
          </a:xfrm>
        </p:spPr>
        <p:txBody>
          <a:bodyPr/>
          <a:lstStyle/>
          <a:p>
            <a:r>
              <a:rPr lang="tr-TR" dirty="0"/>
              <a:t>Backup with Compression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13647" y="2569266"/>
            <a:ext cx="2794852" cy="1960531"/>
          </a:xfrm>
        </p:spPr>
        <p:txBody>
          <a:bodyPr/>
          <a:lstStyle/>
          <a:p>
            <a:pPr marL="0" indent="0">
              <a:buNone/>
            </a:pPr>
            <a:r>
              <a:rPr lang="tr-TR" sz="1400" dirty="0"/>
              <a:t>Compress folders</a:t>
            </a:r>
          </a:p>
          <a:p>
            <a:r>
              <a:rPr lang="en-US" sz="1400" dirty="0"/>
              <a:t>Compressing several folders</a:t>
            </a:r>
            <a:endParaRPr lang="tr-TR" sz="1400" dirty="0"/>
          </a:p>
          <a:p>
            <a:r>
              <a:rPr lang="en-US" sz="1400" dirty="0"/>
              <a:t>into one ZIP file</a:t>
            </a:r>
            <a:endParaRPr lang="tr-TR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52921" y="1752224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/>
              <a:t>File Name Correction</a:t>
            </a:r>
            <a:endParaRPr lang="en-US" dirty="0">
              <a:latin typeface="+mn-lt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53042" y="2568921"/>
            <a:ext cx="2794502" cy="1898148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tr-TR" sz="1400" dirty="0"/>
              <a:t>Modify files names</a:t>
            </a:r>
            <a:endParaRPr lang="en-US" sz="1400" dirty="0"/>
          </a:p>
          <a:p>
            <a:r>
              <a:rPr lang="en-US" sz="1400" dirty="0"/>
              <a:t>filenames</a:t>
            </a:r>
            <a:r>
              <a:rPr lang="tr-TR" sz="1400" dirty="0"/>
              <a:t>:</a:t>
            </a:r>
          </a:p>
          <a:p>
            <a:pPr lvl="1"/>
            <a:r>
              <a:rPr lang="en-US" sz="1400" dirty="0"/>
              <a:t>Removing the leading zeros</a:t>
            </a:r>
            <a:endParaRPr lang="tr-TR" sz="1400" dirty="0"/>
          </a:p>
          <a:p>
            <a:pPr lvl="1"/>
            <a:r>
              <a:rPr lang="en-US" sz="1400" dirty="0"/>
              <a:t>for every file in a folder</a:t>
            </a:r>
            <a:endParaRPr lang="tr-TR" sz="1400" dirty="0"/>
          </a:p>
        </p:txBody>
      </p:sp>
    </p:spTree>
    <p:extLst>
      <p:ext uri="{BB962C8B-B14F-4D97-AF65-F5344CB8AC3E}">
        <p14:creationId xmlns:p14="http://schemas.microsoft.com/office/powerpoint/2010/main" val="1402304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3105665"/>
          </a:xfrm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en-US" sz="2800" dirty="0"/>
              <a:t>Chapter 9: Organizing Files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3192379"/>
            <a:ext cx="4506965" cy="3047999"/>
          </a:xfrm>
          <a:blipFill>
            <a:blip r:embed="rId5"/>
            <a:tile tx="0" ty="0" sx="100000" sy="100000" flip="none" algn="tl"/>
          </a:blipFill>
        </p:spPr>
        <p:txBody>
          <a:bodyPr/>
          <a:lstStyle/>
          <a:p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</a:t>
            </a:r>
            <a:r>
              <a:rPr lang="en-US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shutil</a:t>
            </a: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Module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Copying Files and Folders</a:t>
            </a:r>
            <a:endParaRPr lang="tr-T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Moving and Renaming Files and Folders</a:t>
            </a:r>
            <a:endParaRPr lang="tr-T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Permanently Deleting Files and Folders</a:t>
            </a:r>
            <a:endParaRPr lang="tr-T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Safe Deletes with the send2trash Module</a:t>
            </a:r>
            <a:endParaRPr lang="tr-T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4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11" name="Picture Placeholder 10" descr="A view of a city with large buildings in the background&#10;&#10;Description automatically generated">
            <a:extLst>
              <a:ext uri="{FF2B5EF4-FFF2-40B4-BE49-F238E27FC236}">
                <a16:creationId xmlns:a16="http://schemas.microsoft.com/office/drawing/2014/main" id="{D248C811-AFAA-4880-AB8E-9C0DE94E4A48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853" r="785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216186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696" y="360816"/>
            <a:ext cx="7208922" cy="432000"/>
          </a:xfrm>
        </p:spPr>
        <p:txBody>
          <a:bodyPr/>
          <a:lstStyle/>
          <a:p>
            <a:pPr algn="ctr"/>
            <a:r>
              <a:rPr lang="tr-TR" dirty="0"/>
              <a:t>The shutil Module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2"/>
            <a:ext cx="7921247" cy="531822"/>
          </a:xfrm>
        </p:spPr>
        <p:txBody>
          <a:bodyPr/>
          <a:lstStyle/>
          <a:p>
            <a:r>
              <a:rPr lang="tr-TR" sz="1400" dirty="0"/>
              <a:t>shell utilities for file and folder operations</a:t>
            </a:r>
            <a:endParaRPr lang="en-US" sz="14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9626" y="1934061"/>
            <a:ext cx="2231684" cy="648000"/>
          </a:xfrm>
        </p:spPr>
        <p:txBody>
          <a:bodyPr/>
          <a:lstStyle/>
          <a:p>
            <a:r>
              <a:rPr lang="tr-TR" b="1" dirty="0">
                <a:latin typeface="+mn-lt"/>
              </a:rPr>
              <a:t>Copy and Move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46" y="2750758"/>
            <a:ext cx="2928305" cy="2225976"/>
          </a:xfrm>
        </p:spPr>
        <p:txBody>
          <a:bodyPr/>
          <a:lstStyle/>
          <a:p>
            <a:pPr marL="0" indent="0">
              <a:buNone/>
            </a:pPr>
            <a:r>
              <a:rPr lang="tr-TR" sz="1400" dirty="0"/>
              <a:t>Create copies of</a:t>
            </a:r>
          </a:p>
          <a:p>
            <a:r>
              <a:rPr lang="tr-TR" sz="1400" dirty="0"/>
              <a:t>Files</a:t>
            </a:r>
          </a:p>
          <a:p>
            <a:r>
              <a:rPr lang="tr-TR" sz="1400" dirty="0"/>
              <a:t>Folders</a:t>
            </a:r>
          </a:p>
          <a:p>
            <a:pPr marL="0" indent="0">
              <a:buNone/>
            </a:pPr>
            <a:r>
              <a:rPr lang="tr-TR" sz="1400" dirty="0"/>
              <a:t>Move</a:t>
            </a:r>
          </a:p>
          <a:p>
            <a:r>
              <a:rPr lang="tr-TR" sz="1400" dirty="0"/>
              <a:t>Files</a:t>
            </a:r>
          </a:p>
          <a:p>
            <a:r>
              <a:rPr lang="tr-TR" sz="1400" dirty="0"/>
              <a:t>Folders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090077" y="1962367"/>
            <a:ext cx="2231684" cy="648000"/>
          </a:xfrm>
        </p:spPr>
        <p:txBody>
          <a:bodyPr/>
          <a:lstStyle/>
          <a:p>
            <a:r>
              <a:rPr lang="tr-TR" b="1" dirty="0"/>
              <a:t>Delete</a:t>
            </a:r>
            <a:endParaRPr lang="en-US" b="1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40839" y="2809108"/>
            <a:ext cx="2803161" cy="1960531"/>
          </a:xfrm>
        </p:spPr>
        <p:txBody>
          <a:bodyPr/>
          <a:lstStyle/>
          <a:p>
            <a:pPr marL="0" indent="0">
              <a:buNone/>
            </a:pPr>
            <a:r>
              <a:rPr lang="tr-TR" sz="1400" dirty="0">
                <a:latin typeface="NewBaskerville-Roman"/>
              </a:rPr>
              <a:t>Delete</a:t>
            </a:r>
          </a:p>
          <a:p>
            <a:r>
              <a:rPr lang="tr-TR" sz="1400" dirty="0"/>
              <a:t>Files</a:t>
            </a:r>
          </a:p>
          <a:p>
            <a:r>
              <a:rPr lang="tr-TR" sz="1400" dirty="0">
                <a:latin typeface="NewBaskerville-Roman"/>
              </a:rPr>
              <a:t>Folders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068697" y="1977076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b="1" dirty="0"/>
              <a:t>Rename</a:t>
            </a:r>
            <a:endParaRPr lang="en-US" b="1" dirty="0">
              <a:latin typeface="+mn-lt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2948896" y="2838743"/>
            <a:ext cx="3421923" cy="2003079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tr-TR" sz="1400" dirty="0"/>
              <a:t>Rename</a:t>
            </a:r>
            <a:r>
              <a:rPr lang="en-US" sz="1400" dirty="0"/>
              <a:t> </a:t>
            </a:r>
            <a:endParaRPr lang="tr-TR" sz="1400" dirty="0"/>
          </a:p>
          <a:p>
            <a:r>
              <a:rPr lang="tr-TR" sz="1400" dirty="0"/>
              <a:t>Files</a:t>
            </a:r>
          </a:p>
          <a:p>
            <a:r>
              <a:rPr lang="tr-TR" sz="1400" dirty="0">
                <a:latin typeface="NewBaskerville-Roman"/>
              </a:rPr>
              <a:t>Folders</a:t>
            </a:r>
          </a:p>
        </p:txBody>
      </p:sp>
    </p:spTree>
    <p:extLst>
      <p:ext uri="{BB962C8B-B14F-4D97-AF65-F5344CB8AC3E}">
        <p14:creationId xmlns:p14="http://schemas.microsoft.com/office/powerpoint/2010/main" val="1837277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957" y="432000"/>
            <a:ext cx="8332043" cy="432000"/>
          </a:xfrm>
        </p:spPr>
        <p:txBody>
          <a:bodyPr/>
          <a:lstStyle/>
          <a:p>
            <a:pPr algn="ctr"/>
            <a:r>
              <a:rPr lang="en-US" dirty="0"/>
              <a:t>Copying Files and Folders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56736" y="1123413"/>
            <a:ext cx="3573592" cy="419015"/>
          </a:xfrm>
        </p:spPr>
        <p:txBody>
          <a:bodyPr/>
          <a:lstStyle/>
          <a:p>
            <a:r>
              <a:rPr lang="tr-TR" sz="1400" dirty="0">
                <a:latin typeface="NewBaskerville-Roman"/>
              </a:rPr>
              <a:t>(\) (/): Separators </a:t>
            </a:r>
            <a:r>
              <a:rPr lang="en-US" sz="1400" dirty="0">
                <a:latin typeface="NewBaskerville-Roman"/>
              </a:rPr>
              <a:t>between folder names</a:t>
            </a:r>
            <a:endParaRPr lang="tr-TR" sz="1400" dirty="0"/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58922" y="3926335"/>
            <a:ext cx="1620440" cy="287856"/>
          </a:xfrm>
        </p:spPr>
        <p:txBody>
          <a:bodyPr/>
          <a:lstStyle/>
          <a:p>
            <a:r>
              <a:rPr lang="en-US" dirty="0" err="1">
                <a:latin typeface="NewBaskerville-Roman"/>
              </a:rPr>
              <a:t>shutil.copy</a:t>
            </a:r>
            <a:r>
              <a:rPr lang="tr-TR" dirty="0">
                <a:latin typeface="NewBaskerville-Roman"/>
              </a:rPr>
              <a:t>()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2712" y="4305690"/>
            <a:ext cx="1661833" cy="1121304"/>
          </a:xfrm>
        </p:spPr>
        <p:txBody>
          <a:bodyPr/>
          <a:lstStyle/>
          <a:p>
            <a:pPr algn="l"/>
            <a:r>
              <a:rPr lang="tr-TR" sz="1400" b="1" dirty="0"/>
              <a:t>Copy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>
                <a:latin typeface="NewBaskerville-Roman"/>
              </a:rPr>
              <a:t>files</a:t>
            </a:r>
            <a:endParaRPr lang="tr-TR" sz="1400" dirty="0">
              <a:latin typeface="NewBaskerville-Roman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>
                <a:latin typeface="NewBaskerville-Roman"/>
              </a:rPr>
              <a:t>entire folders</a:t>
            </a:r>
            <a:endParaRPr lang="tr-TR" sz="1400" dirty="0">
              <a:latin typeface="NewBaskerville-Roman"/>
            </a:endParaRPr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690193" y="3926335"/>
            <a:ext cx="1878150" cy="287856"/>
          </a:xfrm>
        </p:spPr>
        <p:txBody>
          <a:bodyPr/>
          <a:lstStyle/>
          <a:p>
            <a:r>
              <a:rPr lang="en-US" dirty="0">
                <a:latin typeface="NewBaskerville-Roman"/>
              </a:rPr>
              <a:t>copy(source, destination)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90995" y="4305690"/>
            <a:ext cx="2207726" cy="2187451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tr-TR" sz="1400" b="1" dirty="0"/>
              <a:t>source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sz="1400" dirty="0"/>
              <a:t>location of source file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sz="1400" dirty="0"/>
              <a:t>is a path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sz="1400" dirty="0"/>
              <a:t>type: string</a:t>
            </a:r>
          </a:p>
          <a:p>
            <a:pPr algn="l"/>
            <a:r>
              <a:rPr lang="tr-TR" sz="1400" b="1" dirty="0"/>
              <a:t>destination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sz="1400" dirty="0"/>
              <a:t>location to make a copy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sz="1400" dirty="0"/>
              <a:t>is a path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sz="1400" dirty="0"/>
              <a:t>type: string</a:t>
            </a:r>
            <a:endParaRPr lang="en-US" sz="1400" dirty="0"/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24767" y="3856790"/>
            <a:ext cx="1660311" cy="287856"/>
          </a:xfrm>
        </p:spPr>
        <p:txBody>
          <a:bodyPr/>
          <a:lstStyle/>
          <a:p>
            <a:pPr algn="l"/>
            <a:r>
              <a:rPr lang="tr-TR" dirty="0"/>
              <a:t>return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24767" y="4287858"/>
            <a:ext cx="2038663" cy="1436264"/>
          </a:xfrm>
        </p:spPr>
        <p:txBody>
          <a:bodyPr/>
          <a:lstStyle/>
          <a:p>
            <a:pPr algn="l"/>
            <a:r>
              <a:rPr lang="tr-TR" sz="1400" b="1" dirty="0"/>
              <a:t>returns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/>
              <a:t>the path of the copied file</a:t>
            </a:r>
            <a:endParaRPr lang="tr-TR" sz="14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sz="1400" dirty="0"/>
              <a:t>Type: </a:t>
            </a:r>
            <a:r>
              <a:rPr lang="en-US" sz="1400" dirty="0"/>
              <a:t>string </a:t>
            </a:r>
            <a:endParaRPr lang="tr-TR" sz="1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505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0743682-8D73-49BE-8271-9EDCB090AAC4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230" y="172170"/>
            <a:ext cx="8505000" cy="432000"/>
          </a:xfrm>
        </p:spPr>
        <p:txBody>
          <a:bodyPr/>
          <a:lstStyle/>
          <a:p>
            <a:pPr algn="ctr"/>
            <a:r>
              <a:rPr lang="tr-TR" dirty="0">
                <a:highlight>
                  <a:srgbClr val="FFFF00"/>
                </a:highlight>
              </a:rPr>
              <a:t>shutil.copy()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4930" y="654327"/>
            <a:ext cx="8904158" cy="2403667"/>
          </a:xfrm>
          <a:solidFill>
            <a:schemeClr val="accent4">
              <a:lumMod val="40000"/>
              <a:lumOff val="60000"/>
              <a:alpha val="80000"/>
            </a:schemeClr>
          </a:solidFill>
        </p:spPr>
        <p:txBody>
          <a:bodyPr/>
          <a:lstStyle/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waffles = 'C:\\delicious\\walnut\\waffles\\'</a:t>
            </a: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os.chdir(waffles)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os.getcwd()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'C:\\delicious\\walnut\\waffles’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shutil.copy('Hello.txt', 'HelloBeSafe.txt')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'HelloBeSafe.txt’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os.listdir()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['bacon.txt', '</a:t>
            </a:r>
            <a:r>
              <a:rPr lang="tr-TR" sz="1400" dirty="0">
                <a:solidFill>
                  <a:srgbClr val="FF0000"/>
                </a:solidFill>
              </a:rPr>
              <a:t>Hello.txt</a:t>
            </a:r>
            <a:r>
              <a:rPr lang="tr-TR" sz="1400" dirty="0"/>
              <a:t>', '</a:t>
            </a:r>
            <a:r>
              <a:rPr lang="tr-TR" sz="1400" b="1" dirty="0">
                <a:solidFill>
                  <a:srgbClr val="FF0000"/>
                </a:solidFill>
              </a:rPr>
              <a:t>HelloBeSafe.txt</a:t>
            </a:r>
            <a:r>
              <a:rPr lang="tr-TR" sz="1400" dirty="0"/>
              <a:t>', 'HelloWellcome.txt', 'myCats.py', 'mydata.bak', 'mydata.dat', 'mydata.dir', 'sonnet29.txt', '__pycache__']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9921" y="3117954"/>
            <a:ext cx="8889168" cy="3590144"/>
          </a:xfrm>
          <a:solidFill>
            <a:schemeClr val="accent4">
              <a:lumMod val="40000"/>
              <a:lumOff val="60000"/>
              <a:alpha val="80000"/>
            </a:schemeClr>
          </a:solidFill>
        </p:spPr>
        <p:txBody>
          <a:bodyPr/>
          <a:lstStyle/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</a:t>
            </a:r>
            <a:r>
              <a:rPr lang="en-US" sz="1400" dirty="0" err="1"/>
              <a:t>os.chdir</a:t>
            </a:r>
            <a:r>
              <a:rPr lang="en-US" sz="1400" dirty="0"/>
              <a:t>('c:\\')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</a:t>
            </a:r>
            <a:r>
              <a:rPr lang="en-US" sz="1400" dirty="0" err="1"/>
              <a:t>os.getcwd</a:t>
            </a:r>
            <a:r>
              <a:rPr lang="en-US" sz="1400" dirty="0"/>
              <a:t>()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'c:\\’</a:t>
            </a: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delicious = 'C:\\delicious\\'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</a:t>
            </a:r>
            <a:r>
              <a:rPr lang="en-US" sz="1400" dirty="0" err="1"/>
              <a:t>shutil.copy</a:t>
            </a:r>
            <a:r>
              <a:rPr lang="en-US" sz="1400" dirty="0"/>
              <a:t>(waffles + 'hello.txt', delicious)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'C:\\delicious\\hello.txt’</a:t>
            </a: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</a:t>
            </a:r>
            <a:r>
              <a:rPr lang="en-US" sz="1400" dirty="0" err="1"/>
              <a:t>os.listdir</a:t>
            </a:r>
            <a:r>
              <a:rPr lang="en-US" sz="1400" dirty="0"/>
              <a:t>(delicious)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['hello.txt', 'walnut’]</a:t>
            </a: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</a:t>
            </a:r>
            <a:r>
              <a:rPr lang="en-US" sz="1400" dirty="0" err="1"/>
              <a:t>shutil.copy</a:t>
            </a:r>
            <a:r>
              <a:rPr lang="en-US" sz="1400" dirty="0"/>
              <a:t>(waffles + 'HelloWellcome.txt', delicious + 'HelloBeSafe.txt ')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'C:\\delicious\\HelloBeSafe.txt ‘</a:t>
            </a: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</a:t>
            </a:r>
            <a:r>
              <a:rPr lang="en-US" sz="1400" dirty="0" err="1"/>
              <a:t>os.listdir</a:t>
            </a:r>
            <a:r>
              <a:rPr lang="en-US" sz="1400" dirty="0"/>
              <a:t>(delicious)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['hello.txt', 'HelloBeSafe.txt', 'walnut']</a:t>
            </a:r>
          </a:p>
        </p:txBody>
      </p:sp>
    </p:spTree>
    <p:extLst>
      <p:ext uri="{BB962C8B-B14F-4D97-AF65-F5344CB8AC3E}">
        <p14:creationId xmlns:p14="http://schemas.microsoft.com/office/powerpoint/2010/main" val="18118399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078" y="432000"/>
            <a:ext cx="8351921" cy="432000"/>
          </a:xfrm>
        </p:spPr>
        <p:txBody>
          <a:bodyPr/>
          <a:lstStyle/>
          <a:p>
            <a:pPr algn="ctr"/>
            <a:r>
              <a:rPr lang="en-US" dirty="0"/>
              <a:t>Copying Files and Folders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78904" y="1192030"/>
            <a:ext cx="3573592" cy="419015"/>
          </a:xfrm>
        </p:spPr>
        <p:txBody>
          <a:bodyPr/>
          <a:lstStyle/>
          <a:p>
            <a:r>
              <a:rPr lang="tr-TR" sz="1400" dirty="0"/>
              <a:t>copy entire folder tree</a:t>
            </a:r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593929" y="3820743"/>
            <a:ext cx="1620440" cy="307735"/>
          </a:xfrm>
        </p:spPr>
        <p:txBody>
          <a:bodyPr/>
          <a:lstStyle/>
          <a:p>
            <a:r>
              <a:rPr lang="tr-TR" sz="1400" dirty="0"/>
              <a:t>shutil.copytree()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8820" y="4305135"/>
            <a:ext cx="1661833" cy="1121304"/>
          </a:xfrm>
        </p:spPr>
        <p:txBody>
          <a:bodyPr/>
          <a:lstStyle/>
          <a:p>
            <a:pPr algn="l"/>
            <a:r>
              <a:rPr lang="tr-TR" sz="1400" b="1" dirty="0"/>
              <a:t>Copy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>
                <a:latin typeface="NewBaskerville-Roman"/>
              </a:rPr>
              <a:t>every folder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sz="1400" dirty="0">
                <a:latin typeface="NewBaskerville-Roman"/>
              </a:rPr>
              <a:t>every </a:t>
            </a:r>
            <a:r>
              <a:rPr lang="en-US" sz="1400" dirty="0">
                <a:latin typeface="NewBaskerville-Roman"/>
              </a:rPr>
              <a:t>file in the folder</a:t>
            </a:r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792017" y="3820744"/>
            <a:ext cx="2340425" cy="307735"/>
          </a:xfrm>
        </p:spPr>
        <p:txBody>
          <a:bodyPr/>
          <a:lstStyle/>
          <a:p>
            <a:r>
              <a:rPr lang="en-US" sz="1400" dirty="0" err="1">
                <a:latin typeface="NewBaskerville-Roman"/>
              </a:rPr>
              <a:t>copytree</a:t>
            </a:r>
            <a:r>
              <a:rPr lang="en-US" sz="1400" dirty="0">
                <a:latin typeface="NewBaskerville-Roman"/>
              </a:rPr>
              <a:t>(source, destination))</a:t>
            </a:r>
            <a:endParaRPr lang="en-US" sz="1400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2496" y="4241113"/>
            <a:ext cx="1980778" cy="2484317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tr-TR" sz="1400" b="1" dirty="0"/>
              <a:t>source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sz="1400" dirty="0"/>
              <a:t>location of source directory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sz="1400" dirty="0"/>
              <a:t>is a path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sz="1400" dirty="0"/>
              <a:t>type string</a:t>
            </a:r>
          </a:p>
          <a:p>
            <a:pPr algn="l"/>
            <a:r>
              <a:rPr lang="tr-TR" sz="1400" b="1" dirty="0"/>
              <a:t>destination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sz="1400" dirty="0"/>
              <a:t>destination folder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sz="1400" dirty="0"/>
              <a:t>is a path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sz="1400" dirty="0"/>
              <a:t>type string</a:t>
            </a:r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739852" y="3820744"/>
            <a:ext cx="1660311" cy="307735"/>
          </a:xfrm>
        </p:spPr>
        <p:txBody>
          <a:bodyPr/>
          <a:lstStyle/>
          <a:p>
            <a:pPr algn="l"/>
            <a:r>
              <a:rPr lang="tr-TR" sz="1400" dirty="0"/>
              <a:t>return</a:t>
            </a:r>
            <a:endParaRPr lang="en-US" sz="140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39852" y="4346769"/>
            <a:ext cx="2038663" cy="1436264"/>
          </a:xfrm>
        </p:spPr>
        <p:txBody>
          <a:bodyPr/>
          <a:lstStyle/>
          <a:p>
            <a:pPr algn="l"/>
            <a:r>
              <a:rPr lang="tr-TR" sz="1400" b="1" dirty="0"/>
              <a:t>a string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/>
              <a:t>the path </a:t>
            </a:r>
            <a:endParaRPr lang="tr-TR" sz="14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/>
              <a:t>of the copied folder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7398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0743682-8D73-49BE-8271-9EDCB090AAC4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221" y="576904"/>
            <a:ext cx="8505000" cy="432000"/>
          </a:xfrm>
        </p:spPr>
        <p:txBody>
          <a:bodyPr/>
          <a:lstStyle/>
          <a:p>
            <a:pPr algn="ctr"/>
            <a:r>
              <a:rPr lang="en-US" dirty="0" err="1">
                <a:highlight>
                  <a:srgbClr val="FFFF00"/>
                </a:highlight>
              </a:rPr>
              <a:t>shutil.copytree</a:t>
            </a:r>
            <a:r>
              <a:rPr lang="tr-TR" dirty="0">
                <a:highlight>
                  <a:srgbClr val="FFFF00"/>
                </a:highlight>
              </a:rPr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4852" y="1253932"/>
            <a:ext cx="8739266" cy="1219445"/>
          </a:xfrm>
          <a:solidFill>
            <a:schemeClr val="accent4">
              <a:lumMod val="40000"/>
              <a:lumOff val="60000"/>
              <a:alpha val="80000"/>
            </a:schemeClr>
          </a:solidFill>
        </p:spPr>
        <p:txBody>
          <a:bodyPr/>
          <a:lstStyle/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import </a:t>
            </a:r>
            <a:r>
              <a:rPr lang="en-US" sz="1400" dirty="0" err="1"/>
              <a:t>shutil</a:t>
            </a:r>
            <a:r>
              <a:rPr lang="en-US" sz="1400" dirty="0"/>
              <a:t>, </a:t>
            </a:r>
            <a:r>
              <a:rPr lang="en-US" sz="1400" dirty="0" err="1"/>
              <a:t>os</a:t>
            </a:r>
            <a:endParaRPr lang="en-US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</a:t>
            </a:r>
            <a:r>
              <a:rPr lang="en-US" sz="1400" dirty="0" err="1"/>
              <a:t>os.chdir</a:t>
            </a:r>
            <a:r>
              <a:rPr lang="en-US" sz="1400" dirty="0"/>
              <a:t>('C:\\’)</a:t>
            </a: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</a:t>
            </a:r>
            <a:r>
              <a:rPr lang="en-US" sz="1400" dirty="0" err="1"/>
              <a:t>shutil.copytree</a:t>
            </a:r>
            <a:r>
              <a:rPr lang="en-US" sz="1400" dirty="0"/>
              <a:t>('C:\\delicious', 'C:\\</a:t>
            </a:r>
            <a:r>
              <a:rPr lang="en-US" sz="1400" dirty="0" err="1"/>
              <a:t>delicious_backup</a:t>
            </a:r>
            <a:r>
              <a:rPr lang="en-US" sz="1400" dirty="0"/>
              <a:t>')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'C:\\</a:t>
            </a:r>
            <a:r>
              <a:rPr lang="en-US" sz="1400" dirty="0" err="1"/>
              <a:t>delicious_backup</a:t>
            </a:r>
            <a:r>
              <a:rPr lang="en-US" sz="1400" dirty="0"/>
              <a:t>'</a:t>
            </a:r>
            <a:endParaRPr lang="tr-TR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9</a:t>
            </a:fld>
            <a:endParaRPr lang="en-US" noProof="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2B2051E-6DCC-464E-AD89-B233BAFA982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5"/>
          <a:stretch>
            <a:fillRect/>
          </a:stretch>
        </p:blipFill>
        <p:spPr>
          <a:xfrm>
            <a:off x="223655" y="2870200"/>
            <a:ext cx="8696325" cy="352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2648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9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895" y="432000"/>
            <a:ext cx="3863105" cy="432000"/>
          </a:xfrm>
        </p:spPr>
        <p:txBody>
          <a:bodyPr/>
          <a:lstStyle/>
          <a:p>
            <a:r>
              <a:rPr lang="tr-TR" dirty="0"/>
              <a:t>shutil.copytree()</a:t>
            </a:r>
            <a:endParaRPr lang="en-US" dirty="0"/>
          </a:p>
        </p:txBody>
      </p:sp>
      <p:pic>
        <p:nvPicPr>
          <p:cNvPr id="71" name="Picture Placeholder 70" descr="link">
            <a:extLst>
              <a:ext uri="{FF2B5EF4-FFF2-40B4-BE49-F238E27FC236}">
                <a16:creationId xmlns:a16="http://schemas.microsoft.com/office/drawing/2014/main" id="{E5542F6D-CB05-1E49-9D10-41D51547FB68}"/>
              </a:ext>
            </a:extLst>
          </p:cNvPr>
          <p:cNvPicPr>
            <a:picLocks noGrp="1" noChangeAspect="1"/>
          </p:cNvPicPr>
          <p:nvPr>
            <p:ph type="pic" sz="quarter" idx="32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44529" y="1360482"/>
            <a:ext cx="1663327" cy="338629"/>
          </a:xfrm>
        </p:spPr>
        <p:txBody>
          <a:bodyPr/>
          <a:lstStyle/>
          <a:p>
            <a:r>
              <a:rPr lang="tr-TR" sz="1400" dirty="0"/>
              <a:t>copy everything</a:t>
            </a:r>
          </a:p>
        </p:txBody>
      </p:sp>
      <p:sp>
        <p:nvSpPr>
          <p:cNvPr id="78" name="Text Placeholder 12">
            <a:extLst>
              <a:ext uri="{FF2B5EF4-FFF2-40B4-BE49-F238E27FC236}">
                <a16:creationId xmlns:a16="http://schemas.microsoft.com/office/drawing/2014/main" id="{B9366D2C-DAC9-484E-BC91-EFDB13FDA0E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44529" y="1768839"/>
            <a:ext cx="2601748" cy="899108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copy every folder</a:t>
            </a:r>
            <a:endParaRPr lang="tr-TR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400" dirty="0"/>
              <a:t>all subfolders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400" dirty="0"/>
              <a:t>every file </a:t>
            </a:r>
            <a:r>
              <a:rPr lang="en-US" sz="1400" dirty="0"/>
              <a:t>file </a:t>
            </a:r>
            <a:r>
              <a:rPr lang="tr-TR" sz="1400" dirty="0"/>
              <a:t>in the folders</a:t>
            </a:r>
            <a:endParaRPr lang="en-US" sz="1400" dirty="0"/>
          </a:p>
        </p:txBody>
      </p:sp>
      <p:pic>
        <p:nvPicPr>
          <p:cNvPr id="73" name="Picture Placeholder 72" descr="send">
            <a:extLst>
              <a:ext uri="{FF2B5EF4-FFF2-40B4-BE49-F238E27FC236}">
                <a16:creationId xmlns:a16="http://schemas.microsoft.com/office/drawing/2014/main" id="{434488A9-1494-5A4A-9B81-A4830C2F8568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15" b="115"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576212" y="2933764"/>
            <a:ext cx="1663327" cy="334243"/>
          </a:xfrm>
        </p:spPr>
        <p:txBody>
          <a:bodyPr/>
          <a:lstStyle/>
          <a:p>
            <a:r>
              <a:rPr lang="tr-TR" sz="1400" dirty="0"/>
              <a:t>get a full copy</a:t>
            </a:r>
          </a:p>
        </p:txBody>
      </p:sp>
      <p:sp>
        <p:nvSpPr>
          <p:cNvPr id="76" name="Text Placeholder 3">
            <a:extLst>
              <a:ext uri="{FF2B5EF4-FFF2-40B4-BE49-F238E27FC236}">
                <a16:creationId xmlns:a16="http://schemas.microsoft.com/office/drawing/2014/main" id="{4BB1D872-AE86-6841-98FC-E66E618311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76213" y="3333744"/>
            <a:ext cx="2370064" cy="1299216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creates a new folder</a:t>
            </a:r>
            <a:endParaRPr lang="tr-TR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with</a:t>
            </a:r>
            <a:r>
              <a:rPr lang="tr-TR" sz="1400" dirty="0"/>
              <a:t> </a:t>
            </a:r>
            <a:r>
              <a:rPr lang="en-US" sz="1400" dirty="0"/>
              <a:t>the same content </a:t>
            </a:r>
            <a:endParaRPr lang="tr-TR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400" dirty="0"/>
              <a:t>of</a:t>
            </a:r>
            <a:r>
              <a:rPr lang="en-US" sz="1400" dirty="0"/>
              <a:t> the original folder</a:t>
            </a:r>
          </a:p>
        </p:txBody>
      </p:sp>
      <p:pic>
        <p:nvPicPr>
          <p:cNvPr id="75" name="Picture Placeholder 74" descr="network">
            <a:extLst>
              <a:ext uri="{FF2B5EF4-FFF2-40B4-BE49-F238E27FC236}">
                <a16:creationId xmlns:a16="http://schemas.microsoft.com/office/drawing/2014/main" id="{2259C1B6-6592-CA47-8223-67E45CA2A8CB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02337" y="4751419"/>
            <a:ext cx="1057040" cy="334243"/>
          </a:xfrm>
        </p:spPr>
        <p:txBody>
          <a:bodyPr/>
          <a:lstStyle/>
          <a:p>
            <a:r>
              <a:rPr lang="tr-TR" sz="1400" dirty="0"/>
              <a:t>Backup</a:t>
            </a:r>
            <a:endParaRPr lang="en-US" sz="1400" dirty="0"/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428D8FC0-4DC8-7F4A-AA1F-F12F19656F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2337" y="5189268"/>
            <a:ext cx="2251799" cy="1089612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now safely backed up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400" dirty="0"/>
              <a:t>the folder and its content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18" name="Picture Placeholder 17" descr="A view of a city with large buildings in the background&#10;&#10;Description automatically generated">
            <a:extLst>
              <a:ext uri="{FF2B5EF4-FFF2-40B4-BE49-F238E27FC236}">
                <a16:creationId xmlns:a16="http://schemas.microsoft.com/office/drawing/2014/main" id="{4B64E623-BA2F-4A59-999F-A05D2CECEEDC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615" r="361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3678320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870" y="432000"/>
            <a:ext cx="8481129" cy="432000"/>
          </a:xfrm>
        </p:spPr>
        <p:txBody>
          <a:bodyPr/>
          <a:lstStyle/>
          <a:p>
            <a:pPr algn="ctr"/>
            <a:r>
              <a:rPr lang="en-US" dirty="0"/>
              <a:t>Moving and Renaming Files and Folders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70278" y="1042671"/>
            <a:ext cx="4811843" cy="419015"/>
          </a:xfrm>
        </p:spPr>
        <p:txBody>
          <a:bodyPr/>
          <a:lstStyle/>
          <a:p>
            <a:r>
              <a:rPr lang="tr-TR" sz="1400" dirty="0"/>
              <a:t>shutil.move(source, destination)</a:t>
            </a:r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531310" y="3809853"/>
            <a:ext cx="1620440" cy="378800"/>
          </a:xfrm>
        </p:spPr>
        <p:txBody>
          <a:bodyPr/>
          <a:lstStyle/>
          <a:p>
            <a:pPr algn="l"/>
            <a:r>
              <a:rPr lang="tr-TR" sz="1400" dirty="0"/>
              <a:t>shutil.move()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53590" y="4305135"/>
            <a:ext cx="1907063" cy="1121304"/>
          </a:xfrm>
        </p:spPr>
        <p:txBody>
          <a:bodyPr/>
          <a:lstStyle/>
          <a:p>
            <a:pPr algn="l"/>
            <a:r>
              <a:rPr lang="tr-TR" sz="1400" b="1" dirty="0"/>
              <a:t>Move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>
                <a:latin typeface="NewBaskerville-Roman"/>
              </a:rPr>
              <a:t>move the file or folder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>
                <a:latin typeface="NewBaskerville-Roman"/>
              </a:rPr>
              <a:t>to the destination</a:t>
            </a:r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18875" y="3842769"/>
            <a:ext cx="2473377" cy="378800"/>
          </a:xfrm>
        </p:spPr>
        <p:txBody>
          <a:bodyPr/>
          <a:lstStyle/>
          <a:p>
            <a:r>
              <a:rPr lang="en-US" sz="1400" dirty="0" err="1">
                <a:latin typeface="NewBaskerville-Roman"/>
              </a:rPr>
              <a:t>shutil.move</a:t>
            </a:r>
            <a:r>
              <a:rPr lang="en-US" sz="1400" dirty="0">
                <a:latin typeface="NewBaskerville-Roman"/>
              </a:rPr>
              <a:t>(source, destination)</a:t>
            </a:r>
            <a:endParaRPr lang="en-US" sz="1400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02571" y="4302178"/>
            <a:ext cx="1980778" cy="1770631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tr-TR" sz="1400" b="1" dirty="0"/>
              <a:t>source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sz="1400" dirty="0"/>
              <a:t>location of source path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sz="1400" dirty="0"/>
              <a:t>file or folder</a:t>
            </a:r>
          </a:p>
          <a:p>
            <a:pPr algn="l"/>
            <a:r>
              <a:rPr lang="tr-TR" sz="1400" b="1" dirty="0"/>
              <a:t>destination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sz="1400" dirty="0"/>
              <a:t>destination path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sz="1400" dirty="0"/>
              <a:t>file or folder</a:t>
            </a:r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52560" y="3842769"/>
            <a:ext cx="847746" cy="272031"/>
          </a:xfrm>
        </p:spPr>
        <p:txBody>
          <a:bodyPr/>
          <a:lstStyle/>
          <a:p>
            <a:pPr algn="l"/>
            <a:r>
              <a:rPr lang="tr-TR" sz="1400" dirty="0"/>
              <a:t>return</a:t>
            </a:r>
            <a:endParaRPr lang="en-US" sz="140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10662" y="4334949"/>
            <a:ext cx="2038663" cy="1436264"/>
          </a:xfrm>
        </p:spPr>
        <p:txBody>
          <a:bodyPr/>
          <a:lstStyle/>
          <a:p>
            <a:pPr algn="l"/>
            <a:r>
              <a:rPr lang="tr-TR" sz="1400" b="1" dirty="0"/>
              <a:t>a string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/>
              <a:t>absolute path of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/>
              <a:t>the new location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1718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895" y="432000"/>
            <a:ext cx="3863105" cy="432000"/>
          </a:xfrm>
        </p:spPr>
        <p:txBody>
          <a:bodyPr/>
          <a:lstStyle/>
          <a:p>
            <a:r>
              <a:rPr lang="tr-TR" dirty="0"/>
              <a:t>Move file to a Directory</a:t>
            </a:r>
            <a:endParaRPr lang="en-US" dirty="0"/>
          </a:p>
        </p:txBody>
      </p:sp>
      <p:pic>
        <p:nvPicPr>
          <p:cNvPr id="71" name="Picture Placeholder 70" descr="link">
            <a:extLst>
              <a:ext uri="{FF2B5EF4-FFF2-40B4-BE49-F238E27FC236}">
                <a16:creationId xmlns:a16="http://schemas.microsoft.com/office/drawing/2014/main" id="{E5542F6D-CB05-1E49-9D10-41D51547FB68}"/>
              </a:ext>
            </a:extLst>
          </p:cNvPr>
          <p:cNvPicPr>
            <a:picLocks noGrp="1" noChangeAspect="1"/>
          </p:cNvPicPr>
          <p:nvPr>
            <p:ph type="pic" sz="quarter" idx="32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44529" y="891051"/>
            <a:ext cx="2397232" cy="551664"/>
          </a:xfrm>
        </p:spPr>
        <p:txBody>
          <a:bodyPr/>
          <a:lstStyle/>
          <a:p>
            <a:r>
              <a:rPr lang="tr-TR" sz="1400" dirty="0"/>
              <a:t>Source: file</a:t>
            </a:r>
          </a:p>
          <a:p>
            <a:r>
              <a:rPr lang="tr-TR" sz="1400" dirty="0" err="1"/>
              <a:t>Destination</a:t>
            </a:r>
            <a:r>
              <a:rPr lang="tr-TR" sz="1400" dirty="0"/>
              <a:t>: a </a:t>
            </a:r>
            <a:r>
              <a:rPr lang="tr-TR" sz="1400" dirty="0" err="1"/>
              <a:t>folder</a:t>
            </a:r>
            <a:endParaRPr lang="tr-TR" sz="1400" dirty="0"/>
          </a:p>
        </p:txBody>
      </p:sp>
      <p:sp>
        <p:nvSpPr>
          <p:cNvPr id="78" name="Text Placeholder 12">
            <a:extLst>
              <a:ext uri="{FF2B5EF4-FFF2-40B4-BE49-F238E27FC236}">
                <a16:creationId xmlns:a16="http://schemas.microsoft.com/office/drawing/2014/main" id="{B9366D2C-DAC9-484E-BC91-EFDB13FDA0E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44529" y="1661647"/>
            <a:ext cx="2601748" cy="1006299"/>
          </a:xfrm>
        </p:spPr>
        <p:txBody>
          <a:bodyPr/>
          <a:lstStyle/>
          <a:p>
            <a:r>
              <a:rPr lang="tr-TR" sz="1400" b="1" dirty="0" err="1"/>
              <a:t>Move</a:t>
            </a:r>
            <a:r>
              <a:rPr lang="tr-TR" sz="1400" b="1" dirty="0"/>
              <a:t> </a:t>
            </a:r>
            <a:r>
              <a:rPr lang="tr-TR" sz="1400" b="1" dirty="0" err="1"/>
              <a:t>from</a:t>
            </a:r>
            <a:r>
              <a:rPr lang="tr-TR" sz="1400" b="1" dirty="0"/>
              <a:t> </a:t>
            </a:r>
            <a:r>
              <a:rPr lang="tr-TR" sz="1400" b="1" dirty="0" err="1"/>
              <a:t>source</a:t>
            </a:r>
            <a:r>
              <a:rPr lang="tr-TR" sz="1400" b="1" dirty="0"/>
              <a:t> </a:t>
            </a:r>
            <a:r>
              <a:rPr lang="tr-TR" sz="1400" b="1" dirty="0" err="1"/>
              <a:t>to</a:t>
            </a:r>
            <a:r>
              <a:rPr lang="tr-TR" sz="1400" b="1" dirty="0"/>
              <a:t> </a:t>
            </a:r>
            <a:r>
              <a:rPr lang="tr-TR" sz="1400" b="1" dirty="0" err="1"/>
              <a:t>destination</a:t>
            </a:r>
            <a:endParaRPr lang="tr-TR" sz="14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the source file gets moved </a:t>
            </a:r>
            <a:endParaRPr lang="tr-TR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into destination</a:t>
            </a:r>
            <a:r>
              <a:rPr lang="tr-TR" sz="1400" dirty="0"/>
              <a:t> folder</a:t>
            </a:r>
            <a:endParaRPr lang="en-US" sz="1400" dirty="0"/>
          </a:p>
        </p:txBody>
      </p:sp>
      <p:pic>
        <p:nvPicPr>
          <p:cNvPr id="73" name="Picture Placeholder 72" descr="send">
            <a:extLst>
              <a:ext uri="{FF2B5EF4-FFF2-40B4-BE49-F238E27FC236}">
                <a16:creationId xmlns:a16="http://schemas.microsoft.com/office/drawing/2014/main" id="{434488A9-1494-5A4A-9B81-A4830C2F8568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15" b="115"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87589" y="2933764"/>
            <a:ext cx="2690947" cy="432000"/>
          </a:xfrm>
        </p:spPr>
        <p:txBody>
          <a:bodyPr/>
          <a:lstStyle/>
          <a:p>
            <a:r>
              <a:rPr lang="tr-TR" sz="1200" dirty="0"/>
              <a:t>file name  preserved</a:t>
            </a:r>
          </a:p>
        </p:txBody>
      </p:sp>
      <p:sp>
        <p:nvSpPr>
          <p:cNvPr id="76" name="Text Placeholder 3">
            <a:extLst>
              <a:ext uri="{FF2B5EF4-FFF2-40B4-BE49-F238E27FC236}">
                <a16:creationId xmlns:a16="http://schemas.microsoft.com/office/drawing/2014/main" id="{4BB1D872-AE86-6841-98FC-E66E618311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78066" y="3224690"/>
            <a:ext cx="2370064" cy="1001469"/>
          </a:xfrm>
        </p:spPr>
        <p:txBody>
          <a:bodyPr/>
          <a:lstStyle/>
          <a:p>
            <a:r>
              <a:rPr lang="en-US" sz="1400" dirty="0"/>
              <a:t>,</a:t>
            </a:r>
            <a:r>
              <a:rPr lang="tr-TR" sz="1400" dirty="0"/>
              <a:t> in such a case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400" dirty="0"/>
              <a:t>file</a:t>
            </a:r>
            <a:r>
              <a:rPr lang="en-US" sz="1400" dirty="0"/>
              <a:t> </a:t>
            </a:r>
            <a:endParaRPr lang="tr-TR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keeps its current filename.</a:t>
            </a:r>
          </a:p>
        </p:txBody>
      </p:sp>
      <p:pic>
        <p:nvPicPr>
          <p:cNvPr id="75" name="Picture Placeholder 74" descr="network">
            <a:extLst>
              <a:ext uri="{FF2B5EF4-FFF2-40B4-BE49-F238E27FC236}">
                <a16:creationId xmlns:a16="http://schemas.microsoft.com/office/drawing/2014/main" id="{2259C1B6-6592-CA47-8223-67E45CA2A8CB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6330" y="4403817"/>
            <a:ext cx="2251800" cy="432000"/>
          </a:xfrm>
        </p:spPr>
        <p:txBody>
          <a:bodyPr/>
          <a:lstStyle/>
          <a:p>
            <a:r>
              <a:rPr lang="tr-TR" sz="1400" dirty="0"/>
              <a:t>use to move a file</a:t>
            </a:r>
            <a:endParaRPr lang="en-US" sz="1400" dirty="0"/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428D8FC0-4DC8-7F4A-AA1F-F12F19656F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82416" y="4856813"/>
            <a:ext cx="2251799" cy="1289153"/>
          </a:xfrm>
        </p:spPr>
        <p:txBody>
          <a:bodyPr/>
          <a:lstStyle/>
          <a:p>
            <a:r>
              <a:rPr lang="tr-TR" sz="1400" b="1" dirty="0"/>
              <a:t>used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400" dirty="0"/>
              <a:t>to move a file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400" dirty="0"/>
              <a:t>to another folders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14" name="Picture Placeholder 13" descr="A view of a city with large buildings in the background&#10;&#10;Description automatically generated">
            <a:extLst>
              <a:ext uri="{FF2B5EF4-FFF2-40B4-BE49-F238E27FC236}">
                <a16:creationId xmlns:a16="http://schemas.microsoft.com/office/drawing/2014/main" id="{EA28120A-1035-428C-B84A-06A9B33942B4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615" r="361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934814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0743682-8D73-49BE-8271-9EDCB090AAC4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221" y="576904"/>
            <a:ext cx="8505000" cy="432000"/>
          </a:xfrm>
        </p:spPr>
        <p:txBody>
          <a:bodyPr/>
          <a:lstStyle/>
          <a:p>
            <a:pPr algn="ctr"/>
            <a:r>
              <a:rPr lang="en-US" dirty="0" err="1">
                <a:highlight>
                  <a:srgbClr val="FFFF00"/>
                </a:highlight>
              </a:rPr>
              <a:t>shutil</a:t>
            </a:r>
            <a:r>
              <a:rPr lang="en-US" dirty="0">
                <a:highlight>
                  <a:srgbClr val="FFFF00"/>
                </a:highlight>
              </a:rPr>
              <a:t>.</a:t>
            </a:r>
            <a:r>
              <a:rPr lang="tr-TR" dirty="0">
                <a:highlight>
                  <a:srgbClr val="FFFF00"/>
                </a:highlight>
              </a:rPr>
              <a:t>move()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4852" y="1253932"/>
            <a:ext cx="8739266" cy="1219445"/>
          </a:xfrm>
          <a:solidFill>
            <a:schemeClr val="accent4">
              <a:lumMod val="40000"/>
              <a:lumOff val="60000"/>
              <a:alpha val="80000"/>
            </a:schemeClr>
          </a:solidFill>
        </p:spPr>
        <p:txBody>
          <a:bodyPr/>
          <a:lstStyle/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import </a:t>
            </a:r>
            <a:r>
              <a:rPr lang="en-US" sz="1400" dirty="0" err="1"/>
              <a:t>shutil</a:t>
            </a:r>
            <a:endParaRPr lang="en-US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</a:t>
            </a:r>
            <a:r>
              <a:rPr lang="en-US" sz="1400" dirty="0" err="1"/>
              <a:t>shutil.move</a:t>
            </a:r>
            <a:r>
              <a:rPr lang="en-US" sz="1400" dirty="0"/>
              <a:t>('C:\\delicious\\hello.txt', 'C:\\delicious\\walnut')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'C:\\delicious\\walnut\\hello.txt'</a:t>
            </a:r>
            <a:endParaRPr lang="tr-TR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13</a:t>
            </a:fld>
            <a:endParaRPr lang="en-US" noProof="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0FB2B70-7B77-4817-893F-B218156265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383" y="2859608"/>
            <a:ext cx="8639175" cy="305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2094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953E353-3A66-4A0A-B276-7F6E088047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B6816F-B457-4100-9975-0F3BAA3F5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425" y="384491"/>
            <a:ext cx="4178105" cy="432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/>
          <a:lstStyle/>
          <a:p>
            <a:pPr algn="ctr"/>
            <a:r>
              <a:rPr lang="tr-TR" dirty="0">
                <a:latin typeface="TheSansMonoCondensed-Plain"/>
              </a:rPr>
              <a:t>shutil.move()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E73219-73B6-4A50-8412-77850D562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39073" y="4260686"/>
            <a:ext cx="2502160" cy="281336"/>
          </a:xfrm>
          <a:solidFill>
            <a:schemeClr val="bg1">
              <a:lumMod val="85000"/>
              <a:alpha val="75000"/>
            </a:schemeClr>
          </a:solidFill>
        </p:spPr>
        <p:txBody>
          <a:bodyPr/>
          <a:lstStyle/>
          <a:p>
            <a:r>
              <a:rPr lang="tr-TR" dirty="0">
                <a:solidFill>
                  <a:schemeClr val="tx1"/>
                </a:solidFill>
              </a:rPr>
              <a:t>File is Replaced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9AED6-5408-4E4A-93B2-3909F2C877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337464" y="6140200"/>
            <a:ext cx="324000" cy="432000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73F52C3-E381-4B04-B9A7-B6D338DCC9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455602" y="2586382"/>
            <a:ext cx="4319951" cy="1056230"/>
          </a:xfrm>
          <a:gradFill flip="none" rotWithShape="1">
            <a:gsLst>
              <a:gs pos="0">
                <a:schemeClr val="accent1">
                  <a:tint val="66000"/>
                  <a:satMod val="160000"/>
                  <a:alpha val="33000"/>
                </a:schemeClr>
              </a:gs>
              <a:gs pos="22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/>
          <a:lstStyle/>
          <a:p>
            <a:pPr marL="207169" lvl="1" indent="0">
              <a:lnSpc>
                <a:spcPct val="150000"/>
              </a:lnSpc>
              <a:buNone/>
            </a:pPr>
            <a:r>
              <a:rPr lang="en-US" sz="1800" i="1" dirty="0"/>
              <a:t>destination folder already contain the file </a:t>
            </a:r>
            <a:endParaRPr lang="tr-TR" sz="1800" i="1" dirty="0"/>
          </a:p>
          <a:p>
            <a:pPr marL="207169" lvl="1" indent="0">
              <a:lnSpc>
                <a:spcPct val="150000"/>
              </a:lnSpc>
              <a:buNone/>
            </a:pPr>
            <a:r>
              <a:rPr lang="en-US" sz="1800" i="1" dirty="0"/>
              <a:t>with the same name</a:t>
            </a:r>
          </a:p>
          <a:p>
            <a:pPr marL="0" indent="0">
              <a:buNone/>
            </a:pPr>
            <a:endParaRPr lang="tr-TR" sz="1800" dirty="0">
              <a:solidFill>
                <a:srgbClr val="7030A0"/>
              </a:solidFill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29703B9-D06C-466D-B2FA-5D32C725CCA5}"/>
              </a:ext>
            </a:extLst>
          </p:cNvPr>
          <p:cNvSpPr txBox="1">
            <a:spLocks/>
          </p:cNvSpPr>
          <p:nvPr/>
        </p:nvSpPr>
        <p:spPr>
          <a:xfrm>
            <a:off x="3014221" y="1999669"/>
            <a:ext cx="3086774" cy="308817"/>
          </a:xfrm>
          <a:prstGeom prst="rect">
            <a:avLst/>
          </a:prstGeom>
          <a:solidFill>
            <a:schemeClr val="bg1">
              <a:lumMod val="85000"/>
              <a:alpha val="75000"/>
            </a:schemeClr>
          </a:solidFill>
        </p:spPr>
        <p:txBody>
          <a:bodyPr vert="horz" lIns="0" tIns="0" rIns="0" bIns="0" rtlCol="0" anchor="t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>
                <a:latin typeface="NewBaskerville-Roman"/>
              </a:rPr>
              <a:t>File is in the destination folder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BD7B7584-F064-469D-9659-9FE4493909E6}"/>
              </a:ext>
            </a:extLst>
          </p:cNvPr>
          <p:cNvSpPr txBox="1">
            <a:spLocks/>
          </p:cNvSpPr>
          <p:nvPr/>
        </p:nvSpPr>
        <p:spPr>
          <a:xfrm>
            <a:off x="2458386" y="4687504"/>
            <a:ext cx="4317168" cy="10987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  <a:alpha val="33000"/>
                </a:schemeClr>
              </a:gs>
              <a:gs pos="22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7169" lvl="1" indent="0">
              <a:lnSpc>
                <a:spcPct val="150000"/>
              </a:lnSpc>
              <a:buNone/>
            </a:pPr>
            <a:r>
              <a:rPr lang="tr-TR" sz="1800" i="1" dirty="0"/>
              <a:t>the file is replaced</a:t>
            </a:r>
          </a:p>
          <a:p>
            <a:pPr marL="207169" lvl="1" indent="0">
              <a:lnSpc>
                <a:spcPct val="150000"/>
              </a:lnSpc>
              <a:buNone/>
            </a:pPr>
            <a:r>
              <a:rPr lang="tr-TR" sz="1800" i="1" dirty="0">
                <a:solidFill>
                  <a:srgbClr val="7030A0"/>
                </a:solidFill>
              </a:rPr>
              <a:t>with the source file</a:t>
            </a:r>
            <a:endParaRPr lang="tr-TR" sz="1800" dirty="0">
              <a:solidFill>
                <a:srgbClr val="7030A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tr-TR" sz="1800" dirty="0">
              <a:solidFill>
                <a:srgbClr val="7030A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D7D634-474D-4786-AAC2-263181127539}"/>
              </a:ext>
            </a:extLst>
          </p:cNvPr>
          <p:cNvSpPr/>
          <p:nvPr/>
        </p:nvSpPr>
        <p:spPr>
          <a:xfrm>
            <a:off x="1963590" y="6077475"/>
            <a:ext cx="5581849" cy="369332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r>
              <a:rPr lang="tr-TR" dirty="0" err="1">
                <a:latin typeface="NewBaskerville-Roman"/>
              </a:rPr>
              <a:t>Take</a:t>
            </a:r>
            <a:r>
              <a:rPr lang="tr-TR" dirty="0">
                <a:latin typeface="NewBaskerville-Roman"/>
              </a:rPr>
              <a:t> </a:t>
            </a:r>
            <a:r>
              <a:rPr lang="tr-TR" dirty="0" err="1">
                <a:latin typeface="NewBaskerville-Roman"/>
              </a:rPr>
              <a:t>care</a:t>
            </a:r>
            <a:r>
              <a:rPr lang="tr-TR" dirty="0">
                <a:latin typeface="NewBaskerville-Roman"/>
              </a:rPr>
              <a:t>! </a:t>
            </a:r>
            <a:r>
              <a:rPr lang="tr-TR" dirty="0" err="1">
                <a:latin typeface="NewBaskerville-Roman"/>
              </a:rPr>
              <a:t>Don’t</a:t>
            </a:r>
            <a:r>
              <a:rPr lang="tr-TR" dirty="0">
                <a:latin typeface="NewBaskerville-Roman"/>
              </a:rPr>
              <a:t> </a:t>
            </a:r>
            <a:r>
              <a:rPr lang="en-US" dirty="0">
                <a:latin typeface="NewBaskerville-Roman"/>
              </a:rPr>
              <a:t>to accidentally overwrite files in this way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0167791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895" y="432000"/>
            <a:ext cx="3863105" cy="432000"/>
          </a:xfrm>
        </p:spPr>
        <p:txBody>
          <a:bodyPr/>
          <a:lstStyle/>
          <a:p>
            <a:r>
              <a:rPr lang="tr-TR" dirty="0"/>
              <a:t>Move &amp; Rename</a:t>
            </a:r>
            <a:endParaRPr lang="en-US" dirty="0"/>
          </a:p>
        </p:txBody>
      </p:sp>
      <p:pic>
        <p:nvPicPr>
          <p:cNvPr id="71" name="Picture Placeholder 70" descr="link">
            <a:extLst>
              <a:ext uri="{FF2B5EF4-FFF2-40B4-BE49-F238E27FC236}">
                <a16:creationId xmlns:a16="http://schemas.microsoft.com/office/drawing/2014/main" id="{E5542F6D-CB05-1E49-9D10-41D51547FB68}"/>
              </a:ext>
            </a:extLst>
          </p:cNvPr>
          <p:cNvPicPr>
            <a:picLocks noGrp="1" noChangeAspect="1"/>
          </p:cNvPicPr>
          <p:nvPr>
            <p:ph type="pic" sz="quarter" idx="32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76212" y="1121900"/>
            <a:ext cx="2251800" cy="432000"/>
          </a:xfrm>
        </p:spPr>
        <p:txBody>
          <a:bodyPr/>
          <a:lstStyle/>
          <a:p>
            <a:r>
              <a:rPr lang="tr-TR" sz="1400" dirty="0"/>
              <a:t>File name in destination</a:t>
            </a:r>
          </a:p>
        </p:txBody>
      </p:sp>
      <p:sp>
        <p:nvSpPr>
          <p:cNvPr id="78" name="Text Placeholder 12">
            <a:extLst>
              <a:ext uri="{FF2B5EF4-FFF2-40B4-BE49-F238E27FC236}">
                <a16:creationId xmlns:a16="http://schemas.microsoft.com/office/drawing/2014/main" id="{B9366D2C-DAC9-484E-BC91-EFDB13FDA0E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50701" y="1603717"/>
            <a:ext cx="2395575" cy="1064230"/>
          </a:xfrm>
        </p:spPr>
        <p:txBody>
          <a:bodyPr/>
          <a:lstStyle/>
          <a:p>
            <a:r>
              <a:rPr lang="tr-TR" sz="1400" dirty="0"/>
              <a:t>destination path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specify a filename</a:t>
            </a:r>
            <a:endParaRPr lang="tr-TR" sz="1400" dirty="0"/>
          </a:p>
        </p:txBody>
      </p:sp>
      <p:pic>
        <p:nvPicPr>
          <p:cNvPr id="73" name="Picture Placeholder 72" descr="send">
            <a:extLst>
              <a:ext uri="{FF2B5EF4-FFF2-40B4-BE49-F238E27FC236}">
                <a16:creationId xmlns:a16="http://schemas.microsoft.com/office/drawing/2014/main" id="{434488A9-1494-5A4A-9B81-A4830C2F8568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15" b="115"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576212" y="2576616"/>
            <a:ext cx="2397854" cy="432000"/>
          </a:xfrm>
        </p:spPr>
        <p:txBody>
          <a:bodyPr/>
          <a:lstStyle/>
          <a:p>
            <a:r>
              <a:rPr lang="tr-TR" sz="1400" dirty="0"/>
              <a:t>file name in source</a:t>
            </a:r>
          </a:p>
        </p:txBody>
      </p:sp>
      <p:sp>
        <p:nvSpPr>
          <p:cNvPr id="76" name="Text Placeholder 3">
            <a:extLst>
              <a:ext uri="{FF2B5EF4-FFF2-40B4-BE49-F238E27FC236}">
                <a16:creationId xmlns:a16="http://schemas.microsoft.com/office/drawing/2014/main" id="{4BB1D872-AE86-6841-98FC-E66E618311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90107" y="2873912"/>
            <a:ext cx="2370064" cy="893482"/>
          </a:xfrm>
        </p:spPr>
        <p:txBody>
          <a:bodyPr/>
          <a:lstStyle/>
          <a:p>
            <a:r>
              <a:rPr lang="en-US" sz="1400" dirty="0"/>
              <a:t>the source file </a:t>
            </a:r>
            <a:endParaRPr lang="tr-TR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is moved</a:t>
            </a:r>
            <a:endParaRPr lang="tr-TR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and renamed</a:t>
            </a:r>
            <a:endParaRPr lang="tr-TR" sz="1400" dirty="0"/>
          </a:p>
        </p:txBody>
      </p:sp>
      <p:pic>
        <p:nvPicPr>
          <p:cNvPr id="75" name="Picture Placeholder 74" descr="network">
            <a:extLst>
              <a:ext uri="{FF2B5EF4-FFF2-40B4-BE49-F238E27FC236}">
                <a16:creationId xmlns:a16="http://schemas.microsoft.com/office/drawing/2014/main" id="{2259C1B6-6592-CA47-8223-67E45CA2A8CB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65692" y="4308952"/>
            <a:ext cx="2082438" cy="432000"/>
          </a:xfrm>
        </p:spPr>
        <p:txBody>
          <a:bodyPr/>
          <a:lstStyle/>
          <a:p>
            <a:r>
              <a:rPr lang="tr-TR" dirty="0"/>
              <a:t>one </a:t>
            </a:r>
            <a:r>
              <a:rPr lang="tr-TR" sz="1400" dirty="0"/>
              <a:t>command</a:t>
            </a:r>
            <a:endParaRPr lang="en-US" dirty="0"/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428D8FC0-4DC8-7F4A-AA1F-F12F19656F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80682" y="4649621"/>
            <a:ext cx="2153533" cy="1496345"/>
          </a:xfrm>
        </p:spPr>
        <p:txBody>
          <a:bodyPr/>
          <a:lstStyle/>
          <a:p>
            <a:r>
              <a:rPr lang="en-US" sz="1400" dirty="0"/>
              <a:t> </a:t>
            </a:r>
            <a:r>
              <a:rPr lang="tr-TR" sz="1400" dirty="0"/>
              <a:t>double functions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400" dirty="0"/>
              <a:t>move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400" dirty="0"/>
              <a:t>rename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14" name="Picture Placeholder 13" descr="A view of a city with large buildings in the background&#10;&#10;Description automatically generated">
            <a:extLst>
              <a:ext uri="{FF2B5EF4-FFF2-40B4-BE49-F238E27FC236}">
                <a16:creationId xmlns:a16="http://schemas.microsoft.com/office/drawing/2014/main" id="{03E7EB87-6427-45A4-BE8B-E8CB59104903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615" r="361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3157044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0743682-8D73-49BE-8271-9EDCB090AAC4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221" y="576904"/>
            <a:ext cx="8505000" cy="432000"/>
          </a:xfrm>
        </p:spPr>
        <p:txBody>
          <a:bodyPr/>
          <a:lstStyle/>
          <a:p>
            <a:pPr algn="ctr"/>
            <a:r>
              <a:rPr lang="en-US" dirty="0" err="1">
                <a:highlight>
                  <a:srgbClr val="FFFF00"/>
                </a:highlight>
              </a:rPr>
              <a:t>shutil</a:t>
            </a:r>
            <a:r>
              <a:rPr lang="en-US" dirty="0">
                <a:highlight>
                  <a:srgbClr val="FFFF00"/>
                </a:highlight>
              </a:rPr>
              <a:t>.</a:t>
            </a:r>
            <a:r>
              <a:rPr lang="tr-TR" dirty="0">
                <a:highlight>
                  <a:srgbClr val="FFFF00"/>
                </a:highlight>
              </a:rPr>
              <a:t>move()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4852" y="1253932"/>
            <a:ext cx="8739266" cy="1219445"/>
          </a:xfrm>
          <a:solidFill>
            <a:schemeClr val="accent4">
              <a:lumMod val="40000"/>
              <a:lumOff val="60000"/>
              <a:alpha val="80000"/>
            </a:schemeClr>
          </a:solidFill>
        </p:spPr>
        <p:txBody>
          <a:bodyPr/>
          <a:lstStyle/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import </a:t>
            </a:r>
            <a:r>
              <a:rPr lang="en-US" sz="1400" dirty="0" err="1"/>
              <a:t>shutil</a:t>
            </a:r>
            <a:endParaRPr lang="en-US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</a:t>
            </a:r>
            <a:r>
              <a:rPr lang="en-US" sz="1400" dirty="0" err="1"/>
              <a:t>shutil.move</a:t>
            </a:r>
            <a:r>
              <a:rPr lang="en-US" sz="1400" dirty="0"/>
              <a:t>('C:\\delicious\\walnut\\hello.txt', 'C:\\delicious\\walnutCopiedAndMoved.txt')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'C:\\delicious\\walnutCopiedAndMoved.txt'</a:t>
            </a:r>
            <a:endParaRPr lang="tr-TR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16</a:t>
            </a:fld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E4C98E-74F8-4B72-B545-044952FF6F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865" y="3262312"/>
            <a:ext cx="8858250" cy="216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9619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1823" y="432000"/>
            <a:ext cx="4302177" cy="432000"/>
          </a:xfrm>
        </p:spPr>
        <p:txBody>
          <a:bodyPr/>
          <a:lstStyle/>
          <a:p>
            <a:r>
              <a:rPr lang="tr-TR" dirty="0"/>
              <a:t>Destination folder not existing</a:t>
            </a:r>
            <a:endParaRPr lang="en-US" dirty="0"/>
          </a:p>
        </p:txBody>
      </p:sp>
      <p:pic>
        <p:nvPicPr>
          <p:cNvPr id="71" name="Picture Placeholder 70" descr="link">
            <a:extLst>
              <a:ext uri="{FF2B5EF4-FFF2-40B4-BE49-F238E27FC236}">
                <a16:creationId xmlns:a16="http://schemas.microsoft.com/office/drawing/2014/main" id="{E5542F6D-CB05-1E49-9D10-41D51547FB68}"/>
              </a:ext>
            </a:extLst>
          </p:cNvPr>
          <p:cNvPicPr>
            <a:picLocks noGrp="1" noChangeAspect="1"/>
          </p:cNvPicPr>
          <p:nvPr>
            <p:ph type="pic" sz="quarter" idx="32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76212" y="1121900"/>
            <a:ext cx="2251800" cy="432000"/>
          </a:xfrm>
        </p:spPr>
        <p:txBody>
          <a:bodyPr/>
          <a:lstStyle/>
          <a:p>
            <a:r>
              <a:rPr lang="tr-TR" sz="1400" dirty="0"/>
              <a:t>destination folder</a:t>
            </a:r>
          </a:p>
        </p:txBody>
      </p:sp>
      <p:sp>
        <p:nvSpPr>
          <p:cNvPr id="78" name="Text Placeholder 12">
            <a:extLst>
              <a:ext uri="{FF2B5EF4-FFF2-40B4-BE49-F238E27FC236}">
                <a16:creationId xmlns:a16="http://schemas.microsoft.com/office/drawing/2014/main" id="{B9366D2C-DAC9-484E-BC91-EFDB13FDA0E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50702" y="1472511"/>
            <a:ext cx="2395575" cy="1064230"/>
          </a:xfrm>
        </p:spPr>
        <p:txBody>
          <a:bodyPr/>
          <a:lstStyle/>
          <a:p>
            <a:r>
              <a:rPr lang="tr-TR" sz="1400" dirty="0"/>
              <a:t>confusing case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400" dirty="0"/>
              <a:t>if the destination folder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400" dirty="0"/>
              <a:t>is not existing</a:t>
            </a:r>
          </a:p>
        </p:txBody>
      </p:sp>
      <p:pic>
        <p:nvPicPr>
          <p:cNvPr id="73" name="Picture Placeholder 72" descr="send">
            <a:extLst>
              <a:ext uri="{FF2B5EF4-FFF2-40B4-BE49-F238E27FC236}">
                <a16:creationId xmlns:a16="http://schemas.microsoft.com/office/drawing/2014/main" id="{434488A9-1494-5A4A-9B81-A4830C2F8568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15" b="115"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576212" y="2636444"/>
            <a:ext cx="2397854" cy="432000"/>
          </a:xfrm>
        </p:spPr>
        <p:txBody>
          <a:bodyPr/>
          <a:lstStyle/>
          <a:p>
            <a:r>
              <a:rPr lang="tr-TR" sz="1400" dirty="0"/>
              <a:t>rename the file</a:t>
            </a:r>
          </a:p>
        </p:txBody>
      </p:sp>
      <p:sp>
        <p:nvSpPr>
          <p:cNvPr id="76" name="Text Placeholder 3">
            <a:extLst>
              <a:ext uri="{FF2B5EF4-FFF2-40B4-BE49-F238E27FC236}">
                <a16:creationId xmlns:a16="http://schemas.microsoft.com/office/drawing/2014/main" id="{4BB1D872-AE86-6841-98FC-E66E618311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76212" y="2962372"/>
            <a:ext cx="2500902" cy="893482"/>
          </a:xfrm>
        </p:spPr>
        <p:txBody>
          <a:bodyPr/>
          <a:lstStyle/>
          <a:p>
            <a:r>
              <a:rPr lang="tr-TR" sz="1400" dirty="0"/>
              <a:t>the move command</a:t>
            </a:r>
            <a:r>
              <a:rPr lang="en-US" sz="1400" dirty="0"/>
              <a:t> </a:t>
            </a:r>
            <a:endParaRPr lang="tr-TR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400" dirty="0"/>
              <a:t>renames the file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400" dirty="0"/>
              <a:t>with the destination folder name</a:t>
            </a:r>
          </a:p>
        </p:txBody>
      </p:sp>
      <p:pic>
        <p:nvPicPr>
          <p:cNvPr id="75" name="Picture Placeholder 74" descr="network">
            <a:extLst>
              <a:ext uri="{FF2B5EF4-FFF2-40B4-BE49-F238E27FC236}">
                <a16:creationId xmlns:a16="http://schemas.microsoft.com/office/drawing/2014/main" id="{2259C1B6-6592-CA47-8223-67E45CA2A8CB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65692" y="4308952"/>
            <a:ext cx="2082438" cy="432000"/>
          </a:xfrm>
        </p:spPr>
        <p:txBody>
          <a:bodyPr/>
          <a:lstStyle/>
          <a:p>
            <a:r>
              <a:rPr lang="tr-TR" sz="1400" dirty="0"/>
              <a:t>confusing</a:t>
            </a:r>
            <a:endParaRPr lang="en-US" sz="1400" dirty="0"/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428D8FC0-4DC8-7F4A-AA1F-F12F19656F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80682" y="4649621"/>
            <a:ext cx="2365595" cy="1496345"/>
          </a:xfrm>
        </p:spPr>
        <p:txBody>
          <a:bodyPr/>
          <a:lstStyle/>
          <a:p>
            <a:r>
              <a:rPr lang="en-US" sz="1400" dirty="0"/>
              <a:t> </a:t>
            </a:r>
            <a:r>
              <a:rPr lang="tr-TR" sz="1400" dirty="0"/>
              <a:t>source of bugs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400" dirty="0"/>
              <a:t>this is a cause of buggy code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400" dirty="0"/>
              <a:t>hard to locate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14" name="Picture Placeholder 13" descr="A view of a city with large buildings in the background&#10;&#10;Description automatically generated">
            <a:extLst>
              <a:ext uri="{FF2B5EF4-FFF2-40B4-BE49-F238E27FC236}">
                <a16:creationId xmlns:a16="http://schemas.microsoft.com/office/drawing/2014/main" id="{03E7EB87-6427-45A4-BE8B-E8CB59104903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615" r="361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3565400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0743682-8D73-49BE-8271-9EDCB090AAC4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221" y="576904"/>
            <a:ext cx="8505000" cy="432000"/>
          </a:xfrm>
        </p:spPr>
        <p:txBody>
          <a:bodyPr/>
          <a:lstStyle/>
          <a:p>
            <a:pPr algn="ctr"/>
            <a:r>
              <a:rPr lang="en-US" dirty="0" err="1">
                <a:highlight>
                  <a:srgbClr val="FFFF00"/>
                </a:highlight>
              </a:rPr>
              <a:t>shutil</a:t>
            </a:r>
            <a:r>
              <a:rPr lang="en-US" dirty="0">
                <a:highlight>
                  <a:srgbClr val="FFFF00"/>
                </a:highlight>
              </a:rPr>
              <a:t>.</a:t>
            </a:r>
            <a:r>
              <a:rPr lang="tr-TR" dirty="0">
                <a:highlight>
                  <a:srgbClr val="FFFF00"/>
                </a:highlight>
              </a:rPr>
              <a:t>move()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4852" y="1253932"/>
            <a:ext cx="8739266" cy="1219445"/>
          </a:xfrm>
          <a:solidFill>
            <a:schemeClr val="accent4">
              <a:lumMod val="40000"/>
              <a:lumOff val="60000"/>
              <a:alpha val="80000"/>
            </a:schemeClr>
          </a:solidFill>
        </p:spPr>
        <p:txBody>
          <a:bodyPr/>
          <a:lstStyle/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import </a:t>
            </a:r>
            <a:r>
              <a:rPr lang="en-US" sz="1400" dirty="0" err="1"/>
              <a:t>shutil</a:t>
            </a:r>
            <a:endParaRPr lang="en-US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</a:t>
            </a:r>
            <a:r>
              <a:rPr lang="en-US" sz="1400" dirty="0" err="1"/>
              <a:t>shutil.move</a:t>
            </a:r>
            <a:r>
              <a:rPr lang="en-US" sz="1400" dirty="0"/>
              <a:t>('C:\\delicious\\walnutCopiedAndMoved.txt', 'C:\\delicious\\waffles')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'C:\\delicious\\waffles'</a:t>
            </a:r>
            <a:endParaRPr lang="tr-TR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18</a:t>
            </a:fld>
            <a:endParaRPr lang="en-US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1474E0-D31D-4F30-A578-71C3AA1CA2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825" y="2805190"/>
            <a:ext cx="8896350" cy="226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8394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953E353-3A66-4A0A-B276-7F6E088047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B6816F-B457-4100-9975-0F3BAA3F5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425" y="384491"/>
            <a:ext cx="4178105" cy="432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/>
          <a:lstStyle/>
          <a:p>
            <a:pPr algn="ctr"/>
            <a:r>
              <a:rPr lang="tr-TR" dirty="0">
                <a:latin typeface="TheSansMonoCondensed-Plain"/>
              </a:rPr>
              <a:t>shutil.move()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E73219-73B6-4A50-8412-77850D562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39073" y="4260686"/>
            <a:ext cx="2502160" cy="281336"/>
          </a:xfrm>
          <a:solidFill>
            <a:schemeClr val="bg1">
              <a:lumMod val="85000"/>
              <a:alpha val="75000"/>
            </a:schemeClr>
          </a:solidFill>
        </p:spPr>
        <p:txBody>
          <a:bodyPr/>
          <a:lstStyle/>
          <a:p>
            <a:r>
              <a:rPr lang="tr-TR" dirty="0">
                <a:solidFill>
                  <a:schemeClr val="tx1"/>
                </a:solidFill>
              </a:rPr>
              <a:t>Exception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9AED6-5408-4E4A-93B2-3909F2C877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337464" y="6140200"/>
            <a:ext cx="324000" cy="432000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73F52C3-E381-4B04-B9A7-B6D338DCC9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455602" y="2586382"/>
            <a:ext cx="4319951" cy="1056230"/>
          </a:xfrm>
          <a:gradFill flip="none" rotWithShape="1">
            <a:gsLst>
              <a:gs pos="0">
                <a:schemeClr val="accent1">
                  <a:tint val="66000"/>
                  <a:satMod val="160000"/>
                  <a:alpha val="33000"/>
                </a:schemeClr>
              </a:gs>
              <a:gs pos="22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/>
          <a:lstStyle/>
          <a:p>
            <a:pPr marL="207169" lvl="1" indent="0">
              <a:lnSpc>
                <a:spcPct val="150000"/>
              </a:lnSpc>
              <a:buNone/>
            </a:pPr>
            <a:r>
              <a:rPr lang="tr-TR" sz="1800" i="1" dirty="0"/>
              <a:t>Python throws exception otherwise</a:t>
            </a:r>
            <a:endParaRPr lang="en-US" sz="1800" i="1" dirty="0"/>
          </a:p>
          <a:p>
            <a:pPr marL="0" indent="0">
              <a:buNone/>
            </a:pPr>
            <a:endParaRPr lang="tr-TR" sz="1800" dirty="0">
              <a:solidFill>
                <a:srgbClr val="7030A0"/>
              </a:solidFill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29703B9-D06C-466D-B2FA-5D32C725CCA5}"/>
              </a:ext>
            </a:extLst>
          </p:cNvPr>
          <p:cNvSpPr txBox="1">
            <a:spLocks/>
          </p:cNvSpPr>
          <p:nvPr/>
        </p:nvSpPr>
        <p:spPr>
          <a:xfrm>
            <a:off x="3014220" y="1999670"/>
            <a:ext cx="3596441" cy="293826"/>
          </a:xfrm>
          <a:prstGeom prst="rect">
            <a:avLst/>
          </a:prstGeom>
          <a:solidFill>
            <a:schemeClr val="bg1">
              <a:lumMod val="85000"/>
              <a:alpha val="75000"/>
            </a:schemeClr>
          </a:solidFill>
        </p:spPr>
        <p:txBody>
          <a:bodyPr vert="horz" lIns="0" tIns="0" rIns="0" bIns="0" rtlCol="0" anchor="t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>
                <a:latin typeface="NewBaskerville-Roman"/>
              </a:rPr>
              <a:t>Source files and folders should exist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BD7B7584-F064-469D-9659-9FE4493909E6}"/>
              </a:ext>
            </a:extLst>
          </p:cNvPr>
          <p:cNvSpPr txBox="1">
            <a:spLocks/>
          </p:cNvSpPr>
          <p:nvPr/>
        </p:nvSpPr>
        <p:spPr>
          <a:xfrm>
            <a:off x="2458386" y="4687504"/>
            <a:ext cx="4317168" cy="10987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  <a:alpha val="33000"/>
                </a:schemeClr>
              </a:gs>
              <a:gs pos="22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7169" lvl="1" indent="0">
              <a:lnSpc>
                <a:spcPct val="150000"/>
              </a:lnSpc>
              <a:buNone/>
            </a:pPr>
            <a:r>
              <a:rPr lang="tr-TR" sz="1800" i="1" dirty="0"/>
              <a:t>FileNotFoundError</a:t>
            </a:r>
            <a:endParaRPr lang="tr-TR" sz="18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0462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0743682-8D73-49BE-8271-9EDCB090AAC4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231" y="277100"/>
            <a:ext cx="8505000" cy="432000"/>
          </a:xfrm>
        </p:spPr>
        <p:txBody>
          <a:bodyPr/>
          <a:lstStyle/>
          <a:p>
            <a:pPr algn="ctr"/>
            <a:r>
              <a:rPr lang="en-US" dirty="0" err="1">
                <a:highlight>
                  <a:srgbClr val="FFFF00"/>
                </a:highlight>
              </a:rPr>
              <a:t>shutil.move</a:t>
            </a:r>
            <a:r>
              <a:rPr lang="tr-TR">
                <a:highlight>
                  <a:srgbClr val="FFFF00"/>
                </a:highlight>
              </a:rPr>
              <a:t>()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4871" y="3307583"/>
            <a:ext cx="8739266" cy="889661"/>
          </a:xfrm>
          <a:solidFill>
            <a:schemeClr val="accent4">
              <a:lumMod val="40000"/>
              <a:lumOff val="60000"/>
              <a:alpha val="80000"/>
            </a:schemeClr>
          </a:solidFill>
        </p:spPr>
        <p:txBody>
          <a:bodyPr/>
          <a:lstStyle/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import </a:t>
            </a:r>
            <a:r>
              <a:rPr lang="en-US" sz="1400" dirty="0" err="1"/>
              <a:t>shutil</a:t>
            </a:r>
            <a:endParaRPr lang="en-US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</a:t>
            </a:r>
            <a:r>
              <a:rPr lang="en-US" sz="1400" dirty="0" err="1"/>
              <a:t>shutil.move</a:t>
            </a:r>
            <a:r>
              <a:rPr lang="en-US" sz="1400" dirty="0"/>
              <a:t>('C:\\delicious\\walnutCopiedAndMoved.txt', 'C:\\delicious\\waffles')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'C:\\delicious\\waffles'</a:t>
            </a:r>
            <a:endParaRPr lang="tr-TR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20</a:t>
            </a:fld>
            <a:endParaRPr lang="en-US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501B56-C996-4E50-A648-9299AB8A51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729" y="871458"/>
            <a:ext cx="8896350" cy="22669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06B513-ED91-4C21-80D0-A80A837C67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9777" y="4407732"/>
            <a:ext cx="8734425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44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586" y="432000"/>
            <a:ext cx="8199413" cy="432000"/>
          </a:xfrm>
        </p:spPr>
        <p:txBody>
          <a:bodyPr/>
          <a:lstStyle/>
          <a:p>
            <a:pPr algn="ctr"/>
            <a:r>
              <a:rPr lang="en-US" dirty="0"/>
              <a:t>Permanently Deleting Files and Folders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8774" y="1159153"/>
            <a:ext cx="4377129" cy="419015"/>
          </a:xfrm>
        </p:spPr>
        <p:txBody>
          <a:bodyPr/>
          <a:lstStyle/>
          <a:p>
            <a:pPr algn="ctr"/>
            <a:r>
              <a:rPr lang="tr-TR" sz="1400" dirty="0">
                <a:latin typeface="NewBaskerville-Roman"/>
              </a:rPr>
              <a:t>os.unlink, rmdir, rmtree: delete file, directory or whole path</a:t>
            </a:r>
            <a:endParaRPr lang="tr-TR" sz="1400" dirty="0"/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38858" y="3926335"/>
            <a:ext cx="1435171" cy="314403"/>
          </a:xfrm>
        </p:spPr>
        <p:txBody>
          <a:bodyPr/>
          <a:lstStyle/>
          <a:p>
            <a:pPr algn="l"/>
            <a:r>
              <a:rPr lang="en-US" dirty="0" err="1">
                <a:latin typeface="NewBaskerville-Roman"/>
              </a:rPr>
              <a:t>os.unlink</a:t>
            </a:r>
            <a:r>
              <a:rPr lang="en-US" dirty="0">
                <a:latin typeface="NewBaskerville-Roman"/>
              </a:rPr>
              <a:t>(path)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38859" y="4305135"/>
            <a:ext cx="1721794" cy="900000"/>
          </a:xfrm>
        </p:spPr>
        <p:txBody>
          <a:bodyPr/>
          <a:lstStyle/>
          <a:p>
            <a:pPr algn="l"/>
            <a:r>
              <a:rPr lang="tr-TR" sz="1400" b="1" dirty="0"/>
              <a:t>delete file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>
                <a:latin typeface="NewBaskerville-Roman"/>
              </a:rPr>
              <a:t>delete the file </a:t>
            </a:r>
            <a:endParaRPr lang="tr-TR" sz="1400" dirty="0">
              <a:latin typeface="NewBaskerville-Roman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>
                <a:latin typeface="NewBaskerville-Roman"/>
              </a:rPr>
              <a:t>at path</a:t>
            </a:r>
            <a:endParaRPr lang="tr-TR" sz="1400" dirty="0">
              <a:latin typeface="NewBaskerville-Roman"/>
            </a:endParaRPr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765407" y="3926335"/>
            <a:ext cx="1620441" cy="314403"/>
          </a:xfrm>
        </p:spPr>
        <p:txBody>
          <a:bodyPr/>
          <a:lstStyle/>
          <a:p>
            <a:pPr algn="l"/>
            <a:r>
              <a:rPr lang="en-US" dirty="0" err="1">
                <a:latin typeface="NewBaskerville-Roman"/>
              </a:rPr>
              <a:t>os.rmdir</a:t>
            </a:r>
            <a:r>
              <a:rPr lang="en-US" dirty="0">
                <a:latin typeface="NewBaskerville-Roman"/>
              </a:rPr>
              <a:t>(path)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65407" y="4333270"/>
            <a:ext cx="1917941" cy="900000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tr-TR" sz="1400" b="1" dirty="0"/>
              <a:t>delete empty folder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/>
              <a:t>delete the folder at path</a:t>
            </a:r>
            <a:endParaRPr lang="tr-TR" sz="14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sz="1400" dirty="0"/>
              <a:t>folder should be empty</a:t>
            </a:r>
            <a:endParaRPr lang="en-US" sz="1400" dirty="0"/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99706" y="3922673"/>
            <a:ext cx="1660311" cy="318065"/>
          </a:xfrm>
        </p:spPr>
        <p:txBody>
          <a:bodyPr/>
          <a:lstStyle/>
          <a:p>
            <a:r>
              <a:rPr lang="tr-TR" dirty="0"/>
              <a:t>shutil.rmtree(path)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97342" y="4334949"/>
            <a:ext cx="2424935" cy="1646126"/>
          </a:xfrm>
        </p:spPr>
        <p:txBody>
          <a:bodyPr/>
          <a:lstStyle/>
          <a:p>
            <a:pPr algn="l"/>
            <a:r>
              <a:rPr lang="tr-TR" sz="1400" b="1" dirty="0"/>
              <a:t>remove whole path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sz="1400" dirty="0"/>
              <a:t>removes the folder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sz="1400" dirty="0"/>
              <a:t>with whole path</a:t>
            </a:r>
          </a:p>
          <a:p>
            <a:pPr algn="l"/>
            <a:r>
              <a:rPr lang="tr-TR" sz="1400" b="1" dirty="0"/>
              <a:t>Note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sz="1400" dirty="0"/>
              <a:t>all files and folders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sz="1400" dirty="0"/>
              <a:t>in the path are also removed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3669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953E353-3A66-4A0A-B276-7F6E088047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B6816F-B457-4100-9975-0F3BAA3F5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425" y="384491"/>
            <a:ext cx="4178105" cy="432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/>
          <a:lstStyle/>
          <a:p>
            <a:pPr algn="ctr"/>
            <a:r>
              <a:rPr lang="tr-TR" dirty="0">
                <a:latin typeface="TheSansMonoCondensed-Plain"/>
              </a:rPr>
              <a:t>permenant deletion mistakes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E73219-73B6-4A50-8412-77850D562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39073" y="4260686"/>
            <a:ext cx="2502160" cy="281336"/>
          </a:xfrm>
          <a:solidFill>
            <a:schemeClr val="bg1">
              <a:lumMod val="85000"/>
              <a:alpha val="75000"/>
            </a:schemeClr>
          </a:solidFill>
        </p:spPr>
        <p:txBody>
          <a:bodyPr/>
          <a:lstStyle/>
          <a:p>
            <a:r>
              <a:rPr lang="tr-TR" dirty="0">
                <a:solidFill>
                  <a:schemeClr val="tx1"/>
                </a:solidFill>
              </a:rPr>
              <a:t>Try it first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9AED6-5408-4E4A-93B2-3909F2C877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337464" y="6140200"/>
            <a:ext cx="324000" cy="432000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73F52C3-E381-4B04-B9A7-B6D338DCC9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023672" y="2586382"/>
            <a:ext cx="5231567" cy="1056230"/>
          </a:xfrm>
          <a:gradFill flip="none" rotWithShape="1">
            <a:gsLst>
              <a:gs pos="0">
                <a:schemeClr val="accent1">
                  <a:tint val="66000"/>
                  <a:satMod val="160000"/>
                  <a:alpha val="33000"/>
                </a:schemeClr>
              </a:gs>
              <a:gs pos="22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/>
          <a:lstStyle/>
          <a:p>
            <a:pPr marL="207169" lvl="1" indent="0">
              <a:lnSpc>
                <a:spcPct val="150000"/>
              </a:lnSpc>
              <a:buNone/>
            </a:pPr>
            <a:r>
              <a:rPr lang="en-US" sz="1800" i="1" dirty="0"/>
              <a:t>if </a:t>
            </a:r>
            <a:r>
              <a:rPr lang="en-US" sz="1800" i="1" dirty="0" err="1"/>
              <a:t>filename.endswith</a:t>
            </a:r>
            <a:r>
              <a:rPr lang="en-US" sz="1800" i="1" dirty="0"/>
              <a:t>('.</a:t>
            </a:r>
            <a:r>
              <a:rPr lang="en-US" sz="1800" b="1" i="1" dirty="0" err="1"/>
              <a:t>r</a:t>
            </a:r>
            <a:r>
              <a:rPr lang="en-US" sz="1800" i="1" dirty="0" err="1"/>
              <a:t>xt</a:t>
            </a:r>
            <a:r>
              <a:rPr lang="en-US" sz="1800" i="1" dirty="0"/>
              <a:t>’):</a:t>
            </a:r>
            <a:r>
              <a:rPr lang="tr-TR" sz="1800" i="1" dirty="0"/>
              <a:t> #rxt instead of txt</a:t>
            </a:r>
          </a:p>
          <a:p>
            <a:pPr marL="207169" lvl="1" indent="0">
              <a:lnSpc>
                <a:spcPct val="150000"/>
              </a:lnSpc>
              <a:buNone/>
            </a:pPr>
            <a:r>
              <a:rPr lang="tr-TR" sz="1800" i="1" dirty="0"/>
              <a:t>	</a:t>
            </a:r>
            <a:r>
              <a:rPr lang="en-US" sz="1800" i="1" dirty="0" err="1"/>
              <a:t>os.unlink</a:t>
            </a:r>
            <a:r>
              <a:rPr lang="en-US" sz="1800" i="1" dirty="0"/>
              <a:t>(filename)</a:t>
            </a:r>
          </a:p>
          <a:p>
            <a:pPr marL="0" indent="0">
              <a:buNone/>
            </a:pPr>
            <a:endParaRPr lang="tr-TR" sz="1800" dirty="0">
              <a:solidFill>
                <a:srgbClr val="7030A0"/>
              </a:solidFill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29703B9-D06C-466D-B2FA-5D32C725CCA5}"/>
              </a:ext>
            </a:extLst>
          </p:cNvPr>
          <p:cNvSpPr txBox="1">
            <a:spLocks/>
          </p:cNvSpPr>
          <p:nvPr/>
        </p:nvSpPr>
        <p:spPr>
          <a:xfrm>
            <a:off x="3014220" y="1999670"/>
            <a:ext cx="3596441" cy="293826"/>
          </a:xfrm>
          <a:prstGeom prst="rect">
            <a:avLst/>
          </a:prstGeom>
          <a:solidFill>
            <a:schemeClr val="bg1">
              <a:lumMod val="85000"/>
              <a:alpha val="75000"/>
            </a:schemeClr>
          </a:solidFill>
        </p:spPr>
        <p:txBody>
          <a:bodyPr vert="horz" lIns="0" tIns="0" rIns="0" bIns="0" rtlCol="0" anchor="t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>
                <a:latin typeface="NewBaskerville-Roman"/>
              </a:rPr>
              <a:t>be careful about typos!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BD7B7584-F064-469D-9659-9FE4493909E6}"/>
              </a:ext>
            </a:extLst>
          </p:cNvPr>
          <p:cNvSpPr txBox="1">
            <a:spLocks/>
          </p:cNvSpPr>
          <p:nvPr/>
        </p:nvSpPr>
        <p:spPr>
          <a:xfrm>
            <a:off x="2098623" y="4687504"/>
            <a:ext cx="5126636" cy="1338542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  <a:alpha val="33000"/>
                </a:schemeClr>
              </a:gs>
              <a:gs pos="22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7169" lvl="1" indent="0">
              <a:lnSpc>
                <a:spcPct val="150000"/>
              </a:lnSpc>
              <a:buNone/>
            </a:pPr>
            <a:r>
              <a:rPr lang="en-US" sz="1800" i="1" dirty="0"/>
              <a:t>if </a:t>
            </a:r>
            <a:r>
              <a:rPr lang="en-US" sz="1800" i="1" dirty="0" err="1"/>
              <a:t>filename.endswith</a:t>
            </a:r>
            <a:r>
              <a:rPr lang="en-US" sz="1800" i="1" dirty="0"/>
              <a:t>('.</a:t>
            </a:r>
            <a:r>
              <a:rPr lang="en-US" sz="1800" i="1" dirty="0" err="1"/>
              <a:t>rxt</a:t>
            </a:r>
            <a:r>
              <a:rPr lang="en-US" sz="1800" i="1" dirty="0"/>
              <a:t>’):</a:t>
            </a:r>
          </a:p>
          <a:p>
            <a:pPr marL="207169" lvl="1" indent="0">
              <a:lnSpc>
                <a:spcPct val="150000"/>
              </a:lnSpc>
              <a:buNone/>
            </a:pPr>
            <a:r>
              <a:rPr lang="tr-TR" sz="1800" i="1" dirty="0"/>
              <a:t>	</a:t>
            </a:r>
            <a:r>
              <a:rPr lang="en-US" sz="1800" i="1" dirty="0"/>
              <a:t>#</a:t>
            </a:r>
            <a:r>
              <a:rPr lang="en-US" sz="1800" i="1" dirty="0" err="1"/>
              <a:t>os.unlink</a:t>
            </a:r>
            <a:r>
              <a:rPr lang="en-US" sz="1800" i="1" dirty="0"/>
              <a:t>(filename)</a:t>
            </a:r>
            <a:r>
              <a:rPr lang="tr-TR" sz="1800" i="1" dirty="0"/>
              <a:t> # don’t delete it directly</a:t>
            </a:r>
            <a:endParaRPr lang="en-US" sz="1800" i="1" dirty="0"/>
          </a:p>
          <a:p>
            <a:pPr marL="207169" lvl="1" indent="0">
              <a:lnSpc>
                <a:spcPct val="150000"/>
              </a:lnSpc>
              <a:buNone/>
            </a:pPr>
            <a:r>
              <a:rPr lang="tr-TR" sz="1800" i="1" dirty="0"/>
              <a:t>	</a:t>
            </a:r>
            <a:r>
              <a:rPr lang="en-US" sz="1800" i="1" dirty="0"/>
              <a:t>print(filename)</a:t>
            </a:r>
            <a:r>
              <a:rPr lang="tr-TR" sz="1800" i="1" dirty="0"/>
              <a:t> # list to see if it is correct</a:t>
            </a:r>
            <a:endParaRPr lang="tr-TR" sz="1800" dirty="0">
              <a:solidFill>
                <a:srgbClr val="7030A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D7D634-474D-4786-AAC2-263181127539}"/>
              </a:ext>
            </a:extLst>
          </p:cNvPr>
          <p:cNvSpPr/>
          <p:nvPr/>
        </p:nvSpPr>
        <p:spPr>
          <a:xfrm>
            <a:off x="2443275" y="6242367"/>
            <a:ext cx="4688206" cy="369332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r>
              <a:rPr lang="tr-TR" dirty="0">
                <a:latin typeface="NewBaskerville-Roman"/>
              </a:rPr>
              <a:t>try it in simulation mode before actual deletion!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2909210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0743682-8D73-49BE-8271-9EDCB090AAC4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231" y="277100"/>
            <a:ext cx="8505000" cy="432000"/>
          </a:xfrm>
        </p:spPr>
        <p:txBody>
          <a:bodyPr/>
          <a:lstStyle/>
          <a:p>
            <a:pPr algn="ctr"/>
            <a:r>
              <a:rPr lang="en-US" dirty="0" err="1">
                <a:highlight>
                  <a:srgbClr val="FFFF00"/>
                </a:highlight>
                <a:latin typeface="NewBaskerville-Roman"/>
              </a:rPr>
              <a:t>os.unlink</a:t>
            </a:r>
            <a:r>
              <a:rPr lang="en-US" dirty="0">
                <a:highlight>
                  <a:srgbClr val="FFFF00"/>
                </a:highlight>
                <a:latin typeface="NewBaskerville-Roman"/>
              </a:rPr>
              <a:t>(path)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58977" y="869431"/>
            <a:ext cx="5996066" cy="3717560"/>
          </a:xfrm>
          <a:solidFill>
            <a:schemeClr val="accent4">
              <a:lumMod val="40000"/>
              <a:lumOff val="60000"/>
              <a:alpha val="80000"/>
            </a:schemeClr>
          </a:solidFill>
        </p:spPr>
        <p:txBody>
          <a:bodyPr/>
          <a:lstStyle/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</a:t>
            </a:r>
            <a:r>
              <a:rPr lang="en-US" sz="1400" dirty="0" err="1"/>
              <a:t>os.getcwd</a:t>
            </a:r>
            <a:r>
              <a:rPr lang="en-US" sz="1400" dirty="0"/>
              <a:t>()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'C:\\Users\\</a:t>
            </a:r>
            <a:r>
              <a:rPr lang="en-US" sz="1400" dirty="0" err="1"/>
              <a:t>yusuf.altunel</a:t>
            </a:r>
            <a:r>
              <a:rPr lang="en-US" sz="1400" dirty="0"/>
              <a:t>\\</a:t>
            </a:r>
            <a:r>
              <a:rPr lang="en-US" sz="1400" dirty="0" err="1"/>
              <a:t>AppData</a:t>
            </a:r>
            <a:r>
              <a:rPr lang="en-US" sz="1400" dirty="0"/>
              <a:t>\\Local\\Programs\\Python\\Python38-32’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</a:t>
            </a:r>
            <a:r>
              <a:rPr lang="en-US" sz="1400" dirty="0" err="1"/>
              <a:t>os.chdir</a:t>
            </a:r>
            <a:r>
              <a:rPr lang="en-US" sz="1400" dirty="0"/>
              <a:t>('c:\\delicious')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</a:t>
            </a:r>
            <a:r>
              <a:rPr lang="en-US" sz="1400" dirty="0" err="1"/>
              <a:t>os.getcwd</a:t>
            </a:r>
            <a:r>
              <a:rPr lang="en-US" sz="1400" dirty="0"/>
              <a:t>()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'c:\\delicious’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for filename in </a:t>
            </a:r>
            <a:r>
              <a:rPr lang="en-US" sz="1400" dirty="0" err="1"/>
              <a:t>os.listdir</a:t>
            </a:r>
            <a:r>
              <a:rPr lang="en-US" sz="1400" dirty="0"/>
              <a:t>():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	if </a:t>
            </a:r>
            <a:r>
              <a:rPr lang="en-US" sz="1400" dirty="0" err="1"/>
              <a:t>filename.endswith</a:t>
            </a:r>
            <a:r>
              <a:rPr lang="en-US" sz="1400" dirty="0"/>
              <a:t>('.</a:t>
            </a:r>
            <a:r>
              <a:rPr lang="en-US" sz="1400" dirty="0" err="1"/>
              <a:t>rxt</a:t>
            </a:r>
            <a:r>
              <a:rPr lang="en-US" sz="1400" dirty="0"/>
              <a:t>'):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		#</a:t>
            </a:r>
            <a:r>
              <a:rPr lang="en-US" sz="1400" dirty="0" err="1"/>
              <a:t>os.unlink</a:t>
            </a:r>
            <a:r>
              <a:rPr lang="en-US" sz="1400" dirty="0"/>
              <a:t>(filename)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		print(filename)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	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for filename in </a:t>
            </a:r>
            <a:r>
              <a:rPr lang="en-US" sz="1400" dirty="0" err="1"/>
              <a:t>os.listdir</a:t>
            </a:r>
            <a:r>
              <a:rPr lang="en-US" sz="1400" dirty="0"/>
              <a:t>():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	if </a:t>
            </a:r>
            <a:r>
              <a:rPr lang="en-US" sz="1400" dirty="0" err="1"/>
              <a:t>filename.endswith</a:t>
            </a:r>
            <a:r>
              <a:rPr lang="en-US" sz="1400" dirty="0"/>
              <a:t>('.txt'):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		#</a:t>
            </a:r>
            <a:r>
              <a:rPr lang="en-US" sz="1400" dirty="0" err="1"/>
              <a:t>os.unlink</a:t>
            </a:r>
            <a:r>
              <a:rPr lang="en-US" sz="1400" dirty="0"/>
              <a:t>(filename)print(filename)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		print(filename)	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HelloBeSafe.txt</a:t>
            </a:r>
            <a:endParaRPr lang="tr-TR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23</a:t>
            </a:fld>
            <a:endParaRPr lang="en-US" noProof="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351190B-62F1-460B-9C86-A2F200641CCB}"/>
              </a:ext>
            </a:extLst>
          </p:cNvPr>
          <p:cNvSpPr txBox="1">
            <a:spLocks/>
          </p:cNvSpPr>
          <p:nvPr/>
        </p:nvSpPr>
        <p:spPr>
          <a:xfrm>
            <a:off x="1561473" y="4656946"/>
            <a:ext cx="6008559" cy="1998688"/>
          </a:xfrm>
          <a:prstGeom prst="rect">
            <a:avLst/>
          </a:prstGeom>
          <a:solidFill>
            <a:schemeClr val="accent4">
              <a:lumMod val="40000"/>
              <a:lumOff val="60000"/>
              <a:alpha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7169" lvl="1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tr-TR" sz="1400" dirty="0"/>
              <a:t>&gt;&gt;&gt; for filename in os.listdir():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tr-TR" sz="1400" dirty="0"/>
              <a:t>	if filename.endswith('.txt'):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tr-TR" sz="1400" dirty="0"/>
              <a:t>		print(filename +' to be deleted !')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tr-TR" sz="1400" dirty="0"/>
              <a:t>		os.unlink(filename)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tr-TR" sz="1400" dirty="0"/>
              <a:t>		print(filename +' is deleted !')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tr-TR" sz="1400" dirty="0"/>
              <a:t>		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tr-TR" sz="1400" dirty="0"/>
              <a:t>HelloBeSafe.txt to be deleted !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tr-TR" sz="1400" dirty="0"/>
              <a:t>HelloBeSafe.txt is deleted !</a:t>
            </a:r>
          </a:p>
        </p:txBody>
      </p:sp>
    </p:spTree>
    <p:extLst>
      <p:ext uri="{BB962C8B-B14F-4D97-AF65-F5344CB8AC3E}">
        <p14:creationId xmlns:p14="http://schemas.microsoft.com/office/powerpoint/2010/main" val="594847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0743682-8D73-49BE-8271-9EDCB090AAC4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231" y="277100"/>
            <a:ext cx="8505000" cy="432000"/>
          </a:xfrm>
        </p:spPr>
        <p:txBody>
          <a:bodyPr/>
          <a:lstStyle/>
          <a:p>
            <a:pPr algn="ctr"/>
            <a:r>
              <a:rPr lang="en-US" dirty="0" err="1">
                <a:highlight>
                  <a:srgbClr val="FFFF00"/>
                </a:highlight>
                <a:latin typeface="NewBaskerville-Roman"/>
              </a:rPr>
              <a:t>os.rmdir</a:t>
            </a:r>
            <a:r>
              <a:rPr lang="en-US" dirty="0">
                <a:highlight>
                  <a:srgbClr val="FFFF00"/>
                </a:highlight>
                <a:latin typeface="NewBaskerville-Roman"/>
              </a:rPr>
              <a:t>(path)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4066" y="869431"/>
            <a:ext cx="6490741" cy="2233533"/>
          </a:xfrm>
          <a:solidFill>
            <a:schemeClr val="accent4">
              <a:lumMod val="40000"/>
              <a:lumOff val="60000"/>
              <a:alpha val="80000"/>
            </a:schemeClr>
          </a:solidFill>
        </p:spPr>
        <p:txBody>
          <a:bodyPr/>
          <a:lstStyle/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</a:t>
            </a:r>
            <a:r>
              <a:rPr lang="en-US" sz="1400" dirty="0" err="1"/>
              <a:t>os.listdir</a:t>
            </a:r>
            <a:r>
              <a:rPr lang="en-US" sz="1400" dirty="0"/>
              <a:t>('c:\\delicious\\walnut\\waffles\\__</a:t>
            </a:r>
            <a:r>
              <a:rPr lang="en-US" sz="1400" dirty="0" err="1"/>
              <a:t>pycache</a:t>
            </a:r>
            <a:r>
              <a:rPr lang="en-US" sz="1400" dirty="0"/>
              <a:t>__')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['myCats.cpython-38.pyc']</a:t>
            </a: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</a:t>
            </a:r>
            <a:r>
              <a:rPr lang="en-US" sz="1400" dirty="0" err="1"/>
              <a:t>os.rmdir</a:t>
            </a:r>
            <a:r>
              <a:rPr lang="en-US" sz="1400" dirty="0"/>
              <a:t>('c:\\delicious\\walnut\\waffles\\__</a:t>
            </a:r>
            <a:r>
              <a:rPr lang="en-US" sz="1400" dirty="0" err="1"/>
              <a:t>pycache</a:t>
            </a:r>
            <a:r>
              <a:rPr lang="en-US" sz="1400" dirty="0"/>
              <a:t>__')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Traceback (most recent call last):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  File "&lt;pyshell#56&gt;", line 1, in &lt;module&gt;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    </a:t>
            </a:r>
            <a:r>
              <a:rPr lang="en-US" sz="1400" dirty="0" err="1"/>
              <a:t>os.rmdir</a:t>
            </a:r>
            <a:r>
              <a:rPr lang="en-US" sz="1400" dirty="0"/>
              <a:t>('c:\\delicious\\walnut\\waffles\\__</a:t>
            </a:r>
            <a:r>
              <a:rPr lang="en-US" sz="1400" dirty="0" err="1"/>
              <a:t>pycache</a:t>
            </a:r>
            <a:r>
              <a:rPr lang="en-US" sz="1400" dirty="0"/>
              <a:t>__')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 err="1"/>
              <a:t>OSError</a:t>
            </a:r>
            <a:r>
              <a:rPr lang="en-US" sz="1400" dirty="0"/>
              <a:t>: [</a:t>
            </a:r>
            <a:r>
              <a:rPr lang="en-US" sz="1400" dirty="0" err="1"/>
              <a:t>WinError</a:t>
            </a:r>
            <a:r>
              <a:rPr lang="en-US" sz="1400" dirty="0"/>
              <a:t> 145] </a:t>
            </a:r>
            <a:r>
              <a:rPr lang="en-US" sz="1400" dirty="0" err="1"/>
              <a:t>Dizin</a:t>
            </a:r>
            <a:r>
              <a:rPr lang="en-US" sz="1400" dirty="0"/>
              <a:t> </a:t>
            </a:r>
            <a:r>
              <a:rPr lang="en-US" sz="1400" dirty="0" err="1"/>
              <a:t>boş</a:t>
            </a:r>
            <a:r>
              <a:rPr lang="en-US" sz="1400" dirty="0"/>
              <a:t> </a:t>
            </a:r>
            <a:r>
              <a:rPr lang="en-US" sz="1400" dirty="0" err="1"/>
              <a:t>değil</a:t>
            </a:r>
            <a:r>
              <a:rPr lang="en-US" sz="1400" dirty="0"/>
              <a:t>: 'c:\\delicious\\walnut\\waffles\\__</a:t>
            </a:r>
            <a:r>
              <a:rPr lang="en-US" sz="1400" dirty="0" err="1"/>
              <a:t>pycache</a:t>
            </a:r>
            <a:r>
              <a:rPr lang="en-US" sz="1400" dirty="0"/>
              <a:t>__'</a:t>
            </a:r>
            <a:endParaRPr lang="tr-TR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24</a:t>
            </a:fld>
            <a:endParaRPr lang="en-US" noProof="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351190B-62F1-460B-9C86-A2F200641CCB}"/>
              </a:ext>
            </a:extLst>
          </p:cNvPr>
          <p:cNvSpPr txBox="1">
            <a:spLocks/>
          </p:cNvSpPr>
          <p:nvPr/>
        </p:nvSpPr>
        <p:spPr>
          <a:xfrm>
            <a:off x="1424066" y="3297836"/>
            <a:ext cx="6445770" cy="3357798"/>
          </a:xfrm>
          <a:prstGeom prst="rect">
            <a:avLst/>
          </a:prstGeom>
          <a:solidFill>
            <a:schemeClr val="accent4">
              <a:lumMod val="40000"/>
              <a:lumOff val="60000"/>
              <a:alpha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os.unlink('c:\\delicious\\walnut\\waffles\\__pycache__\\myCats.cpython-38.pyc')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os.listdir('c:\\delicious\\\\walnut\\waffles\\__pycache__')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[]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os.listdir('c:\\delicious\\\\walnut\\waffles')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['bacon.txt', 'Hello.txt', 'HelloBeSafe.txt', 'HelloWellcome.txt', 'myCats.py', 'mydata.bak', 'mydata.dat', 'mydata.dir', 'sonnet29.txt', </a:t>
            </a:r>
            <a:r>
              <a:rPr lang="tr-TR" sz="1400" dirty="0">
                <a:solidFill>
                  <a:srgbClr val="FF0000"/>
                </a:solidFill>
              </a:rPr>
              <a:t>'__pycache__’]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os.rmdir('c:\\delicious\\walnut\\waffles\\__pycache__’)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os.listdir('c:\\delicious\\\\walnut\\waffles')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['bacon.txt', 'Hello.txt', 'HelloBeSafe.txt', 'HelloWellcome.txt', 'myCats.py', 'mydata.bak', 'mydata.dat', 'mydata.dir', 'sonnet29.txt']</a:t>
            </a:r>
          </a:p>
        </p:txBody>
      </p:sp>
    </p:spTree>
    <p:extLst>
      <p:ext uri="{BB962C8B-B14F-4D97-AF65-F5344CB8AC3E}">
        <p14:creationId xmlns:p14="http://schemas.microsoft.com/office/powerpoint/2010/main" val="13244941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0743682-8D73-49BE-8271-9EDCB090AAC4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231" y="277100"/>
            <a:ext cx="8505000" cy="432000"/>
          </a:xfrm>
        </p:spPr>
        <p:txBody>
          <a:bodyPr/>
          <a:lstStyle/>
          <a:p>
            <a:pPr algn="ctr"/>
            <a:r>
              <a:rPr lang="tr-TR" dirty="0">
                <a:highlight>
                  <a:srgbClr val="FFFF00"/>
                </a:highlight>
              </a:rPr>
              <a:t>shutil.rmtree(path)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09076" y="3642613"/>
            <a:ext cx="6490741" cy="404732"/>
          </a:xfrm>
          <a:solidFill>
            <a:schemeClr val="accent4">
              <a:lumMod val="40000"/>
              <a:lumOff val="60000"/>
              <a:alpha val="80000"/>
            </a:schemeClr>
          </a:solidFill>
        </p:spPr>
        <p:txBody>
          <a:bodyPr/>
          <a:lstStyle/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 err="1"/>
              <a:t>shutil.rmtree</a:t>
            </a:r>
            <a:r>
              <a:rPr lang="en-US" sz="1400" dirty="0"/>
              <a:t>('c:\\delicious\\walnut\\waffles')</a:t>
            </a:r>
            <a:endParaRPr lang="tr-TR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25</a:t>
            </a:fld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07C166-0D6E-472F-A5D7-C73296A3157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3198" y="662222"/>
            <a:ext cx="8326491" cy="28304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95E8D2-D7B9-43A1-BE20-640AAEECE9AD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4557" y="4185535"/>
            <a:ext cx="8293411" cy="2515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857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586" y="432000"/>
            <a:ext cx="8199413" cy="432000"/>
          </a:xfrm>
        </p:spPr>
        <p:txBody>
          <a:bodyPr/>
          <a:lstStyle/>
          <a:p>
            <a:pPr algn="ctr"/>
            <a:r>
              <a:rPr lang="en-US" dirty="0"/>
              <a:t>Safe Deletes with the send2trash Module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52163" y="1169857"/>
            <a:ext cx="5149227" cy="419015"/>
          </a:xfrm>
        </p:spPr>
        <p:txBody>
          <a:bodyPr/>
          <a:lstStyle/>
          <a:p>
            <a:pPr algn="ctr"/>
            <a:r>
              <a:rPr lang="tr-TR" sz="1600" dirty="0">
                <a:latin typeface="NewBaskerville-Roman"/>
              </a:rPr>
              <a:t>install third-party send2trash module: </a:t>
            </a:r>
            <a:r>
              <a:rPr lang="tr-TR" sz="1400" dirty="0"/>
              <a:t>pip install send2trash</a:t>
            </a:r>
            <a:endParaRPr lang="tr-TR" sz="1600" dirty="0"/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553590" y="3926335"/>
            <a:ext cx="1620440" cy="297795"/>
          </a:xfrm>
        </p:spPr>
        <p:txBody>
          <a:bodyPr/>
          <a:lstStyle/>
          <a:p>
            <a:pPr algn="l"/>
            <a:r>
              <a:rPr lang="tr-TR" sz="1400" dirty="0">
                <a:latin typeface="NewBaskerville-Roman"/>
              </a:rPr>
              <a:t>send to trash</a:t>
            </a:r>
            <a:endParaRPr lang="en-US" sz="1400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59835" y="4529987"/>
            <a:ext cx="1800818" cy="1271206"/>
          </a:xfrm>
        </p:spPr>
        <p:txBody>
          <a:bodyPr/>
          <a:lstStyle/>
          <a:p>
            <a:pPr algn="l"/>
            <a:r>
              <a:rPr lang="tr-TR" sz="1400" b="1" dirty="0"/>
              <a:t>files and folders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sz="1400" dirty="0">
                <a:latin typeface="NewBaskerville-Roman"/>
              </a:rPr>
              <a:t>sent </a:t>
            </a:r>
            <a:r>
              <a:rPr lang="en-US" sz="1400" dirty="0">
                <a:latin typeface="NewBaskerville-Roman"/>
              </a:rPr>
              <a:t>to computer’s</a:t>
            </a:r>
            <a:endParaRPr lang="tr-TR" sz="1400" dirty="0">
              <a:latin typeface="NewBaskerville-Roman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>
                <a:latin typeface="NewBaskerville-Roman"/>
              </a:rPr>
              <a:t>trash or recycle bin</a:t>
            </a:r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22492" y="3926335"/>
            <a:ext cx="1678898" cy="297795"/>
          </a:xfrm>
        </p:spPr>
        <p:txBody>
          <a:bodyPr/>
          <a:lstStyle/>
          <a:p>
            <a:pPr algn="l"/>
            <a:r>
              <a:rPr lang="tr-TR" sz="1400" dirty="0">
                <a:latin typeface="NewBaskerville-Roman"/>
              </a:rPr>
              <a:t>alternative deletion</a:t>
            </a:r>
            <a:endParaRPr lang="en-US" sz="1400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93011" y="4543133"/>
            <a:ext cx="1890337" cy="900000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tr-TR" sz="1400" b="1" dirty="0"/>
              <a:t>moved to trash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>
                <a:latin typeface="NewBaskerville-Roman"/>
              </a:rPr>
              <a:t>instead of permanently deleting them</a:t>
            </a:r>
            <a:endParaRPr lang="tr-TR" sz="1400" dirty="0">
              <a:latin typeface="NewBaskerville-Roman"/>
            </a:endParaRPr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19584" y="3897443"/>
            <a:ext cx="1660311" cy="265490"/>
          </a:xfrm>
        </p:spPr>
        <p:txBody>
          <a:bodyPr/>
          <a:lstStyle/>
          <a:p>
            <a:pPr algn="l"/>
            <a:r>
              <a:rPr lang="tr-TR" sz="1400" dirty="0"/>
              <a:t>restore</a:t>
            </a:r>
            <a:endParaRPr lang="en-US" sz="140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9202" y="4514831"/>
            <a:ext cx="2236429" cy="941589"/>
          </a:xfrm>
        </p:spPr>
        <p:txBody>
          <a:bodyPr/>
          <a:lstStyle/>
          <a:p>
            <a:pPr algn="l"/>
            <a:r>
              <a:rPr lang="tr-TR" sz="1400" b="1" dirty="0"/>
              <a:t>restore later is possible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/>
              <a:t>restore</a:t>
            </a:r>
            <a:r>
              <a:rPr lang="tr-TR" sz="1400" dirty="0"/>
              <a:t> later</a:t>
            </a:r>
            <a:endParaRPr lang="en-US" sz="14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/>
              <a:t>from the recycle bin</a:t>
            </a:r>
            <a:endParaRPr lang="tr-TR" sz="1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6309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953E353-3A66-4A0A-B276-7F6E088047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B6816F-B457-4100-9975-0F3BAA3F5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4085" y="384491"/>
            <a:ext cx="6580682" cy="432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/>
          <a:lstStyle/>
          <a:p>
            <a:pPr algn="ctr"/>
            <a:r>
              <a:rPr lang="tr-TR" dirty="0">
                <a:solidFill>
                  <a:srgbClr val="00B0F0"/>
                </a:solidFill>
                <a:latin typeface="TheSansMonoCondensed-Plain"/>
              </a:rPr>
              <a:t>send2trash() </a:t>
            </a:r>
            <a:r>
              <a:rPr lang="tr-TR" dirty="0">
                <a:latin typeface="TheSansMonoCondensed-Plain"/>
              </a:rPr>
              <a:t>can’t call back from trash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E73219-73B6-4A50-8412-77850D562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39073" y="4260686"/>
            <a:ext cx="2502160" cy="281336"/>
          </a:xfrm>
          <a:solidFill>
            <a:schemeClr val="bg1">
              <a:lumMod val="85000"/>
              <a:alpha val="75000"/>
            </a:schemeClr>
          </a:solidFill>
        </p:spPr>
        <p:txBody>
          <a:bodyPr/>
          <a:lstStyle/>
          <a:p>
            <a:r>
              <a:rPr lang="tr-TR" dirty="0">
                <a:solidFill>
                  <a:schemeClr val="tx1"/>
                </a:solidFill>
              </a:rPr>
              <a:t>no incarnation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9AED6-5408-4E4A-93B2-3909F2C877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337464" y="6140200"/>
            <a:ext cx="324000" cy="432000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73F52C3-E381-4B04-B9A7-B6D338DCC9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023672" y="2586382"/>
            <a:ext cx="5231567" cy="1056230"/>
          </a:xfrm>
          <a:gradFill flip="none" rotWithShape="1">
            <a:gsLst>
              <a:gs pos="0">
                <a:schemeClr val="accent1">
                  <a:tint val="66000"/>
                  <a:satMod val="160000"/>
                  <a:alpha val="33000"/>
                </a:schemeClr>
              </a:gs>
              <a:gs pos="22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/>
          <a:lstStyle/>
          <a:p>
            <a:pPr marL="207169" lvl="1" indent="0">
              <a:lnSpc>
                <a:spcPct val="150000"/>
              </a:lnSpc>
              <a:buNone/>
            </a:pPr>
            <a:r>
              <a:rPr lang="en-US" sz="1800" i="1" dirty="0"/>
              <a:t>function can only send files to the recycle bin</a:t>
            </a:r>
            <a:endParaRPr lang="tr-TR" sz="1800" i="1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29703B9-D06C-466D-B2FA-5D32C725CCA5}"/>
              </a:ext>
            </a:extLst>
          </p:cNvPr>
          <p:cNvSpPr txBox="1">
            <a:spLocks/>
          </p:cNvSpPr>
          <p:nvPr/>
        </p:nvSpPr>
        <p:spPr>
          <a:xfrm>
            <a:off x="3014220" y="1999670"/>
            <a:ext cx="3596441" cy="293826"/>
          </a:xfrm>
          <a:prstGeom prst="rect">
            <a:avLst/>
          </a:prstGeom>
          <a:solidFill>
            <a:schemeClr val="bg1">
              <a:lumMod val="85000"/>
              <a:alpha val="75000"/>
            </a:schemeClr>
          </a:solidFill>
        </p:spPr>
        <p:txBody>
          <a:bodyPr vert="horz" lIns="0" tIns="0" rIns="0" bIns="0" rtlCol="0" anchor="t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>
                <a:latin typeface="NewBaskerville-Roman"/>
              </a:rPr>
              <a:t>sent to trash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BD7B7584-F064-469D-9659-9FE4493909E6}"/>
              </a:ext>
            </a:extLst>
          </p:cNvPr>
          <p:cNvSpPr txBox="1">
            <a:spLocks/>
          </p:cNvSpPr>
          <p:nvPr/>
        </p:nvSpPr>
        <p:spPr>
          <a:xfrm>
            <a:off x="2098623" y="4687504"/>
            <a:ext cx="5126636" cy="1338542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  <a:alpha val="33000"/>
                </a:schemeClr>
              </a:gs>
              <a:gs pos="22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7169" lvl="1" indent="0">
              <a:lnSpc>
                <a:spcPct val="150000"/>
              </a:lnSpc>
              <a:buNone/>
            </a:pPr>
            <a:r>
              <a:rPr lang="en-US" sz="1800" i="1" dirty="0"/>
              <a:t>it cannot pull files out of it.</a:t>
            </a:r>
            <a:endParaRPr lang="tr-TR" sz="18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43855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0743682-8D73-49BE-8271-9EDCB090AAC4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231" y="277100"/>
            <a:ext cx="8505000" cy="432000"/>
          </a:xfrm>
        </p:spPr>
        <p:txBody>
          <a:bodyPr/>
          <a:lstStyle/>
          <a:p>
            <a:pPr algn="ctr"/>
            <a:r>
              <a:rPr lang="tr-TR" dirty="0">
                <a:highlight>
                  <a:srgbClr val="FFFF00"/>
                </a:highlight>
              </a:rPr>
              <a:t>send2trash.send2trash(path)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49115" y="1064304"/>
            <a:ext cx="6490741" cy="2293493"/>
          </a:xfrm>
          <a:solidFill>
            <a:schemeClr val="accent4">
              <a:lumMod val="40000"/>
              <a:lumOff val="60000"/>
              <a:alpha val="80000"/>
            </a:schemeClr>
          </a:solidFill>
        </p:spPr>
        <p:txBody>
          <a:bodyPr/>
          <a:lstStyle/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</a:t>
            </a:r>
            <a:r>
              <a:rPr lang="en-US" sz="1400" dirty="0" err="1"/>
              <a:t>baconFile</a:t>
            </a:r>
            <a:r>
              <a:rPr lang="en-US" sz="1400" dirty="0"/>
              <a:t> = open('bacon.txt', 'a') # creates the file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</a:t>
            </a:r>
            <a:r>
              <a:rPr lang="en-US" sz="1400" dirty="0" err="1"/>
              <a:t>baconFile.write</a:t>
            </a:r>
            <a:r>
              <a:rPr lang="en-US" sz="1400" dirty="0"/>
              <a:t>('Bacon is not a vegetable.')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25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</a:t>
            </a:r>
            <a:r>
              <a:rPr lang="en-US" sz="1400" dirty="0" err="1"/>
              <a:t>baconFile.close</a:t>
            </a:r>
            <a:r>
              <a:rPr lang="en-US" sz="1400" dirty="0"/>
              <a:t>()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</a:t>
            </a:r>
            <a:r>
              <a:rPr lang="en-US" sz="1400" dirty="0" err="1"/>
              <a:t>os.listdir</a:t>
            </a:r>
            <a:r>
              <a:rPr lang="en-US" sz="1400" dirty="0"/>
              <a:t>()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['bacon.txt', 'walnut’]</a:t>
            </a: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send2trash.send2trash('bacon.txt')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os.listdir()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['walnut']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544277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3105665"/>
          </a:xfrm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en-US" sz="2800" dirty="0"/>
              <a:t>Chapter </a:t>
            </a:r>
            <a:r>
              <a:rPr lang="tr-TR" sz="2800" dirty="0"/>
              <a:t>9</a:t>
            </a:r>
            <a:r>
              <a:rPr lang="en-US" sz="2800" dirty="0"/>
              <a:t>: </a:t>
            </a:r>
            <a:r>
              <a:rPr lang="tr-TR" sz="2800" dirty="0"/>
              <a:t>Organizing</a:t>
            </a:r>
            <a:r>
              <a:rPr lang="en-US" sz="2800" dirty="0"/>
              <a:t> Files</a:t>
            </a:r>
            <a:endParaRPr lang="tr-TR" sz="28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3192379"/>
            <a:ext cx="4506965" cy="3047999"/>
          </a:xfrm>
          <a:blipFill>
            <a:blip r:embed="rId5"/>
            <a:tile tx="0" ty="0" sx="100000" sy="100000" flip="none" algn="tl"/>
          </a:blipFill>
        </p:spPr>
        <p:txBody>
          <a:bodyPr/>
          <a:lstStyle/>
          <a:p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Walking a Directory Tree</a:t>
            </a:r>
          </a:p>
          <a:p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29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11" name="Picture Placeholder 10" descr="A view of a city with large buildings in the background&#10;&#10;Description automatically generated">
            <a:extLst>
              <a:ext uri="{FF2B5EF4-FFF2-40B4-BE49-F238E27FC236}">
                <a16:creationId xmlns:a16="http://schemas.microsoft.com/office/drawing/2014/main" id="{2D244EDE-2A41-40D2-B559-DCF5FDEB4C2F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853" r="785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1001338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Directory Walk Through with Python</a:t>
            </a: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508956"/>
          </a:xfrm>
        </p:spPr>
        <p:txBody>
          <a:bodyPr/>
          <a:lstStyle/>
          <a:p>
            <a:r>
              <a:rPr lang="en-US" sz="1400" dirty="0"/>
              <a:t>Python provides a function to handle</a:t>
            </a:r>
            <a:r>
              <a:rPr lang="tr-TR" sz="1400" dirty="0"/>
              <a:t> directory walk through</a:t>
            </a:r>
            <a:endParaRPr lang="en-US" sz="1400" dirty="0"/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505242" y="3851385"/>
            <a:ext cx="1659561" cy="504000"/>
          </a:xfrm>
        </p:spPr>
        <p:txBody>
          <a:bodyPr/>
          <a:lstStyle/>
          <a:p>
            <a:pPr algn="l"/>
            <a:r>
              <a:rPr lang="tr-TR" sz="1400" dirty="0"/>
              <a:t>walk through</a:t>
            </a:r>
            <a:endParaRPr lang="en-US" sz="1400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05243" y="4760987"/>
            <a:ext cx="1955409" cy="1355000"/>
          </a:xfrm>
        </p:spPr>
        <p:txBody>
          <a:bodyPr/>
          <a:lstStyle/>
          <a:p>
            <a:pPr algn="l"/>
            <a:r>
              <a:rPr lang="tr-TR" sz="1400" dirty="0"/>
              <a:t>visiting directories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sz="1400" dirty="0"/>
              <a:t>and subdirectories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sz="1400" dirty="0"/>
              <a:t>in </a:t>
            </a:r>
            <a:r>
              <a:rPr lang="en-US" sz="1400" dirty="0"/>
              <a:t>the directory tree</a:t>
            </a:r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944474" y="3926335"/>
            <a:ext cx="1441374" cy="504000"/>
          </a:xfrm>
        </p:spPr>
        <p:txBody>
          <a:bodyPr/>
          <a:lstStyle/>
          <a:p>
            <a:pPr algn="l"/>
            <a:r>
              <a:rPr lang="tr-TR" sz="1400" dirty="0"/>
              <a:t>touche files</a:t>
            </a:r>
            <a:endParaRPr lang="en-US" sz="1400" dirty="0">
              <a:solidFill>
                <a:srgbClr val="00B0F0"/>
              </a:solidFill>
            </a:endParaRP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89611" y="4688111"/>
            <a:ext cx="1793737" cy="1292963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tr-TR" sz="1400" dirty="0"/>
              <a:t>touch files &amp; folders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sz="1400" dirty="0"/>
              <a:t>renaming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sz="1400" dirty="0"/>
              <a:t>deleting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sz="1400" dirty="0"/>
              <a:t>moving</a:t>
            </a:r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51095" y="3912267"/>
            <a:ext cx="1953422" cy="504000"/>
          </a:xfrm>
        </p:spPr>
        <p:txBody>
          <a:bodyPr/>
          <a:lstStyle/>
          <a:p>
            <a:pPr algn="l"/>
            <a:r>
              <a:rPr lang="tr-TR" sz="1400" dirty="0">
                <a:solidFill>
                  <a:srgbClr val="00B0F0"/>
                </a:solidFill>
              </a:rPr>
              <a:t>os.walk(path)</a:t>
            </a:r>
            <a:endParaRPr lang="en-US" sz="1400" dirty="0">
              <a:solidFill>
                <a:srgbClr val="00B0F0"/>
              </a:solidFill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00997" y="4667533"/>
            <a:ext cx="2761649" cy="1058710"/>
          </a:xfrm>
        </p:spPr>
        <p:txBody>
          <a:bodyPr/>
          <a:lstStyle/>
          <a:p>
            <a:pPr algn="l"/>
            <a:r>
              <a:rPr lang="tr-TR" sz="1400" dirty="0"/>
              <a:t>walks through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sz="1400" dirty="0"/>
              <a:t>a whole directory tree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sz="1400" dirty="0"/>
              <a:t>starting from the path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5271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94C755E-80A1-4879-9042-4489E8D81B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331" y="59960"/>
            <a:ext cx="7180289" cy="432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algn="ctr"/>
            <a:r>
              <a:rPr lang="tr-TR" dirty="0"/>
              <a:t>visitDirectoryTree.py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9095" y="674557"/>
            <a:ext cx="6550702" cy="3897443"/>
          </a:xfrm>
          <a:solidFill>
            <a:schemeClr val="accent4">
              <a:lumMod val="40000"/>
              <a:lumOff val="60000"/>
              <a:alpha val="85000"/>
            </a:schemeClr>
          </a:solidFill>
        </p:spPr>
        <p:txBody>
          <a:bodyPr/>
          <a:lstStyle/>
          <a:p>
            <a:pPr marL="207169" lvl="1" indent="0">
              <a:buNone/>
            </a:pPr>
            <a:endParaRPr lang="tr-TR" sz="1600" dirty="0"/>
          </a:p>
          <a:p>
            <a:pPr marL="207169" lvl="1" indent="0">
              <a:buNone/>
            </a:pPr>
            <a:r>
              <a:rPr lang="fr-FR" sz="1600" dirty="0"/>
              <a:t>import os</a:t>
            </a:r>
          </a:p>
          <a:p>
            <a:pPr marL="207169" lvl="1" indent="0">
              <a:buNone/>
            </a:pPr>
            <a:endParaRPr lang="fr-FR" sz="1600" dirty="0"/>
          </a:p>
          <a:p>
            <a:pPr marL="207169" lvl="1" indent="0">
              <a:buNone/>
            </a:pPr>
            <a:r>
              <a:rPr lang="fr-FR" sz="1600" dirty="0" err="1"/>
              <a:t>def</a:t>
            </a:r>
            <a:r>
              <a:rPr lang="fr-FR" sz="1600" dirty="0"/>
              <a:t> </a:t>
            </a:r>
            <a:r>
              <a:rPr lang="fr-FR" sz="1600" dirty="0" err="1"/>
              <a:t>walkThrough</a:t>
            </a:r>
            <a:r>
              <a:rPr lang="fr-FR" sz="1600" dirty="0"/>
              <a:t>(</a:t>
            </a:r>
            <a:r>
              <a:rPr lang="fr-FR" sz="1600" dirty="0" err="1"/>
              <a:t>path</a:t>
            </a:r>
            <a:r>
              <a:rPr lang="fr-FR" sz="1600" dirty="0"/>
              <a:t>):</a:t>
            </a:r>
          </a:p>
          <a:p>
            <a:pPr marL="207169" lvl="1" indent="0">
              <a:buNone/>
            </a:pPr>
            <a:r>
              <a:rPr lang="fr-FR" sz="1600" dirty="0"/>
              <a:t>    for </a:t>
            </a:r>
            <a:r>
              <a:rPr lang="fr-FR" sz="1600" dirty="0" err="1"/>
              <a:t>folderName</a:t>
            </a:r>
            <a:r>
              <a:rPr lang="fr-FR" sz="1600" dirty="0"/>
              <a:t>, </a:t>
            </a:r>
            <a:r>
              <a:rPr lang="fr-FR" sz="1600" dirty="0" err="1"/>
              <a:t>subfolders</a:t>
            </a:r>
            <a:r>
              <a:rPr lang="fr-FR" sz="1600" dirty="0"/>
              <a:t>, </a:t>
            </a:r>
            <a:r>
              <a:rPr lang="fr-FR" sz="1600" dirty="0" err="1"/>
              <a:t>filenames</a:t>
            </a:r>
            <a:r>
              <a:rPr lang="fr-FR" sz="1600" dirty="0"/>
              <a:t> in </a:t>
            </a:r>
            <a:r>
              <a:rPr lang="fr-FR" sz="1600" dirty="0" err="1"/>
              <a:t>os.walk</a:t>
            </a:r>
            <a:r>
              <a:rPr lang="fr-FR" sz="1600" dirty="0"/>
              <a:t>(</a:t>
            </a:r>
            <a:r>
              <a:rPr lang="fr-FR" sz="1600" dirty="0" err="1"/>
              <a:t>path</a:t>
            </a:r>
            <a:r>
              <a:rPr lang="fr-FR" sz="1600" dirty="0"/>
              <a:t>):</a:t>
            </a:r>
          </a:p>
          <a:p>
            <a:pPr marL="207169" lvl="1" indent="0">
              <a:buNone/>
            </a:pPr>
            <a:r>
              <a:rPr lang="fr-FR" sz="1600" dirty="0"/>
              <a:t>        </a:t>
            </a:r>
            <a:r>
              <a:rPr lang="fr-FR" sz="1600" dirty="0" err="1"/>
              <a:t>print</a:t>
            </a:r>
            <a:r>
              <a:rPr lang="fr-FR" sz="1600" dirty="0"/>
              <a:t>('The </a:t>
            </a:r>
            <a:r>
              <a:rPr lang="fr-FR" sz="1600" dirty="0" err="1"/>
              <a:t>current</a:t>
            </a:r>
            <a:r>
              <a:rPr lang="fr-FR" sz="1600" dirty="0"/>
              <a:t> folder </a:t>
            </a:r>
            <a:r>
              <a:rPr lang="fr-FR" sz="1600" dirty="0" err="1"/>
              <a:t>is</a:t>
            </a:r>
            <a:r>
              <a:rPr lang="fr-FR" sz="1600" dirty="0"/>
              <a:t> ' + </a:t>
            </a:r>
            <a:r>
              <a:rPr lang="fr-FR" sz="1600" dirty="0" err="1"/>
              <a:t>folderName</a:t>
            </a:r>
            <a:r>
              <a:rPr lang="fr-FR" sz="1600" dirty="0"/>
              <a:t>)</a:t>
            </a:r>
          </a:p>
          <a:p>
            <a:pPr marL="207169" lvl="1" indent="0">
              <a:buNone/>
            </a:pPr>
            <a:endParaRPr lang="fr-FR" sz="1600" dirty="0"/>
          </a:p>
          <a:p>
            <a:pPr marL="207169" lvl="1" indent="0">
              <a:buNone/>
            </a:pPr>
            <a:r>
              <a:rPr lang="fr-FR" sz="1600" dirty="0"/>
              <a:t>        for </a:t>
            </a:r>
            <a:r>
              <a:rPr lang="fr-FR" sz="1600" dirty="0" err="1"/>
              <a:t>subfolder</a:t>
            </a:r>
            <a:r>
              <a:rPr lang="fr-FR" sz="1600" dirty="0"/>
              <a:t> in </a:t>
            </a:r>
            <a:r>
              <a:rPr lang="fr-FR" sz="1600" dirty="0" err="1"/>
              <a:t>subfolders</a:t>
            </a:r>
            <a:r>
              <a:rPr lang="fr-FR" sz="1600" dirty="0"/>
              <a:t>:</a:t>
            </a:r>
          </a:p>
          <a:p>
            <a:pPr marL="207169" lvl="1" indent="0">
              <a:buNone/>
            </a:pPr>
            <a:r>
              <a:rPr lang="fr-FR" sz="1600" dirty="0"/>
              <a:t>            </a:t>
            </a:r>
            <a:r>
              <a:rPr lang="fr-FR" sz="1600" dirty="0" err="1"/>
              <a:t>print</a:t>
            </a:r>
            <a:r>
              <a:rPr lang="fr-FR" sz="1600" dirty="0"/>
              <a:t>('SUBFOLDER OF ' + </a:t>
            </a:r>
            <a:r>
              <a:rPr lang="fr-FR" sz="1600" dirty="0" err="1"/>
              <a:t>folderName</a:t>
            </a:r>
            <a:r>
              <a:rPr lang="fr-FR" sz="1600" dirty="0"/>
              <a:t> + ': ' + </a:t>
            </a:r>
            <a:r>
              <a:rPr lang="fr-FR" sz="1600" dirty="0" err="1"/>
              <a:t>subfolder</a:t>
            </a:r>
            <a:r>
              <a:rPr lang="fr-FR" sz="1600" dirty="0"/>
              <a:t>)</a:t>
            </a:r>
          </a:p>
          <a:p>
            <a:pPr marL="207169" lvl="1" indent="0">
              <a:buNone/>
            </a:pPr>
            <a:r>
              <a:rPr lang="fr-FR" sz="1600" dirty="0"/>
              <a:t>        </a:t>
            </a:r>
          </a:p>
          <a:p>
            <a:pPr marL="207169" lvl="1" indent="0">
              <a:buNone/>
            </a:pPr>
            <a:r>
              <a:rPr lang="fr-FR" sz="1600" dirty="0"/>
              <a:t>        for </a:t>
            </a:r>
            <a:r>
              <a:rPr lang="fr-FR" sz="1600" dirty="0" err="1"/>
              <a:t>filename</a:t>
            </a:r>
            <a:r>
              <a:rPr lang="fr-FR" sz="1600" dirty="0"/>
              <a:t> in </a:t>
            </a:r>
            <a:r>
              <a:rPr lang="fr-FR" sz="1600" dirty="0" err="1"/>
              <a:t>filenames</a:t>
            </a:r>
            <a:r>
              <a:rPr lang="fr-FR" sz="1600" dirty="0"/>
              <a:t>:</a:t>
            </a:r>
          </a:p>
          <a:p>
            <a:pPr marL="207169" lvl="1" indent="0">
              <a:buNone/>
            </a:pPr>
            <a:r>
              <a:rPr lang="fr-FR" sz="1600" dirty="0"/>
              <a:t>            </a:t>
            </a:r>
            <a:r>
              <a:rPr lang="fr-FR" sz="1600" dirty="0" err="1"/>
              <a:t>print</a:t>
            </a:r>
            <a:r>
              <a:rPr lang="fr-FR" sz="1600" dirty="0"/>
              <a:t>('FILE INSIDE ' + </a:t>
            </a:r>
            <a:r>
              <a:rPr lang="fr-FR" sz="1600" dirty="0" err="1"/>
              <a:t>folderName</a:t>
            </a:r>
            <a:r>
              <a:rPr lang="fr-FR" sz="1600" dirty="0"/>
              <a:t> + ': '+ </a:t>
            </a:r>
            <a:r>
              <a:rPr lang="fr-FR" sz="1600" dirty="0" err="1"/>
              <a:t>filename</a:t>
            </a:r>
            <a:r>
              <a:rPr lang="fr-FR" sz="1600" dirty="0"/>
              <a:t>)</a:t>
            </a:r>
          </a:p>
          <a:p>
            <a:pPr marL="207169" lvl="1" indent="0">
              <a:buNone/>
            </a:pPr>
            <a:endParaRPr lang="fr-FR" sz="1600" dirty="0"/>
          </a:p>
          <a:p>
            <a:pPr marL="207169" lvl="1" indent="0">
              <a:buNone/>
            </a:pPr>
            <a:r>
              <a:rPr lang="fr-FR" sz="1600" dirty="0"/>
              <a:t>    </a:t>
            </a:r>
            <a:r>
              <a:rPr lang="fr-FR" sz="1600" dirty="0" err="1"/>
              <a:t>print</a:t>
            </a:r>
            <a:r>
              <a:rPr lang="fr-FR" sz="1600" dirty="0"/>
              <a:t>('')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42066" y="5850390"/>
            <a:ext cx="324000" cy="432000"/>
          </a:xfrm>
        </p:spPr>
        <p:txBody>
          <a:bodyPr/>
          <a:lstStyle/>
          <a:p>
            <a:fld id="{19B51A1E-902D-48AF-9020-955120F399B6}" type="slidenum">
              <a:rPr lang="en-US" noProof="0" smtClean="0"/>
              <a:pPr/>
              <a:t>31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34125" y="4946754"/>
            <a:ext cx="6610661" cy="1738859"/>
          </a:xfrm>
          <a:solidFill>
            <a:schemeClr val="accent4">
              <a:lumMod val="40000"/>
              <a:lumOff val="60000"/>
              <a:alpha val="85000"/>
            </a:schemeClr>
          </a:solidFill>
        </p:spPr>
        <p:txBody>
          <a:bodyPr/>
          <a:lstStyle/>
          <a:p>
            <a:pPr marL="207169" lvl="1" indent="0">
              <a:buNone/>
            </a:pPr>
            <a:endParaRPr lang="tr-TR" sz="1600" dirty="0"/>
          </a:p>
          <a:p>
            <a:pPr marL="207169" lvl="1" indent="0">
              <a:buNone/>
            </a:pPr>
            <a:r>
              <a:rPr lang="en-US" sz="1600" dirty="0"/>
              <a:t>&gt;&gt;&gt; </a:t>
            </a:r>
            <a:r>
              <a:rPr lang="en-US" sz="1600" dirty="0" err="1"/>
              <a:t>walkThrough</a:t>
            </a:r>
            <a:r>
              <a:rPr lang="en-US" sz="1600" dirty="0"/>
              <a:t>('C:\\delicious')</a:t>
            </a:r>
          </a:p>
          <a:p>
            <a:pPr marL="207169" lvl="1" indent="0">
              <a:buNone/>
            </a:pPr>
            <a:r>
              <a:rPr lang="en-US" sz="1600" dirty="0"/>
              <a:t>The current folder is C:\delicious</a:t>
            </a:r>
          </a:p>
          <a:p>
            <a:pPr marL="207169" lvl="1" indent="0">
              <a:buNone/>
            </a:pPr>
            <a:r>
              <a:rPr lang="en-US" sz="1600" dirty="0"/>
              <a:t>SUBFOLDER OF C:\delicious: walnut</a:t>
            </a:r>
          </a:p>
          <a:p>
            <a:pPr marL="207169" lvl="1" indent="0">
              <a:buNone/>
            </a:pPr>
            <a:r>
              <a:rPr lang="en-US" sz="1600" dirty="0"/>
              <a:t>The current folder is C:\delicious\walnut</a:t>
            </a:r>
          </a:p>
        </p:txBody>
      </p:sp>
    </p:spTree>
    <p:extLst>
      <p:ext uri="{BB962C8B-B14F-4D97-AF65-F5344CB8AC3E}">
        <p14:creationId xmlns:p14="http://schemas.microsoft.com/office/powerpoint/2010/main" val="19781727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3105665"/>
          </a:xfrm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en-US" sz="2800" dirty="0"/>
              <a:t>Chapter </a:t>
            </a:r>
            <a:r>
              <a:rPr lang="tr-TR" sz="2800" dirty="0"/>
              <a:t>9</a:t>
            </a:r>
            <a:r>
              <a:rPr lang="en-US" sz="2800" dirty="0"/>
              <a:t>: </a:t>
            </a:r>
            <a:r>
              <a:rPr lang="tr-TR" sz="2800" dirty="0"/>
              <a:t>Organizing</a:t>
            </a:r>
            <a:r>
              <a:rPr lang="en-US" sz="2800" dirty="0"/>
              <a:t> Files</a:t>
            </a:r>
            <a:endParaRPr lang="tr-TR" sz="28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3192379"/>
            <a:ext cx="4506965" cy="3047999"/>
          </a:xfrm>
          <a:blipFill>
            <a:blip r:embed="rId5"/>
            <a:tile tx="0" ty="0" sx="100000" sy="100000" flip="none" algn="tl"/>
          </a:blipFill>
        </p:spPr>
        <p:txBody>
          <a:bodyPr/>
          <a:lstStyle/>
          <a:p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Compressing Files with the </a:t>
            </a:r>
            <a:r>
              <a:rPr lang="en-US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zipfile</a:t>
            </a: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Module</a:t>
            </a:r>
          </a:p>
          <a:p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Reading ZIP Files</a:t>
            </a:r>
            <a:endParaRPr lang="tr-TR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Extracting from ZIP Files</a:t>
            </a:r>
            <a:endParaRPr lang="tr-TR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Creating and Adding to ZIP Files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32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9" name="Picture Placeholder 8" descr="A view of a city with large buildings in the background&#10;&#10;Description automatically generated">
            <a:extLst>
              <a:ext uri="{FF2B5EF4-FFF2-40B4-BE49-F238E27FC236}">
                <a16:creationId xmlns:a16="http://schemas.microsoft.com/office/drawing/2014/main" id="{B8C6EE44-C25C-4DD9-876A-4A2C5D9949E9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853" r="785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106657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Compressing Files with the </a:t>
            </a:r>
            <a:r>
              <a:rPr lang="en-US" dirty="0" err="1"/>
              <a:t>zipfile</a:t>
            </a:r>
            <a:r>
              <a:rPr lang="en-US" dirty="0"/>
              <a:t> Module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448548"/>
          </a:xfrm>
        </p:spPr>
        <p:txBody>
          <a:bodyPr/>
          <a:lstStyle/>
          <a:p>
            <a:r>
              <a:rPr lang="tr-TR" sz="1400" dirty="0"/>
              <a:t>Compression </a:t>
            </a:r>
            <a:r>
              <a:rPr lang="en-US" sz="1400" dirty="0"/>
              <a:t>reduces its size</a:t>
            </a:r>
            <a:r>
              <a:rPr lang="tr-TR" sz="1400" dirty="0"/>
              <a:t>, package files</a:t>
            </a:r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02636" y="3913317"/>
            <a:ext cx="1620440" cy="504000"/>
          </a:xfrm>
        </p:spPr>
        <p:txBody>
          <a:bodyPr/>
          <a:lstStyle/>
          <a:p>
            <a:pPr algn="l"/>
            <a:r>
              <a:rPr lang="tr-TR" sz="1400" dirty="0"/>
              <a:t>size reduction</a:t>
            </a:r>
            <a:endParaRPr lang="en-US" sz="1400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02636" y="4659977"/>
            <a:ext cx="2258018" cy="1208560"/>
          </a:xfrm>
        </p:spPr>
        <p:txBody>
          <a:bodyPr/>
          <a:lstStyle/>
          <a:p>
            <a:pPr algn="l"/>
            <a:r>
              <a:rPr lang="en-US" sz="1400" dirty="0"/>
              <a:t>useful</a:t>
            </a:r>
            <a:endParaRPr lang="tr-TR" sz="14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/>
              <a:t>transferring over the Internet</a:t>
            </a:r>
            <a:endParaRPr lang="tr-TR" sz="14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sz="1400" dirty="0"/>
              <a:t>keeping on disk</a:t>
            </a:r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71163" y="3913317"/>
            <a:ext cx="1720993" cy="504000"/>
          </a:xfrm>
        </p:spPr>
        <p:txBody>
          <a:bodyPr/>
          <a:lstStyle/>
          <a:p>
            <a:pPr algn="l"/>
            <a:r>
              <a:rPr lang="tr-TR" sz="1400" dirty="0"/>
              <a:t>packaging</a:t>
            </a:r>
            <a:endParaRPr lang="en-US" sz="1400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71163" y="4659977"/>
            <a:ext cx="2256643" cy="1023140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tr-TR" sz="1400" dirty="0"/>
              <a:t>simplification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sz="1400" dirty="0"/>
              <a:t>multiples files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sz="1400" dirty="0"/>
              <a:t>processed as a single entity</a:t>
            </a:r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938314" y="3913317"/>
            <a:ext cx="1923425" cy="504000"/>
          </a:xfrm>
        </p:spPr>
        <p:txBody>
          <a:bodyPr/>
          <a:lstStyle/>
          <a:p>
            <a:pPr algn="l"/>
            <a:r>
              <a:rPr lang="tr-TR" sz="1400" b="0" i="1" dirty="0"/>
              <a:t>archive file</a:t>
            </a:r>
            <a:endParaRPr lang="en-US" sz="140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38315" y="4659977"/>
            <a:ext cx="2711282" cy="978388"/>
          </a:xfrm>
        </p:spPr>
        <p:txBody>
          <a:bodyPr/>
          <a:lstStyle/>
          <a:p>
            <a:pPr algn="l"/>
            <a:r>
              <a:rPr lang="tr-TR" sz="1400" dirty="0"/>
              <a:t>archive file is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sz="1400" dirty="0"/>
              <a:t>a single compressed file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sz="1400" dirty="0"/>
              <a:t>contains files and folders</a:t>
            </a:r>
            <a:endParaRPr lang="en-US" sz="1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3552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ZIP File Operations</a:t>
            </a: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448548"/>
          </a:xfrm>
        </p:spPr>
        <p:txBody>
          <a:bodyPr/>
          <a:lstStyle/>
          <a:p>
            <a:r>
              <a:rPr lang="en-US" sz="1400" dirty="0" err="1"/>
              <a:t>zipfile</a:t>
            </a:r>
            <a:r>
              <a:rPr lang="en-US" sz="1400" dirty="0"/>
              <a:t> is the name of the Python</a:t>
            </a:r>
            <a:r>
              <a:rPr lang="tr-TR" sz="1400" dirty="0"/>
              <a:t> </a:t>
            </a:r>
            <a:r>
              <a:rPr lang="en-US" sz="1400" dirty="0"/>
              <a:t>module</a:t>
            </a:r>
            <a:r>
              <a:rPr lang="tr-TR" sz="1400" dirty="0"/>
              <a:t> to import</a:t>
            </a:r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algn="l"/>
            <a:r>
              <a:rPr lang="tr-TR" sz="1400" dirty="0"/>
              <a:t>import zipfile</a:t>
            </a:r>
            <a:r>
              <a:rPr lang="en-US" sz="1400" dirty="0"/>
              <a:t> 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19519" y="4305817"/>
            <a:ext cx="1907063" cy="1208560"/>
          </a:xfrm>
        </p:spPr>
        <p:txBody>
          <a:bodyPr/>
          <a:lstStyle/>
          <a:p>
            <a:pPr algn="l"/>
            <a:r>
              <a:rPr lang="tr-TR" sz="1400" dirty="0"/>
              <a:t>import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sz="1400" dirty="0"/>
              <a:t>the zipfile module</a:t>
            </a:r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765407" y="3926335"/>
            <a:ext cx="1720993" cy="504000"/>
          </a:xfrm>
        </p:spPr>
        <p:txBody>
          <a:bodyPr/>
          <a:lstStyle/>
          <a:p>
            <a:pPr algn="l"/>
            <a:r>
              <a:rPr lang="tr-TR" sz="1400" dirty="0"/>
              <a:t>zipfile module</a:t>
            </a:r>
            <a:endParaRPr lang="en-US" sz="1400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31336" y="4333951"/>
            <a:ext cx="1917942" cy="1262983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tr-TR" sz="1400" dirty="0"/>
              <a:t>has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sz="1400" dirty="0"/>
              <a:t>necessary functions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sz="1400" dirty="0"/>
              <a:t>to process archive files</a:t>
            </a:r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26046" y="3913317"/>
            <a:ext cx="1835694" cy="504000"/>
          </a:xfrm>
        </p:spPr>
        <p:txBody>
          <a:bodyPr/>
          <a:lstStyle/>
          <a:p>
            <a:pPr algn="l"/>
            <a:r>
              <a:rPr lang="tr-TR" sz="1400" dirty="0"/>
              <a:t>operations</a:t>
            </a:r>
            <a:endParaRPr lang="en-US" sz="140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91975" y="4258783"/>
            <a:ext cx="2513042" cy="1263201"/>
          </a:xfrm>
        </p:spPr>
        <p:txBody>
          <a:bodyPr/>
          <a:lstStyle/>
          <a:p>
            <a:pPr algn="l"/>
            <a:r>
              <a:rPr lang="tr-TR" sz="1400" dirty="0"/>
              <a:t>archive file  operations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sz="1400" dirty="0"/>
              <a:t>extract files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sz="1400" dirty="0"/>
              <a:t>creating archive files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sz="1400" dirty="0"/>
              <a:t>adding file to archive file</a:t>
            </a:r>
            <a:endParaRPr lang="en-US" sz="1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090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Reading ZIP Files</a:t>
            </a: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448548"/>
          </a:xfrm>
        </p:spPr>
        <p:txBody>
          <a:bodyPr/>
          <a:lstStyle/>
          <a:p>
            <a:r>
              <a:rPr lang="en-US" sz="1400" dirty="0" err="1"/>
              <a:t>zipfile</a:t>
            </a:r>
            <a:r>
              <a:rPr lang="en-US" sz="1400" dirty="0"/>
              <a:t> is the name of the Python</a:t>
            </a:r>
            <a:r>
              <a:rPr lang="tr-TR" sz="1400" dirty="0"/>
              <a:t> </a:t>
            </a:r>
            <a:r>
              <a:rPr lang="en-US" sz="1400" dirty="0"/>
              <a:t>module</a:t>
            </a:r>
            <a:r>
              <a:rPr lang="tr-TR" sz="1400" dirty="0"/>
              <a:t> to import</a:t>
            </a:r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553590" y="3926335"/>
            <a:ext cx="1620440" cy="345466"/>
          </a:xfrm>
        </p:spPr>
        <p:txBody>
          <a:bodyPr/>
          <a:lstStyle/>
          <a:p>
            <a:pPr algn="l"/>
            <a:r>
              <a:rPr lang="tr-TR" sz="1400" dirty="0"/>
              <a:t>import zipfile</a:t>
            </a:r>
            <a:r>
              <a:rPr lang="en-US" sz="1400" dirty="0"/>
              <a:t> 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475891" y="4318835"/>
            <a:ext cx="2067951" cy="1208560"/>
          </a:xfrm>
        </p:spPr>
        <p:txBody>
          <a:bodyPr/>
          <a:lstStyle/>
          <a:p>
            <a:pPr algn="l"/>
            <a:r>
              <a:rPr lang="tr-TR" sz="1400" dirty="0"/>
              <a:t>create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sz="1400" dirty="0"/>
              <a:t>a ZipFile object</a:t>
            </a:r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699846" y="3926335"/>
            <a:ext cx="1720993" cy="345466"/>
          </a:xfrm>
        </p:spPr>
        <p:txBody>
          <a:bodyPr/>
          <a:lstStyle/>
          <a:p>
            <a:pPr algn="l"/>
            <a:r>
              <a:rPr lang="tr-TR" sz="1400" dirty="0"/>
              <a:t>Z</a:t>
            </a:r>
            <a:r>
              <a:rPr lang="en-US" sz="1400" dirty="0" err="1"/>
              <a:t>ipFile</a:t>
            </a:r>
            <a:r>
              <a:rPr lang="en-US" sz="1400" dirty="0"/>
              <a:t> objects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99846" y="4346969"/>
            <a:ext cx="2066692" cy="1262983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tr-TR" sz="1400" dirty="0"/>
              <a:t>conceptually similar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/>
              <a:t>to the File objects</a:t>
            </a:r>
            <a:endParaRPr lang="tr-TR" sz="1400" dirty="0"/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71925" y="3916774"/>
            <a:ext cx="2196102" cy="345466"/>
          </a:xfrm>
        </p:spPr>
        <p:txBody>
          <a:bodyPr/>
          <a:lstStyle/>
          <a:p>
            <a:pPr algn="l"/>
            <a:r>
              <a:rPr lang="tr-TR" sz="1400" dirty="0"/>
              <a:t>Zipfile.ZipFile()</a:t>
            </a:r>
            <a:endParaRPr lang="en-US" sz="140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09235" y="4271801"/>
            <a:ext cx="2513042" cy="1263201"/>
          </a:xfrm>
        </p:spPr>
        <p:txBody>
          <a:bodyPr/>
          <a:lstStyle/>
          <a:p>
            <a:pPr algn="l"/>
            <a:r>
              <a:rPr lang="tr-TR" sz="1400" dirty="0"/>
              <a:t>to create a ZipFile Object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sz="1400" dirty="0"/>
              <a:t>call Zipfile.ZipFile(fileName)</a:t>
            </a:r>
            <a:endParaRPr lang="en-US" sz="1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481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namelist</a:t>
            </a:r>
            <a:r>
              <a:rPr lang="en-US" dirty="0"/>
              <a:t>() method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448548"/>
          </a:xfrm>
        </p:spPr>
        <p:txBody>
          <a:bodyPr/>
          <a:lstStyle/>
          <a:p>
            <a:pPr lvl="1"/>
            <a:r>
              <a:rPr lang="en-US" sz="1400" dirty="0"/>
              <a:t>returns a list of strings</a:t>
            </a:r>
            <a:r>
              <a:rPr lang="tr-TR" sz="1400" dirty="0"/>
              <a:t> </a:t>
            </a:r>
            <a:r>
              <a:rPr lang="en-US" sz="1400" dirty="0"/>
              <a:t>for all the files and folders contained in the ZIP file</a:t>
            </a:r>
            <a:endParaRPr lang="tr-TR" sz="1400" dirty="0"/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921337" y="3789708"/>
            <a:ext cx="1338697" cy="504000"/>
          </a:xfrm>
        </p:spPr>
        <p:txBody>
          <a:bodyPr/>
          <a:lstStyle/>
          <a:p>
            <a:pPr algn="l"/>
            <a:r>
              <a:rPr lang="tr-TR" sz="1400" dirty="0"/>
              <a:t>getinfo()</a:t>
            </a:r>
            <a:endParaRPr lang="en-US" sz="1400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496171" y="4088742"/>
            <a:ext cx="2067951" cy="1208560"/>
          </a:xfrm>
        </p:spPr>
        <p:txBody>
          <a:bodyPr/>
          <a:lstStyle/>
          <a:p>
            <a:pPr algn="l"/>
            <a:r>
              <a:rPr lang="en-US" sz="1400" dirty="0"/>
              <a:t>strings can be</a:t>
            </a:r>
            <a:r>
              <a:rPr lang="tr-TR" sz="1400" dirty="0"/>
              <a:t> </a:t>
            </a:r>
            <a:r>
              <a:rPr lang="en-US" sz="1400" dirty="0"/>
              <a:t>passed</a:t>
            </a:r>
            <a:endParaRPr lang="tr-TR" sz="14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/>
              <a:t>to return a </a:t>
            </a:r>
            <a:r>
              <a:rPr lang="en-US" sz="1400" b="1" dirty="0" err="1"/>
              <a:t>ZipInfo</a:t>
            </a:r>
            <a:r>
              <a:rPr lang="en-US" sz="1400" dirty="0"/>
              <a:t> object </a:t>
            </a:r>
            <a:endParaRPr lang="tr-TR" sz="14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/>
              <a:t>about </a:t>
            </a:r>
            <a:r>
              <a:rPr lang="tr-TR" sz="1400" dirty="0"/>
              <a:t>a </a:t>
            </a:r>
            <a:r>
              <a:rPr lang="en-US" sz="1400" dirty="0"/>
              <a:t>particular file.</a:t>
            </a:r>
            <a:endParaRPr lang="tr-TR" sz="1400" dirty="0"/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935826" y="3789710"/>
            <a:ext cx="1421767" cy="504000"/>
          </a:xfrm>
        </p:spPr>
        <p:txBody>
          <a:bodyPr/>
          <a:lstStyle/>
          <a:p>
            <a:pPr algn="l"/>
            <a:r>
              <a:rPr lang="tr-TR" sz="1400" dirty="0"/>
              <a:t>ZipInfo objects</a:t>
            </a:r>
            <a:endParaRPr lang="en-US" sz="1400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80989" y="4116877"/>
            <a:ext cx="2068643" cy="1053122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tr-TR" sz="1400" dirty="0"/>
              <a:t>have their own attributes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sz="1400" dirty="0"/>
              <a:t>file_size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 err="1"/>
              <a:t>compress_size</a:t>
            </a:r>
            <a:endParaRPr lang="tr-TR" sz="1400" dirty="0"/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33385" y="3776690"/>
            <a:ext cx="1814270" cy="504000"/>
          </a:xfrm>
        </p:spPr>
        <p:txBody>
          <a:bodyPr/>
          <a:lstStyle/>
          <a:p>
            <a:pPr algn="l"/>
            <a:r>
              <a:rPr lang="tr-TR" sz="1400" dirty="0"/>
              <a:t>Usage of ZipInfo</a:t>
            </a:r>
            <a:endParaRPr lang="en-US" sz="140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33385" y="4065347"/>
            <a:ext cx="2001429" cy="1128290"/>
          </a:xfrm>
        </p:spPr>
        <p:txBody>
          <a:bodyPr/>
          <a:lstStyle/>
          <a:p>
            <a:pPr algn="l"/>
            <a:r>
              <a:rPr lang="en-US" sz="1400" dirty="0"/>
              <a:t>holds useful information</a:t>
            </a:r>
            <a:endParaRPr lang="tr-TR" sz="14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/>
              <a:t>about a single file</a:t>
            </a:r>
            <a:endParaRPr lang="tr-TR" sz="14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/>
              <a:t>in</a:t>
            </a:r>
            <a:r>
              <a:rPr lang="tr-TR" sz="1400" dirty="0"/>
              <a:t> </a:t>
            </a:r>
            <a:r>
              <a:rPr lang="en-US" sz="1400" dirty="0"/>
              <a:t>the archive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57949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5470D50-4206-427A-866F-3F9B546E47F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/>
          <a:p>
            <a:pPr algn="ctr"/>
            <a:r>
              <a:rPr lang="en-US" dirty="0" err="1">
                <a:highlight>
                  <a:srgbClr val="FFFF00"/>
                </a:highlight>
              </a:rPr>
              <a:t>ZipFile</a:t>
            </a:r>
            <a:r>
              <a:rPr lang="tr-TR" dirty="0">
                <a:highlight>
                  <a:srgbClr val="FFFF00"/>
                </a:highlight>
              </a:rPr>
              <a:t> &amp; </a:t>
            </a:r>
            <a:r>
              <a:rPr lang="tr-TR" dirty="0"/>
              <a:t>ZipInfo</a:t>
            </a:r>
            <a:r>
              <a:rPr lang="tr-TR" dirty="0">
                <a:highlight>
                  <a:srgbClr val="FFFF00"/>
                </a:highlight>
              </a:rPr>
              <a:t>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4952" y="1091183"/>
            <a:ext cx="8994098" cy="2266612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import </a:t>
            </a:r>
            <a:r>
              <a:rPr lang="en-US" sz="1400" dirty="0" err="1"/>
              <a:t>zipfile</a:t>
            </a:r>
            <a:r>
              <a:rPr lang="en-US" sz="1400" dirty="0"/>
              <a:t>, </a:t>
            </a:r>
            <a:r>
              <a:rPr lang="en-US" sz="1400" dirty="0" err="1"/>
              <a:t>os</a:t>
            </a: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</a:t>
            </a:r>
            <a:r>
              <a:rPr lang="en-US" sz="1400" dirty="0" err="1"/>
              <a:t>os.chdir</a:t>
            </a:r>
            <a:r>
              <a:rPr lang="en-US" sz="1400" dirty="0"/>
              <a:t>('C:\\delicious')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</a:t>
            </a:r>
            <a:r>
              <a:rPr lang="en-US" sz="1400" dirty="0" err="1"/>
              <a:t>os.listdir</a:t>
            </a:r>
            <a:r>
              <a:rPr lang="en-US" sz="1400" dirty="0"/>
              <a:t>()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['delicious.zip', 'hello.txt', 'HelloBeSafe.txt', 'walnut']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</a:t>
            </a:r>
            <a:r>
              <a:rPr lang="en-US" sz="1400" dirty="0" err="1"/>
              <a:t>exampleZip</a:t>
            </a:r>
            <a:r>
              <a:rPr lang="en-US" sz="1400" dirty="0"/>
              <a:t> = zipfile.ZipFile('delicious.zip</a:t>
            </a:r>
            <a:r>
              <a:rPr lang="tr-TR" sz="1400" dirty="0"/>
              <a:t>'</a:t>
            </a:r>
            <a:r>
              <a:rPr lang="en-US" sz="1400" dirty="0"/>
              <a:t>)</a:t>
            </a: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</a:t>
            </a:r>
            <a:r>
              <a:rPr lang="en-US" sz="1400" dirty="0" err="1"/>
              <a:t>exampleZip.namelist</a:t>
            </a:r>
            <a:r>
              <a:rPr lang="en-US" sz="1400" dirty="0"/>
              <a:t>()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['walnut/', 'walnut/waffles/', 'walnut/waffles/bacon.txt', 'walnut/waffles/Hello.txt', 'walnut/waffles/HelloBeSafe.txt', 'walnut/waffles/HelloWellcome.txt', 'walnut/waffles/myCats.py', 'walnut/waffles/</a:t>
            </a:r>
            <a:r>
              <a:rPr lang="en-US" sz="1400" dirty="0" err="1"/>
              <a:t>mydata.bak</a:t>
            </a:r>
            <a:r>
              <a:rPr lang="en-US" sz="1400" dirty="0"/>
              <a:t>', 'walnut/waffles/mydata.dat', 'walnut/waffles/</a:t>
            </a:r>
            <a:r>
              <a:rPr lang="en-US" sz="1400" dirty="0" err="1"/>
              <a:t>mydata.dir</a:t>
            </a:r>
            <a:r>
              <a:rPr lang="en-US" sz="1400" dirty="0"/>
              <a:t>', 'walnut/waffles/sonnet29.txt', 'walnut/waffles/__</a:t>
            </a:r>
            <a:r>
              <a:rPr lang="en-US" sz="1400" dirty="0" err="1"/>
              <a:t>pycache</a:t>
            </a:r>
            <a:r>
              <a:rPr lang="en-US" sz="1400" dirty="0"/>
              <a:t>__/', 'walnut/waffles/__</a:t>
            </a:r>
            <a:r>
              <a:rPr lang="en-US" sz="1400" dirty="0" err="1"/>
              <a:t>pycache</a:t>
            </a:r>
            <a:r>
              <a:rPr lang="en-US" sz="1400" dirty="0"/>
              <a:t>__/myCats.cpython-38.pyc', 'hello.txt', 'HelloBeSafe.txt']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37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9942" y="4290393"/>
            <a:ext cx="8934138" cy="2114879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spamInfo = exampleZip.getinfo('hello.txt')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spamInfo.file_size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62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spamInfo.compress_size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64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'Compressed file is %sx smaller!' % (round(spamInfo.file_size / </a:t>
            </a:r>
            <a:r>
              <a:rPr lang="tr-TR" sz="1400" dirty="0" err="1"/>
              <a:t>spamInfo.compress_size</a:t>
            </a:r>
            <a:r>
              <a:rPr lang="tr-TR" sz="1400" dirty="0"/>
              <a:t>, 2))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'Compressed file is 0.97x smaller!'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exampleZip.close()</a:t>
            </a:r>
          </a:p>
        </p:txBody>
      </p:sp>
    </p:spTree>
    <p:extLst>
      <p:ext uri="{BB962C8B-B14F-4D97-AF65-F5344CB8AC3E}">
        <p14:creationId xmlns:p14="http://schemas.microsoft.com/office/powerpoint/2010/main" val="36116751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Extracting from ZIP Files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448548"/>
          </a:xfrm>
        </p:spPr>
        <p:txBody>
          <a:bodyPr/>
          <a:lstStyle/>
          <a:p>
            <a:r>
              <a:rPr lang="en-US" sz="1400" dirty="0" err="1"/>
              <a:t>extractall</a:t>
            </a:r>
            <a:r>
              <a:rPr lang="en-US" sz="1400" dirty="0"/>
              <a:t>() method for </a:t>
            </a:r>
            <a:r>
              <a:rPr lang="en-US" sz="1400" dirty="0" err="1"/>
              <a:t>ZipFile</a:t>
            </a:r>
            <a:r>
              <a:rPr lang="en-US" sz="1400" dirty="0"/>
              <a:t> objects</a:t>
            </a:r>
            <a:endParaRPr lang="tr-TR" sz="1400" dirty="0"/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50112" y="3926335"/>
            <a:ext cx="1219427" cy="337552"/>
          </a:xfrm>
        </p:spPr>
        <p:txBody>
          <a:bodyPr/>
          <a:lstStyle/>
          <a:p>
            <a:pPr algn="l"/>
            <a:r>
              <a:rPr lang="tr-TR" sz="1400" dirty="0"/>
              <a:t>extractall()</a:t>
            </a:r>
            <a:endParaRPr lang="en-US" sz="1400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50112" y="4373775"/>
            <a:ext cx="2067951" cy="1208560"/>
          </a:xfrm>
        </p:spPr>
        <p:txBody>
          <a:bodyPr/>
          <a:lstStyle/>
          <a:p>
            <a:pPr algn="l"/>
            <a:r>
              <a:rPr lang="tr-TR" sz="1400" dirty="0"/>
              <a:t>extract all files &amp; folders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sz="1400" dirty="0"/>
              <a:t>from a ZIP file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/>
              <a:t>into the current working directory</a:t>
            </a:r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924452" y="3940434"/>
            <a:ext cx="1295096" cy="337552"/>
          </a:xfrm>
        </p:spPr>
        <p:txBody>
          <a:bodyPr/>
          <a:lstStyle/>
          <a:p>
            <a:pPr algn="l"/>
            <a:r>
              <a:rPr lang="tr-TR" sz="1400" dirty="0"/>
              <a:t>folder name</a:t>
            </a:r>
            <a:endParaRPr lang="en-US" sz="1400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49777" y="4373775"/>
            <a:ext cx="1695965" cy="1262983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en-US" sz="1400" dirty="0"/>
              <a:t>pass a folder name </a:t>
            </a:r>
            <a:endParaRPr lang="tr-TR" sz="14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/>
              <a:t>to </a:t>
            </a:r>
            <a:r>
              <a:rPr lang="en-US" sz="1400" dirty="0" err="1"/>
              <a:t>extractall</a:t>
            </a:r>
            <a:r>
              <a:rPr lang="en-US" sz="1400" dirty="0"/>
              <a:t>()</a:t>
            </a:r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74461" y="3926335"/>
            <a:ext cx="1652629" cy="337552"/>
          </a:xfrm>
        </p:spPr>
        <p:txBody>
          <a:bodyPr/>
          <a:lstStyle/>
          <a:p>
            <a:pPr algn="l"/>
            <a:r>
              <a:rPr lang="tr-TR" sz="1400" dirty="0"/>
              <a:t>Extract to</a:t>
            </a:r>
            <a:endParaRPr lang="en-US" sz="140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15443" y="4263887"/>
            <a:ext cx="2513042" cy="1353142"/>
          </a:xfrm>
        </p:spPr>
        <p:txBody>
          <a:bodyPr/>
          <a:lstStyle/>
          <a:p>
            <a:pPr algn="l"/>
            <a:r>
              <a:rPr lang="en-US" sz="1400" dirty="0"/>
              <a:t>extract the files</a:t>
            </a:r>
            <a:endParaRPr lang="tr-TR" sz="14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/>
              <a:t>into a folder </a:t>
            </a:r>
            <a:endParaRPr lang="tr-TR" sz="14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/>
              <a:t>other than </a:t>
            </a:r>
            <a:endParaRPr lang="tr-TR" sz="14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/>
              <a:t>the current working directory.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6470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AB4C14C-957E-45D3-B740-0B07548BCEA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342549"/>
            <a:ext cx="8505000" cy="432000"/>
          </a:xfrm>
        </p:spPr>
        <p:txBody>
          <a:bodyPr/>
          <a:lstStyle/>
          <a:p>
            <a:pPr algn="ctr"/>
            <a:r>
              <a:rPr lang="tr-TR" dirty="0">
                <a:highlight>
                  <a:srgbClr val="FFFF00"/>
                </a:highlight>
              </a:rPr>
              <a:t>extractall()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4636" y="896312"/>
            <a:ext cx="7899815" cy="2101721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import zipfile, os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os.getcwd()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'C:\\Users\\yusuf.altunel\\AppData\\Local\\Programs\\Python\\Python38-32'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os.chdir("c:\\delicious")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os.getcwd()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'c:\\delicious'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os.listdir()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['delicious.zip', 'hello.txt', 'HelloBeSafe.txt', 'walnut']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39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4615" y="3252865"/>
            <a:ext cx="7809876" cy="1079291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exampleZip = zipfile.ZipFile('delicious.zip')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exampleZip.extractall()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exampleZip.close()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79FDC6A6-EE0C-4275-87AB-35740FF76683}"/>
              </a:ext>
            </a:extLst>
          </p:cNvPr>
          <p:cNvSpPr txBox="1">
            <a:spLocks/>
          </p:cNvSpPr>
          <p:nvPr/>
        </p:nvSpPr>
        <p:spPr>
          <a:xfrm>
            <a:off x="577357" y="4679429"/>
            <a:ext cx="7864604" cy="16614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0" tIns="0" rIns="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7169" lvl="1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exampleZip = zipfile.ZipFile('delicious.zip')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exampleZip.extractall('c:\\</a:t>
            </a:r>
            <a:r>
              <a:rPr lang="tr-TR" sz="1400" dirty="0" err="1"/>
              <a:t>delicious.bak</a:t>
            </a:r>
            <a:r>
              <a:rPr lang="tr-TR" sz="1400" dirty="0"/>
              <a:t>')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dirty="0"/>
              <a:t>&gt;&gt;&gt; os.chdir('c:\\delicious.bak’)</a:t>
            </a: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os.listdir()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['hello.txt', 'HelloBeSafe.txt', 'walnut']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exampleZip.close()</a:t>
            </a:r>
          </a:p>
        </p:txBody>
      </p:sp>
    </p:spTree>
    <p:extLst>
      <p:ext uri="{BB962C8B-B14F-4D97-AF65-F5344CB8AC3E}">
        <p14:creationId xmlns:p14="http://schemas.microsoft.com/office/powerpoint/2010/main" val="36211064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74728F3-649A-48C3-A0D1-9A1F50D9FEB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B6816F-B457-4100-9975-0F3BAA3F5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4144" y="822382"/>
            <a:ext cx="6115987" cy="432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algn="ctr"/>
            <a:r>
              <a:rPr lang="tr-TR" dirty="0">
                <a:solidFill>
                  <a:schemeClr val="tx1"/>
                </a:solidFill>
              </a:rPr>
              <a:t>Extracting a Single File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9AED6-5408-4E4A-93B2-3909F2C877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BC3B2B7-8BB8-4FED-8CF0-EF3D36755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58737" y="2249794"/>
            <a:ext cx="5126636" cy="1100507"/>
          </a:xfrm>
          <a:solidFill>
            <a:schemeClr val="bg1"/>
          </a:solidFill>
        </p:spPr>
        <p:txBody>
          <a:bodyPr/>
          <a:lstStyle/>
          <a:p>
            <a:pPr algn="ctr"/>
            <a:endParaRPr lang="tr-TR" b="0" dirty="0"/>
          </a:p>
          <a:p>
            <a:pPr algn="ctr"/>
            <a:r>
              <a:rPr lang="tr-TR" b="0" dirty="0"/>
              <a:t>ZipFile.extract() method</a:t>
            </a:r>
            <a:endParaRPr lang="en-US" b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21DF7F-F183-420F-8BAA-AF8BF97267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64272" y="3695883"/>
            <a:ext cx="5120641" cy="1078483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tr-TR" dirty="0"/>
          </a:p>
          <a:p>
            <a:r>
              <a:rPr lang="en-US" dirty="0"/>
              <a:t>extract a single file from</a:t>
            </a:r>
            <a:r>
              <a:rPr lang="tr-TR" dirty="0"/>
              <a:t> the ZIP file</a:t>
            </a:r>
          </a:p>
        </p:txBody>
      </p:sp>
    </p:spTree>
    <p:extLst>
      <p:ext uri="{BB962C8B-B14F-4D97-AF65-F5344CB8AC3E}">
        <p14:creationId xmlns:p14="http://schemas.microsoft.com/office/powerpoint/2010/main" val="20732477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7BEBEBE-43CA-451D-85F7-C0984ED286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9151496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293460"/>
            <a:ext cx="8505000" cy="432000"/>
          </a:xfrm>
        </p:spPr>
        <p:txBody>
          <a:bodyPr/>
          <a:lstStyle/>
          <a:p>
            <a:pPr algn="ctr"/>
            <a:r>
              <a:rPr lang="tr-TR" dirty="0">
                <a:highlight>
                  <a:srgbClr val="FFFF00"/>
                </a:highlight>
              </a:rPr>
              <a:t>Extracting File to a Different Path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4636" y="896313"/>
            <a:ext cx="7764905" cy="3645707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import zipfile, os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os.chdir("c:\\delicious")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os.listdir()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['delicious.zip', 'hello.txt', 'HelloBeSafe.txt', 'walnut’]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exampleZip = zipfile.ZipFile('delicious.zip’)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exampleZip.namelist()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['walnut/', 'walnut/waffles/', 'walnut/waffles/bacon.txt', 'walnut/waffles/Hello.txt', 'walnut/waffles/HelloBeSafe.txt', 'walnut/waffles/HelloWellcome.txt', 'walnut/waffles/myCats.py', 'walnut/waffles/mydata.bak', 'walnut/waffles/mydata.dat', 'walnut/waffles/mydata.dir', 'walnut/waffles/sonnet29.txt', 'walnut/waffles/__pycache__/', 'walnut/waffles/__pycache__/myCats.cpython-38.pyc', 'hello.txt', 'HelloBeSafe.txt']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41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9625" y="4706911"/>
            <a:ext cx="7764905" cy="1768840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exampleZip.extract('hello.txt')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'c:\\delicious\\hello.txt’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exampleZip.extract('hello.txt', 'c:\\a\\New\\Folder\\helloHello.bak')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'c:\\a\\New\\Folder\\helloHello.bak\\hello.txt’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exampleZip.close()</a:t>
            </a:r>
            <a:endParaRPr lang="en-US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</p:txBody>
      </p:sp>
    </p:spTree>
    <p:extLst>
      <p:ext uri="{BB962C8B-B14F-4D97-AF65-F5344CB8AC3E}">
        <p14:creationId xmlns:p14="http://schemas.microsoft.com/office/powerpoint/2010/main" val="26979879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Creating and Adding to ZIP Files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448548"/>
          </a:xfrm>
        </p:spPr>
        <p:txBody>
          <a:bodyPr/>
          <a:lstStyle/>
          <a:p>
            <a:r>
              <a:rPr lang="en-US" sz="1400" dirty="0"/>
              <a:t>To create </a:t>
            </a:r>
            <a:r>
              <a:rPr lang="tr-TR" sz="1400" dirty="0"/>
              <a:t>new </a:t>
            </a:r>
            <a:r>
              <a:rPr lang="en-US" sz="1400" dirty="0"/>
              <a:t>compressed ZIP files</a:t>
            </a:r>
            <a:r>
              <a:rPr lang="tr-TR" sz="1400" dirty="0"/>
              <a:t>, open </a:t>
            </a:r>
            <a:r>
              <a:rPr lang="en-US" sz="1400" dirty="0" err="1"/>
              <a:t>ZipFile</a:t>
            </a:r>
            <a:r>
              <a:rPr lang="en-US" sz="1400" dirty="0"/>
              <a:t> </a:t>
            </a:r>
            <a:r>
              <a:rPr lang="tr-TR" sz="1400" dirty="0"/>
              <a:t>object in write mode</a:t>
            </a:r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495969" y="3612317"/>
            <a:ext cx="1964684" cy="279677"/>
          </a:xfrm>
        </p:spPr>
        <p:txBody>
          <a:bodyPr/>
          <a:lstStyle/>
          <a:p>
            <a:pPr algn="l"/>
            <a:r>
              <a:rPr lang="tr-TR" sz="1400" dirty="0"/>
              <a:t>ZipFile in Write Mode</a:t>
            </a:r>
            <a:endParaRPr lang="en-US" sz="1400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33067" y="3956143"/>
            <a:ext cx="2067951" cy="1208560"/>
          </a:xfrm>
        </p:spPr>
        <p:txBody>
          <a:bodyPr/>
          <a:lstStyle/>
          <a:p>
            <a:pPr algn="l"/>
            <a:r>
              <a:rPr lang="en-US" sz="1400" dirty="0"/>
              <a:t>open the </a:t>
            </a:r>
            <a:r>
              <a:rPr lang="en-US" sz="1400" dirty="0" err="1"/>
              <a:t>ZipFile</a:t>
            </a:r>
            <a:r>
              <a:rPr lang="en-US" sz="1400" dirty="0"/>
              <a:t> object</a:t>
            </a:r>
            <a:endParaRPr lang="tr-TR" sz="14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/>
              <a:t>in write mode </a:t>
            </a:r>
            <a:endParaRPr lang="tr-TR" sz="14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/>
              <a:t>by passing 'w’ </a:t>
            </a:r>
            <a:endParaRPr lang="tr-TR" sz="14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/>
              <a:t>as the second argument.</a:t>
            </a:r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620083" y="3632195"/>
            <a:ext cx="2063265" cy="279677"/>
          </a:xfrm>
        </p:spPr>
        <p:txBody>
          <a:bodyPr/>
          <a:lstStyle/>
          <a:p>
            <a:pPr algn="l"/>
            <a:r>
              <a:rPr lang="tr-TR" sz="1400" dirty="0"/>
              <a:t>ZipFile.write(path)</a:t>
            </a:r>
            <a:endParaRPr lang="en-US" sz="1400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97966" y="3944521"/>
            <a:ext cx="2025747" cy="1532807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en-US" sz="1400" dirty="0"/>
              <a:t>Python</a:t>
            </a:r>
            <a:r>
              <a:rPr lang="tr-TR" sz="1400" dirty="0"/>
              <a:t> compresses </a:t>
            </a:r>
            <a:r>
              <a:rPr lang="en-US" sz="1400" dirty="0"/>
              <a:t>the file </a:t>
            </a:r>
            <a:endParaRPr lang="tr-TR" sz="14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/>
              <a:t>at that path</a:t>
            </a:r>
            <a:endParaRPr lang="tr-TR" sz="14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/>
              <a:t>and add it into the ZIP file</a:t>
            </a:r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455214" y="3615080"/>
            <a:ext cx="3654705" cy="279677"/>
          </a:xfrm>
        </p:spPr>
        <p:txBody>
          <a:bodyPr/>
          <a:lstStyle/>
          <a:p>
            <a:pPr algn="l"/>
            <a:r>
              <a:rPr lang="tr-TR" sz="1400" dirty="0"/>
              <a:t>write(filenamePath, compressionType)</a:t>
            </a:r>
            <a:endParaRPr lang="en-US" sz="140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66411" y="3909109"/>
            <a:ext cx="2513042" cy="1353142"/>
          </a:xfrm>
        </p:spPr>
        <p:txBody>
          <a:bodyPr/>
          <a:lstStyle/>
          <a:p>
            <a:pPr algn="l"/>
            <a:r>
              <a:rPr lang="tr-TR" sz="1400" dirty="0"/>
              <a:t>Compressiont Type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sz="1400" dirty="0"/>
              <a:t>Second argument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/>
              <a:t>algorithm</a:t>
            </a:r>
            <a:r>
              <a:rPr lang="tr-TR" sz="1400" dirty="0"/>
              <a:t> </a:t>
            </a:r>
            <a:r>
              <a:rPr lang="en-US" sz="1400" dirty="0"/>
              <a:t>to compress</a:t>
            </a:r>
            <a:endParaRPr lang="tr-TR" sz="14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sz="1400" dirty="0">
                <a:solidFill>
                  <a:srgbClr val="00B0F0"/>
                </a:solidFill>
              </a:rPr>
              <a:t>zipfile.ZIP_DEFLATED</a:t>
            </a:r>
            <a:endParaRPr lang="en-US" sz="1400" dirty="0">
              <a:solidFill>
                <a:srgbClr val="00B0F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127798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7BEBEBE-43CA-451D-85F7-C0984ED286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9151496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330403"/>
            <a:ext cx="8505000" cy="432000"/>
          </a:xfrm>
        </p:spPr>
        <p:txBody>
          <a:bodyPr/>
          <a:lstStyle/>
          <a:p>
            <a:pPr algn="ctr"/>
            <a:r>
              <a:rPr lang="tr-TR" dirty="0">
                <a:highlight>
                  <a:srgbClr val="FFFF00"/>
                </a:highlight>
              </a:rPr>
              <a:t>Extracting File to a Different Path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4636" y="896313"/>
            <a:ext cx="7764905" cy="3645707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import zipfile, os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os.chdir("c:\\delicious")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os.getcwd()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'c:\\delicious’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os.listdir()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['delicious.zip', 'hello.txt', 'HelloBeSafe.txt', 'walnut’]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newZip = zipfile.ZipFile('new.zip', 'w')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os.listdir()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['delicious.zip', 'hello.txt', 'HelloBeSafe.txt', 'new.zip', 'walnut']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43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9625" y="4706910"/>
            <a:ext cx="7764905" cy="1918741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newZip.write('hello.txt', compress_type=zipfile.ZIP_DEFLATED)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newZip.filelist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[&lt;ZipInfo filename='hello.txt' compress_type=deflate filemode='-rw-rw-rw-' file_size=62 compress_size=64&gt;]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newZip.close()</a:t>
            </a:r>
          </a:p>
        </p:txBody>
      </p:sp>
    </p:spTree>
    <p:extLst>
      <p:ext uri="{BB962C8B-B14F-4D97-AF65-F5344CB8AC3E}">
        <p14:creationId xmlns:p14="http://schemas.microsoft.com/office/powerpoint/2010/main" val="192671954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74728F3-649A-48C3-A0D1-9A1F50D9FEB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B6816F-B457-4100-9975-0F3BAA3F5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4144" y="1050979"/>
            <a:ext cx="6115987" cy="432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algn="ctr"/>
            <a:r>
              <a:rPr lang="tr-TR" dirty="0">
                <a:solidFill>
                  <a:schemeClr val="tx1"/>
                </a:solidFill>
              </a:rPr>
              <a:t>Add to Zip File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9AED6-5408-4E4A-93B2-3909F2C877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BC3B2B7-8BB8-4FED-8CF0-EF3D36755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53849" y="2377210"/>
            <a:ext cx="5126636" cy="965596"/>
          </a:xfrm>
          <a:solidFill>
            <a:schemeClr val="bg1"/>
          </a:solidFill>
        </p:spPr>
        <p:txBody>
          <a:bodyPr/>
          <a:lstStyle/>
          <a:p>
            <a:pPr lvl="1"/>
            <a:r>
              <a:rPr lang="en-US" b="0" dirty="0"/>
              <a:t>to simply add files</a:t>
            </a:r>
            <a:r>
              <a:rPr lang="tr-TR" b="0" dirty="0"/>
              <a:t> </a:t>
            </a:r>
            <a:r>
              <a:rPr lang="en-US" b="0" dirty="0"/>
              <a:t>to an existing</a:t>
            </a:r>
            <a:r>
              <a:rPr lang="tr-TR" b="0" dirty="0"/>
              <a:t> </a:t>
            </a:r>
            <a:r>
              <a:rPr lang="en-US" b="0" dirty="0"/>
              <a:t>ZIP file</a:t>
            </a:r>
            <a:endParaRPr lang="tr-TR" b="0" dirty="0"/>
          </a:p>
          <a:p>
            <a:pPr lvl="1"/>
            <a:r>
              <a:rPr lang="en-US" b="0" dirty="0"/>
              <a:t>open</a:t>
            </a:r>
            <a:r>
              <a:rPr lang="tr-TR" b="0" dirty="0"/>
              <a:t> </a:t>
            </a:r>
            <a:r>
              <a:rPr lang="en-US" b="0" dirty="0"/>
              <a:t>the ZIP file in append mode.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21DF7F-F183-420F-8BAA-AF8BF97267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44394" y="4077324"/>
            <a:ext cx="5120641" cy="1618937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tr-TR" dirty="0"/>
          </a:p>
          <a:p>
            <a:r>
              <a:rPr lang="en-US" dirty="0"/>
              <a:t>pass 'a' as the second argument </a:t>
            </a:r>
            <a:endParaRPr lang="tr-TR" dirty="0"/>
          </a:p>
          <a:p>
            <a:r>
              <a:rPr lang="en-US" dirty="0"/>
              <a:t>to </a:t>
            </a:r>
            <a:r>
              <a:rPr lang="en-US" dirty="0" err="1"/>
              <a:t>zipfile.ZipFile</a:t>
            </a:r>
            <a:r>
              <a:rPr lang="en-US" dirty="0"/>
              <a:t>()</a:t>
            </a:r>
            <a:endParaRPr lang="tr-TR" dirty="0"/>
          </a:p>
          <a:p>
            <a:endParaRPr lang="tr-TR" sz="1200" dirty="0"/>
          </a:p>
          <a:p>
            <a:pPr marL="207169" lvl="1" indent="0">
              <a:buNone/>
            </a:pPr>
            <a:r>
              <a:rPr lang="tr-TR" dirty="0"/>
              <a:t>&gt;&gt;&gt; newZip = zipfile.ZipFile('new.zip', 'a')</a:t>
            </a:r>
          </a:p>
        </p:txBody>
      </p:sp>
    </p:spTree>
    <p:extLst>
      <p:ext uri="{BB962C8B-B14F-4D97-AF65-F5344CB8AC3E}">
        <p14:creationId xmlns:p14="http://schemas.microsoft.com/office/powerpoint/2010/main" val="6878037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Self Assessment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276561"/>
          </a:xfrm>
        </p:spPr>
        <p:txBody>
          <a:bodyPr/>
          <a:lstStyle/>
          <a:p>
            <a:r>
              <a:rPr lang="tr-TR" dirty="0"/>
              <a:t>Asses what you got so far!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1709209"/>
            <a:ext cx="2231684" cy="648000"/>
          </a:xfrm>
        </p:spPr>
        <p:txBody>
          <a:bodyPr/>
          <a:lstStyle/>
          <a:p>
            <a:r>
              <a:rPr lang="tr-TR" dirty="0"/>
              <a:t>Noticible issues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70" y="2525906"/>
            <a:ext cx="2876429" cy="331454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</a:t>
            </a:r>
            <a:r>
              <a:rPr lang="en-US" dirty="0" err="1"/>
              <a:t>shutil</a:t>
            </a:r>
            <a:r>
              <a:rPr lang="en-US" dirty="0"/>
              <a:t> Module</a:t>
            </a:r>
            <a:endParaRPr lang="tr-TR" dirty="0"/>
          </a:p>
          <a:p>
            <a:pPr marL="0" indent="0">
              <a:buNone/>
            </a:pPr>
            <a:r>
              <a:rPr lang="tr-TR" dirty="0" err="1"/>
              <a:t>Copying</a:t>
            </a:r>
            <a:r>
              <a:rPr lang="tr-TR" dirty="0"/>
              <a:t> </a:t>
            </a:r>
            <a:r>
              <a:rPr lang="tr-TR" dirty="0" err="1"/>
              <a:t>files</a:t>
            </a:r>
            <a:r>
              <a:rPr lang="tr-TR" dirty="0"/>
              <a:t> &amp; </a:t>
            </a:r>
            <a:r>
              <a:rPr lang="tr-TR" dirty="0" err="1"/>
              <a:t>directories</a:t>
            </a:r>
            <a:endParaRPr lang="tr-TR" dirty="0"/>
          </a:p>
          <a:p>
            <a:pPr marL="0" indent="0">
              <a:buNone/>
            </a:pPr>
            <a:r>
              <a:rPr lang="tr-TR" dirty="0" err="1"/>
              <a:t>Removing</a:t>
            </a:r>
            <a:r>
              <a:rPr lang="tr-TR" dirty="0"/>
              <a:t> </a:t>
            </a:r>
            <a:r>
              <a:rPr lang="tr-TR" dirty="0" err="1"/>
              <a:t>files</a:t>
            </a:r>
            <a:r>
              <a:rPr lang="tr-TR" dirty="0"/>
              <a:t> &amp; </a:t>
            </a:r>
            <a:r>
              <a:rPr lang="tr-TR" dirty="0" err="1"/>
              <a:t>directories</a:t>
            </a:r>
            <a:endParaRPr lang="tr-TR" dirty="0"/>
          </a:p>
          <a:p>
            <a:pPr marL="0" indent="0">
              <a:buNone/>
            </a:pPr>
            <a:r>
              <a:rPr lang="tr-TR" dirty="0"/>
              <a:t>send2trash </a:t>
            </a:r>
            <a:r>
              <a:rPr lang="tr-TR" dirty="0" err="1"/>
              <a:t>Module</a:t>
            </a:r>
            <a:endParaRPr lang="tr-TR" dirty="0"/>
          </a:p>
          <a:p>
            <a:pPr marL="0" indent="0">
              <a:buNone/>
            </a:pPr>
            <a:r>
              <a:rPr lang="tr-TR" dirty="0" err="1"/>
              <a:t>Moving</a:t>
            </a:r>
            <a:r>
              <a:rPr lang="tr-TR" dirty="0"/>
              <a:t> </a:t>
            </a:r>
            <a:r>
              <a:rPr lang="tr-TR" dirty="0" err="1"/>
              <a:t>files</a:t>
            </a:r>
            <a:r>
              <a:rPr lang="tr-TR" dirty="0"/>
              <a:t> &amp; </a:t>
            </a:r>
            <a:r>
              <a:rPr lang="tr-TR" dirty="0" err="1"/>
              <a:t>direcctories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Walking a Directory Tree</a:t>
            </a:r>
          </a:p>
          <a:p>
            <a:pPr marL="0" indent="0">
              <a:buNone/>
            </a:pPr>
            <a:r>
              <a:rPr lang="en-US" dirty="0"/>
              <a:t>Reading ZIP Files</a:t>
            </a:r>
          </a:p>
          <a:p>
            <a:pPr marL="0" indent="0">
              <a:buNone/>
            </a:pPr>
            <a:r>
              <a:rPr lang="en-US" dirty="0"/>
              <a:t>Extracting from ZIP Files</a:t>
            </a:r>
          </a:p>
          <a:p>
            <a:pPr marL="0" indent="0">
              <a:buNone/>
            </a:pPr>
            <a:r>
              <a:rPr lang="en-US" dirty="0"/>
              <a:t>Creating and Adding to ZIP Files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47544" y="1752505"/>
            <a:ext cx="2231684" cy="648000"/>
          </a:xfrm>
        </p:spPr>
        <p:txBody>
          <a:bodyPr/>
          <a:lstStyle/>
          <a:p>
            <a:r>
              <a:rPr lang="tr-TR" dirty="0" err="1"/>
              <a:t>Unclarified</a:t>
            </a:r>
            <a:r>
              <a:rPr lang="tr-TR" dirty="0"/>
              <a:t> </a:t>
            </a:r>
            <a:r>
              <a:rPr lang="tr-TR" dirty="0" err="1"/>
              <a:t>issues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51781" y="2569266"/>
            <a:ext cx="2794852" cy="3314200"/>
          </a:xfrm>
        </p:spPr>
        <p:txBody>
          <a:bodyPr/>
          <a:lstStyle/>
          <a:p>
            <a:r>
              <a:rPr lang="tr-TR" dirty="0"/>
              <a:t>What are the points need further explanations?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en-US" sz="900" b="1" i="1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ckwel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900" b="1" i="1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ockwell"/>
              <a:ea typeface="+mn-ea"/>
              <a:cs typeface="+mn-cs"/>
            </a:endParaRP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52921" y="1752224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tr-TR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ckwell"/>
                <a:ea typeface="+mn-ea"/>
                <a:cs typeface="+mn-cs"/>
              </a:rPr>
              <a:t>Interesting Details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53042" y="2568921"/>
            <a:ext cx="2794502" cy="3314545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0025" marR="0" lvl="0" indent="-200025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tr-TR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What is the most interesting details in this chapter?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pic>
        <p:nvPicPr>
          <p:cNvPr id="12" name="Picture 11" descr="A picture containing table, drawing, computer&#10;&#10;Description automatically generated">
            <a:extLst>
              <a:ext uri="{FF2B5EF4-FFF2-40B4-BE49-F238E27FC236}">
                <a16:creationId xmlns:a16="http://schemas.microsoft.com/office/drawing/2014/main" id="{A88D320D-EB5F-4EB0-BF4F-7C3E09D98E45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8607" y="5469284"/>
            <a:ext cx="1242170" cy="1247715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34D0C9B3-64E8-46BC-96D3-913B781B294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42300" y="5469284"/>
            <a:ext cx="1247715" cy="1247715"/>
          </a:xfrm>
          <a:prstGeom prst="rect">
            <a:avLst/>
          </a:prstGeom>
        </p:spPr>
      </p:pic>
      <p:pic>
        <p:nvPicPr>
          <p:cNvPr id="16" name="Picture 15" descr="A close up of graphics&#10;&#10;Description automatically generated">
            <a:extLst>
              <a:ext uri="{FF2B5EF4-FFF2-40B4-BE49-F238E27FC236}">
                <a16:creationId xmlns:a16="http://schemas.microsoft.com/office/drawing/2014/main" id="{40CE2CAF-FB88-45FA-BD9E-61287814D3E9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50735" y="5386825"/>
            <a:ext cx="1412631" cy="1412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1707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BED1ED27-1FAA-4F9E-86E9-5A3DD63F5EF5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044" r="5044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BDC24D3-EEF0-4B69-A174-E4DFF7884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32" y="3123593"/>
            <a:ext cx="5402090" cy="1449788"/>
          </a:xfrm>
          <a:solidFill>
            <a:schemeClr val="tx1">
              <a:alpha val="32000"/>
            </a:schemeClr>
          </a:solidFill>
        </p:spPr>
        <p:txBody>
          <a:bodyPr/>
          <a:lstStyle/>
          <a:p>
            <a:r>
              <a:rPr lang="en-US" dirty="0"/>
              <a:t>Thank You</a:t>
            </a:r>
          </a:p>
        </p:txBody>
      </p:sp>
      <p:cxnSp>
        <p:nvCxnSpPr>
          <p:cNvPr id="5" name="Straight Connector 4" descr="Divider line">
            <a:extLst>
              <a:ext uri="{FF2B5EF4-FFF2-40B4-BE49-F238E27FC236}">
                <a16:creationId xmlns:a16="http://schemas.microsoft.com/office/drawing/2014/main" id="{FE07C9EC-5158-440C-995A-EAC50D3E0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059112" y="3552610"/>
            <a:ext cx="0" cy="8251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ubtitle 6">
            <a:extLst>
              <a:ext uri="{FF2B5EF4-FFF2-40B4-BE49-F238E27FC236}">
                <a16:creationId xmlns:a16="http://schemas.microsoft.com/office/drawing/2014/main" id="{ACCCCDAD-0E0B-437F-8CAA-0536470B2E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7233" y="4570937"/>
            <a:ext cx="3961877" cy="1604172"/>
          </a:xfrm>
          <a:solidFill>
            <a:schemeClr val="tx1">
              <a:alpha val="32000"/>
            </a:schemeClr>
          </a:solidFill>
        </p:spPr>
        <p:txBody>
          <a:bodyPr/>
          <a:lstStyle/>
          <a:p>
            <a:r>
              <a:rPr lang="tr-TR" dirty="0"/>
              <a:t>Yusuf Altunel, PhD</a:t>
            </a:r>
            <a:endParaRPr lang="en-US" dirty="0"/>
          </a:p>
        </p:txBody>
      </p:sp>
      <p:pic>
        <p:nvPicPr>
          <p:cNvPr id="13" name="Graphic 12" descr="Person icon">
            <a:extLst>
              <a:ext uri="{FF2B5EF4-FFF2-40B4-BE49-F238E27FC236}">
                <a16:creationId xmlns:a16="http://schemas.microsoft.com/office/drawing/2014/main" id="{708AF784-88DE-4E89-A28B-BECD54FC11CC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89746" y="4658533"/>
            <a:ext cx="123347" cy="123347"/>
          </a:xfrm>
          <a:prstGeom prst="rect">
            <a:avLst/>
          </a:prstGeom>
        </p:spPr>
      </p:pic>
      <p:pic>
        <p:nvPicPr>
          <p:cNvPr id="15" name="Graphic 14" descr="Phone icon">
            <a:extLst>
              <a:ext uri="{FF2B5EF4-FFF2-40B4-BE49-F238E27FC236}">
                <a16:creationId xmlns:a16="http://schemas.microsoft.com/office/drawing/2014/main" id="{E276E47B-4C08-4FEC-AAE8-3DCCBA7EE72D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89746" y="4891098"/>
            <a:ext cx="123347" cy="123347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EF9E03C-A81E-4083-9F20-EF8FFAF5914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26527" y="5334305"/>
            <a:ext cx="3381375" cy="277342"/>
          </a:xfrm>
        </p:spPr>
        <p:txBody>
          <a:bodyPr/>
          <a:lstStyle/>
          <a:p>
            <a:r>
              <a:rPr lang="tr-TR" dirty="0"/>
              <a:t>y.altunel@iku.edu.tr</a:t>
            </a:r>
            <a:endParaRPr lang="en-US" dirty="0"/>
          </a:p>
        </p:txBody>
      </p:sp>
      <p:pic>
        <p:nvPicPr>
          <p:cNvPr id="14" name="Graphic 13" descr="Email icon">
            <a:extLst>
              <a:ext uri="{FF2B5EF4-FFF2-40B4-BE49-F238E27FC236}">
                <a16:creationId xmlns:a16="http://schemas.microsoft.com/office/drawing/2014/main" id="{4F2D4997-93AD-4A62-8488-4572923DB817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89746" y="5141739"/>
            <a:ext cx="123347" cy="123347"/>
          </a:xfrm>
          <a:prstGeom prst="rect">
            <a:avLst/>
          </a:prstGeom>
        </p:spPr>
      </p:pic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88557579-7DEF-FF4C-AD37-0E81A6BB3B7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26527" y="5640086"/>
            <a:ext cx="3381375" cy="277342"/>
          </a:xfrm>
        </p:spPr>
        <p:txBody>
          <a:bodyPr/>
          <a:lstStyle/>
          <a:p>
            <a:r>
              <a:rPr lang="tr-TR" dirty="0">
                <a:hlinkClick r:id="rId11"/>
              </a:rPr>
              <a:t>http://cats.iku.edu.tr/portal/site/0181f2bc-77e3-4a85-ade9-77639d9bcfe7</a:t>
            </a:r>
            <a:endParaRPr lang="en-US" dirty="0"/>
          </a:p>
        </p:txBody>
      </p:sp>
      <p:pic>
        <p:nvPicPr>
          <p:cNvPr id="30" name="Graphic 29" descr="World web icon">
            <a:extLst>
              <a:ext uri="{FF2B5EF4-FFF2-40B4-BE49-F238E27FC236}">
                <a16:creationId xmlns:a16="http://schemas.microsoft.com/office/drawing/2014/main" id="{07973E30-0C12-8442-90B5-47D1C45545AE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685526" y="5376226"/>
            <a:ext cx="127566" cy="12756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D0C4AF-7F4E-4FFB-988E-1941A3B9B8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26527" y="5028523"/>
            <a:ext cx="3381375" cy="277342"/>
          </a:xfrm>
        </p:spPr>
        <p:txBody>
          <a:bodyPr/>
          <a:lstStyle/>
          <a:p>
            <a:r>
              <a:rPr lang="tr-TR" dirty="0">
                <a:hlinkClick r:id="rId14"/>
              </a:rPr>
              <a:t>https://www.linkedin.com/in/yusuf-altunel-2070a31b/</a:t>
            </a:r>
            <a:endParaRPr lang="tr-TR" dirty="0"/>
          </a:p>
        </p:txBody>
      </p:sp>
      <p:pic>
        <p:nvPicPr>
          <p:cNvPr id="12" name="Picture Placeholder 11" descr="A picture containing drawing&#10;&#10;Description automatically generated">
            <a:extLst>
              <a:ext uri="{FF2B5EF4-FFF2-40B4-BE49-F238E27FC236}">
                <a16:creationId xmlns:a16="http://schemas.microsoft.com/office/drawing/2014/main" id="{C3937880-A386-4C54-8FE0-A3BD1320D924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5039" b="15039"/>
          <a:stretch>
            <a:fillRect/>
          </a:stretch>
        </p:blipFill>
        <p:spPr>
          <a:xfrm>
            <a:off x="5275033" y="3474017"/>
            <a:ext cx="1008126" cy="704088"/>
          </a:xfrm>
        </p:spPr>
      </p:pic>
    </p:spTree>
    <p:extLst>
      <p:ext uri="{BB962C8B-B14F-4D97-AF65-F5344CB8AC3E}">
        <p14:creationId xmlns:p14="http://schemas.microsoft.com/office/powerpoint/2010/main" val="2201429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eat Pitch Decks - Environment">
      <a:dk1>
        <a:sysClr val="windowText" lastClr="000000"/>
      </a:dk1>
      <a:lt1>
        <a:sysClr val="window" lastClr="FFFFFF"/>
      </a:lt1>
      <a:dk2>
        <a:srgbClr val="375C1E"/>
      </a:dk2>
      <a:lt2>
        <a:srgbClr val="E2DFCC"/>
      </a:lt2>
      <a:accent1>
        <a:srgbClr val="9ACB39"/>
      </a:accent1>
      <a:accent2>
        <a:srgbClr val="64C24A"/>
      </a:accent2>
      <a:accent3>
        <a:srgbClr val="297D53"/>
      </a:accent3>
      <a:accent4>
        <a:srgbClr val="FECF3F"/>
      </a:accent4>
      <a:accent5>
        <a:srgbClr val="F99D40"/>
      </a:accent5>
      <a:accent6>
        <a:srgbClr val="715C21"/>
      </a:accent6>
      <a:hlink>
        <a:srgbClr val="63A537"/>
      </a:hlink>
      <a:folHlink>
        <a:srgbClr val="63A537"/>
      </a:folHlink>
    </a:clrScheme>
    <a:fontScheme name="Custom 143">
      <a:majorFont>
        <a:latin typeface="Rockwel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A6FDF942-F0F2-481F-89A6-3C843685D4D6}" vid="{7F86F4AB-42EE-4332-B4F8-CEECA269CCE7}"/>
    </a:ext>
  </a:extLst>
</a:theme>
</file>

<file path=ppt/theme/theme2.xml><?xml version="1.0" encoding="utf-8"?>
<a:theme xmlns:a="http://schemas.openxmlformats.org/drawingml/2006/main" name="1_Office Theme">
  <a:themeElements>
    <a:clrScheme name="Great Pitch Decks - Environment">
      <a:dk1>
        <a:sysClr val="windowText" lastClr="000000"/>
      </a:dk1>
      <a:lt1>
        <a:sysClr val="window" lastClr="FFFFFF"/>
      </a:lt1>
      <a:dk2>
        <a:srgbClr val="375C1E"/>
      </a:dk2>
      <a:lt2>
        <a:srgbClr val="E2DFCC"/>
      </a:lt2>
      <a:accent1>
        <a:srgbClr val="9ACB39"/>
      </a:accent1>
      <a:accent2>
        <a:srgbClr val="64C24A"/>
      </a:accent2>
      <a:accent3>
        <a:srgbClr val="297D53"/>
      </a:accent3>
      <a:accent4>
        <a:srgbClr val="FECF3F"/>
      </a:accent4>
      <a:accent5>
        <a:srgbClr val="F99D40"/>
      </a:accent5>
      <a:accent6>
        <a:srgbClr val="715C21"/>
      </a:accent6>
      <a:hlink>
        <a:srgbClr val="63A537"/>
      </a:hlink>
      <a:folHlink>
        <a:srgbClr val="63A537"/>
      </a:folHlink>
    </a:clrScheme>
    <a:fontScheme name="Custom 143">
      <a:majorFont>
        <a:latin typeface="Rockwel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A6FDF942-F0F2-481F-89A6-3C843685D4D6}" vid="{7F86F4AB-42EE-4332-B4F8-CEECA269CCE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E1961DD-CF27-443B-BFF6-660110ED05C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9BF51BA-BD97-4518-9266-AD3D6154983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F490261-1200-4EC7-95B0-2241EE54AA34}">
  <ds:schemaRefs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purl.org/dc/terms/"/>
    <ds:schemaRef ds:uri="http://purl.org/dc/elements/1.1/"/>
    <ds:schemaRef ds:uri="http://www.w3.org/XML/1998/namespace"/>
    <ds:schemaRef ds:uri="http://schemas.microsoft.com/office/infopath/2007/PartnerControls"/>
    <ds:schemaRef ds:uri="16c05727-aa75-4e4a-9b5f-8a80a1165891"/>
    <ds:schemaRef ds:uri="71af3243-3dd4-4a8d-8c0d-dd76da1f02a5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3215</Words>
  <Application>Microsoft Office PowerPoint</Application>
  <PresentationFormat>Ekran Gösterisi (4:3)</PresentationFormat>
  <Paragraphs>649</Paragraphs>
  <Slides>46</Slides>
  <Notes>41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7</vt:i4>
      </vt:variant>
      <vt:variant>
        <vt:lpstr>Tema</vt:lpstr>
      </vt:variant>
      <vt:variant>
        <vt:i4>2</vt:i4>
      </vt:variant>
      <vt:variant>
        <vt:lpstr>Slayt Başlıkları</vt:lpstr>
      </vt:variant>
      <vt:variant>
        <vt:i4>46</vt:i4>
      </vt:variant>
    </vt:vector>
  </HeadingPairs>
  <TitlesOfParts>
    <vt:vector size="55" baseType="lpstr">
      <vt:lpstr>Arial</vt:lpstr>
      <vt:lpstr>Calibri</vt:lpstr>
      <vt:lpstr>Calibri Light</vt:lpstr>
      <vt:lpstr>NewBaskerville-Roman</vt:lpstr>
      <vt:lpstr>Rockwell</vt:lpstr>
      <vt:lpstr>TheSansMonoCondensed-Plain</vt:lpstr>
      <vt:lpstr>Times New Roman</vt:lpstr>
      <vt:lpstr>Office Theme</vt:lpstr>
      <vt:lpstr>1_Office Theme</vt:lpstr>
      <vt:lpstr>Chapter 9: Organizing Files</vt:lpstr>
      <vt:lpstr>Content</vt:lpstr>
      <vt:lpstr>Organizing file</vt:lpstr>
      <vt:lpstr>Chapter 9: Organizing Files</vt:lpstr>
      <vt:lpstr>The shutil Module</vt:lpstr>
      <vt:lpstr>Copying Files and Folders</vt:lpstr>
      <vt:lpstr>shutil.copy()</vt:lpstr>
      <vt:lpstr>Copying Files and Folders</vt:lpstr>
      <vt:lpstr>shutil.copytree()</vt:lpstr>
      <vt:lpstr>shutil.copytree()</vt:lpstr>
      <vt:lpstr>Moving and Renaming Files and Folders</vt:lpstr>
      <vt:lpstr>Move file to a Directory</vt:lpstr>
      <vt:lpstr>shutil.move()</vt:lpstr>
      <vt:lpstr>shutil.move()</vt:lpstr>
      <vt:lpstr>Move &amp; Rename</vt:lpstr>
      <vt:lpstr>shutil.move()</vt:lpstr>
      <vt:lpstr>Destination folder not existing</vt:lpstr>
      <vt:lpstr>shutil.move()</vt:lpstr>
      <vt:lpstr>shutil.move()</vt:lpstr>
      <vt:lpstr>shutil.move()</vt:lpstr>
      <vt:lpstr>Permanently Deleting Files and Folders</vt:lpstr>
      <vt:lpstr>permenant deletion mistakes</vt:lpstr>
      <vt:lpstr>os.unlink(path)</vt:lpstr>
      <vt:lpstr>os.rmdir(path)</vt:lpstr>
      <vt:lpstr>shutil.rmtree(path)</vt:lpstr>
      <vt:lpstr>Safe Deletes with the send2trash Module</vt:lpstr>
      <vt:lpstr>send2trash() can’t call back from trash</vt:lpstr>
      <vt:lpstr>send2trash.send2trash(path)</vt:lpstr>
      <vt:lpstr>Chapter 9: Organizing Files</vt:lpstr>
      <vt:lpstr>Directory Walk Through with Python</vt:lpstr>
      <vt:lpstr>visitDirectoryTree.py</vt:lpstr>
      <vt:lpstr>Chapter 9: Organizing Files</vt:lpstr>
      <vt:lpstr>Compressing Files with the zipfile Module</vt:lpstr>
      <vt:lpstr>ZIP File Operations</vt:lpstr>
      <vt:lpstr>Reading ZIP Files</vt:lpstr>
      <vt:lpstr>namelist() method</vt:lpstr>
      <vt:lpstr>ZipFile &amp; ZipInfoObjects</vt:lpstr>
      <vt:lpstr>Extracting from ZIP Files</vt:lpstr>
      <vt:lpstr>extractall()</vt:lpstr>
      <vt:lpstr>Extracting a Single File</vt:lpstr>
      <vt:lpstr>Extracting File to a Different Path</vt:lpstr>
      <vt:lpstr>Creating and Adding to ZIP Files</vt:lpstr>
      <vt:lpstr>Extracting File to a Different Path</vt:lpstr>
      <vt:lpstr>Add to Zip File</vt:lpstr>
      <vt:lpstr>Self Assessment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2020-03-08T12:56:30Z</dcterms:created>
  <dcterms:modified xsi:type="dcterms:W3CDTF">2022-05-05T21:59:28Z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66f6488-6f7b-4340-b880-828136ff7811_Enabled">
    <vt:lpwstr>true</vt:lpwstr>
  </property>
  <property fmtid="{D5CDD505-2E9C-101B-9397-08002B2CF9AE}" pid="3" name="MSIP_Label_c66f6488-6f7b-4340-b880-828136ff7811_SetDate">
    <vt:lpwstr>2021-05-20T13:57:47Z</vt:lpwstr>
  </property>
  <property fmtid="{D5CDD505-2E9C-101B-9397-08002B2CF9AE}" pid="4" name="MSIP_Label_c66f6488-6f7b-4340-b880-828136ff7811_Method">
    <vt:lpwstr>Privileged</vt:lpwstr>
  </property>
  <property fmtid="{D5CDD505-2E9C-101B-9397-08002B2CF9AE}" pid="5" name="MSIP_Label_c66f6488-6f7b-4340-b880-828136ff7811_Name">
    <vt:lpwstr>c66f6488-6f7b-4340-b880-828136ff7811</vt:lpwstr>
  </property>
  <property fmtid="{D5CDD505-2E9C-101B-9397-08002B2CF9AE}" pid="6" name="MSIP_Label_c66f6488-6f7b-4340-b880-828136ff7811_SiteId">
    <vt:lpwstr>832c1bc9-1e43-4f93-a086-708d36b0c95d</vt:lpwstr>
  </property>
  <property fmtid="{D5CDD505-2E9C-101B-9397-08002B2CF9AE}" pid="7" name="MSIP_Label_c66f6488-6f7b-4340-b880-828136ff7811_ActionId">
    <vt:lpwstr>3001c4db-7da2-4d88-83ca-a30e68fe79b1</vt:lpwstr>
  </property>
  <property fmtid="{D5CDD505-2E9C-101B-9397-08002B2CF9AE}" pid="8" name="MSIP_Label_c66f6488-6f7b-4340-b880-828136ff7811_ContentBits">
    <vt:lpwstr>0</vt:lpwstr>
  </property>
</Properties>
</file>